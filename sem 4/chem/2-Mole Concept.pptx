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.xml" ContentType="application/vnd.openxmlformats-officedocument.presentationml.notesSlide+xml"/>
  <Override PartName="/ppt/ink/ink18.xml" ContentType="application/inkml+xml"/>
  <Override PartName="/ppt/notesSlides/notesSlide2.xml" ContentType="application/vnd.openxmlformats-officedocument.presentationml.notesSlide+xml"/>
  <Override PartName="/ppt/ink/ink19.xml" ContentType="application/inkml+xml"/>
  <Override PartName="/ppt/notesSlides/notesSlide3.xml" ContentType="application/vnd.openxmlformats-officedocument.presentationml.notesSlide+xml"/>
  <Override PartName="/ppt/ink/ink20.xml" ContentType="application/inkml+xml"/>
  <Override PartName="/ppt/tags/tag1.xml" ContentType="application/vnd.openxmlformats-officedocument.presentationml.tags+xml"/>
  <Override PartName="/ppt/ink/ink21.xml" ContentType="application/inkml+xml"/>
  <Override PartName="/ppt/notesSlides/notesSlide4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02" r:id="rId3"/>
    <p:sldId id="303" r:id="rId4"/>
    <p:sldId id="263" r:id="rId5"/>
    <p:sldId id="264" r:id="rId6"/>
    <p:sldId id="265" r:id="rId7"/>
    <p:sldId id="266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258" r:id="rId26"/>
    <p:sldId id="259" r:id="rId27"/>
    <p:sldId id="260" r:id="rId28"/>
    <p:sldId id="261" r:id="rId29"/>
    <p:sldId id="262" r:id="rId30"/>
    <p:sldId id="267" r:id="rId31"/>
    <p:sldId id="268" r:id="rId32"/>
    <p:sldId id="269" r:id="rId33"/>
    <p:sldId id="270" r:id="rId34"/>
    <p:sldId id="271" r:id="rId35"/>
    <p:sldId id="273" r:id="rId36"/>
    <p:sldId id="274" r:id="rId37"/>
    <p:sldId id="289" r:id="rId38"/>
    <p:sldId id="275" r:id="rId39"/>
    <p:sldId id="290" r:id="rId40"/>
    <p:sldId id="291" r:id="rId41"/>
    <p:sldId id="292" r:id="rId42"/>
    <p:sldId id="293" r:id="rId43"/>
    <p:sldId id="294" r:id="rId44"/>
    <p:sldId id="297" r:id="rId45"/>
    <p:sldId id="298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5" r:id="rId55"/>
    <p:sldId id="286" r:id="rId56"/>
    <p:sldId id="287" r:id="rId57"/>
    <p:sldId id="28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297B7-D12A-C22C-8638-D77035558558}" v="31" dt="2023-01-09T15:07:45.067"/>
    <p1510:client id="{998CE9D2-227B-E66E-37D9-FB5D5E38FEFD}" v="3" dt="2023-08-17T06:16:19.722"/>
    <p1510:client id="{DC92B14A-7E1E-2336-4F3E-D74FD7E1E921}" v="1" dt="2023-03-15T10:23:11.611"/>
    <p1510:client id="{EB369F50-288D-9387-B240-403989BD58BD}" v="25" dt="2023-01-21T05:06:5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9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 Maitrani" userId="S::chandan.maitrani@nmims.edu::8a5bb938-7e71-4b0f-910c-2848a6aed97e" providerId="AD" clId="Web-{094297B7-D12A-C22C-8638-D77035558558}"/>
    <pc:docChg chg="modSld">
      <pc:chgData name="Chandan Maitrani" userId="S::chandan.maitrani@nmims.edu::8a5bb938-7e71-4b0f-910c-2848a6aed97e" providerId="AD" clId="Web-{094297B7-D12A-C22C-8638-D77035558558}" dt="2023-01-09T15:07:06.238" v="14" actId="20577"/>
      <pc:docMkLst>
        <pc:docMk/>
      </pc:docMkLst>
      <pc:sldChg chg="modSp">
        <pc:chgData name="Chandan Maitrani" userId="S::chandan.maitrani@nmims.edu::8a5bb938-7e71-4b0f-910c-2848a6aed97e" providerId="AD" clId="Web-{094297B7-D12A-C22C-8638-D77035558558}" dt="2023-01-09T15:07:06.238" v="14" actId="20577"/>
        <pc:sldMkLst>
          <pc:docMk/>
          <pc:sldMk cId="4187312092" sldId="311"/>
        </pc:sldMkLst>
        <pc:spChg chg="mod">
          <ac:chgData name="Chandan Maitrani" userId="S::chandan.maitrani@nmims.edu::8a5bb938-7e71-4b0f-910c-2848a6aed97e" providerId="AD" clId="Web-{094297B7-D12A-C22C-8638-D77035558558}" dt="2023-01-09T15:07:06.238" v="14" actId="20577"/>
          <ac:spMkLst>
            <pc:docMk/>
            <pc:sldMk cId="4187312092" sldId="311"/>
            <ac:spMk id="3" creationId="{00000000-0000-0000-0000-000000000000}"/>
          </ac:spMkLst>
        </pc:spChg>
        <pc:spChg chg="mod">
          <ac:chgData name="Chandan Maitrani" userId="S::chandan.maitrani@nmims.edu::8a5bb938-7e71-4b0f-910c-2848a6aed97e" providerId="AD" clId="Web-{094297B7-D12A-C22C-8638-D77035558558}" dt="2023-01-09T15:06:54.534" v="12" actId="20577"/>
          <ac:spMkLst>
            <pc:docMk/>
            <pc:sldMk cId="4187312092" sldId="311"/>
            <ac:spMk id="5" creationId="{00000000-0000-0000-0000-000000000000}"/>
          </ac:spMkLst>
        </pc:spChg>
      </pc:sldChg>
      <pc:sldChg chg="modSp">
        <pc:chgData name="Chandan Maitrani" userId="S::chandan.maitrani@nmims.edu::8a5bb938-7e71-4b0f-910c-2848a6aed97e" providerId="AD" clId="Web-{094297B7-D12A-C22C-8638-D77035558558}" dt="2023-01-09T15:06:25.143" v="7" actId="20577"/>
        <pc:sldMkLst>
          <pc:docMk/>
          <pc:sldMk cId="4011276497" sldId="315"/>
        </pc:sldMkLst>
        <pc:spChg chg="mod">
          <ac:chgData name="Chandan Maitrani" userId="S::chandan.maitrani@nmims.edu::8a5bb938-7e71-4b0f-910c-2848a6aed97e" providerId="AD" clId="Web-{094297B7-D12A-C22C-8638-D77035558558}" dt="2023-01-09T15:06:09.626" v="5" actId="20577"/>
          <ac:spMkLst>
            <pc:docMk/>
            <pc:sldMk cId="4011276497" sldId="315"/>
            <ac:spMk id="3" creationId="{00000000-0000-0000-0000-000000000000}"/>
          </ac:spMkLst>
        </pc:spChg>
        <pc:spChg chg="mod">
          <ac:chgData name="Chandan Maitrani" userId="S::chandan.maitrani@nmims.edu::8a5bb938-7e71-4b0f-910c-2848a6aed97e" providerId="AD" clId="Web-{094297B7-D12A-C22C-8638-D77035558558}" dt="2023-01-09T15:06:25.143" v="7" actId="20577"/>
          <ac:spMkLst>
            <pc:docMk/>
            <pc:sldMk cId="4011276497" sldId="315"/>
            <ac:spMk id="5" creationId="{00000000-0000-0000-0000-000000000000}"/>
          </ac:spMkLst>
        </pc:spChg>
      </pc:sldChg>
    </pc:docChg>
  </pc:docChgLst>
  <pc:docChgLst>
    <pc:chgData name="Geetanjali Gokhale - Ashtekar" userId="S::geetanjali.ashtekar@nmims.edu::ff6b092b-6176-47b7-912e-4f99bc61a621" providerId="AD" clId="Web-{EB369F50-288D-9387-B240-403989BD58BD}"/>
    <pc:docChg chg="modSld">
      <pc:chgData name="Geetanjali Gokhale - Ashtekar" userId="S::geetanjali.ashtekar@nmims.edu::ff6b092b-6176-47b7-912e-4f99bc61a621" providerId="AD" clId="Web-{EB369F50-288D-9387-B240-403989BD58BD}" dt="2023-01-21T05:06:51.312" v="12" actId="14100"/>
      <pc:docMkLst>
        <pc:docMk/>
      </pc:docMkLst>
      <pc:sldChg chg="modSp">
        <pc:chgData name="Geetanjali Gokhale - Ashtekar" userId="S::geetanjali.ashtekar@nmims.edu::ff6b092b-6176-47b7-912e-4f99bc61a621" providerId="AD" clId="Web-{EB369F50-288D-9387-B240-403989BD58BD}" dt="2023-01-21T05:06:51.312" v="12" actId="14100"/>
        <pc:sldMkLst>
          <pc:docMk/>
          <pc:sldMk cId="2601063749" sldId="303"/>
        </pc:sldMkLst>
        <pc:spChg chg="mod">
          <ac:chgData name="Geetanjali Gokhale - Ashtekar" userId="S::geetanjali.ashtekar@nmims.edu::ff6b092b-6176-47b7-912e-4f99bc61a621" providerId="AD" clId="Web-{EB369F50-288D-9387-B240-403989BD58BD}" dt="2023-01-21T05:06:51.312" v="12" actId="14100"/>
          <ac:spMkLst>
            <pc:docMk/>
            <pc:sldMk cId="2601063749" sldId="303"/>
            <ac:spMk id="3" creationId="{00000000-0000-0000-0000-000000000000}"/>
          </ac:spMkLst>
        </pc:spChg>
      </pc:sldChg>
    </pc:docChg>
  </pc:docChgLst>
  <pc:docChgLst>
    <pc:chgData name="Guest User" userId="S::urn:spo:anon#ef7a4d1d7a24677c49c047adadd575e891a9321c04033f1515b3687e1c5b5ea4::" providerId="AD" clId="Web-{DC92B14A-7E1E-2336-4F3E-D74FD7E1E921}"/>
    <pc:docChg chg="modSld">
      <pc:chgData name="Guest User" userId="S::urn:spo:anon#ef7a4d1d7a24677c49c047adadd575e891a9321c04033f1515b3687e1c5b5ea4::" providerId="AD" clId="Web-{DC92B14A-7E1E-2336-4F3E-D74FD7E1E921}" dt="2023-03-15T10:23:11.611" v="0" actId="1076"/>
      <pc:docMkLst>
        <pc:docMk/>
      </pc:docMkLst>
      <pc:sldChg chg="modSp">
        <pc:chgData name="Guest User" userId="S::urn:spo:anon#ef7a4d1d7a24677c49c047adadd575e891a9321c04033f1515b3687e1c5b5ea4::" providerId="AD" clId="Web-{DC92B14A-7E1E-2336-4F3E-D74FD7E1E921}" dt="2023-03-15T10:23:11.611" v="0" actId="1076"/>
        <pc:sldMkLst>
          <pc:docMk/>
          <pc:sldMk cId="0" sldId="292"/>
        </pc:sldMkLst>
        <pc:spChg chg="mod">
          <ac:chgData name="Guest User" userId="S::urn:spo:anon#ef7a4d1d7a24677c49c047adadd575e891a9321c04033f1515b3687e1c5b5ea4::" providerId="AD" clId="Web-{DC92B14A-7E1E-2336-4F3E-D74FD7E1E921}" dt="2023-03-15T10:23:11.611" v="0" actId="1076"/>
          <ac:spMkLst>
            <pc:docMk/>
            <pc:sldMk cId="0" sldId="292"/>
            <ac:spMk id="43010" creationId="{00000000-0000-0000-0000-000000000000}"/>
          </ac:spMkLst>
        </pc:spChg>
      </pc:sldChg>
    </pc:docChg>
  </pc:docChgLst>
  <pc:docChgLst>
    <pc:chgData name="Abhinaba Gupta (Dr.)" userId="S::abhinaba.gupta@nmims.edu::2e6c10e0-ca24-4614-ac06-4517c815cc07" providerId="AD" clId="Web-{998CE9D2-227B-E66E-37D9-FB5D5E38FEFD}"/>
    <pc:docChg chg="modSld">
      <pc:chgData name="Abhinaba Gupta (Dr.)" userId="S::abhinaba.gupta@nmims.edu::2e6c10e0-ca24-4614-ac06-4517c815cc07" providerId="AD" clId="Web-{998CE9D2-227B-E66E-37D9-FB5D5E38FEFD}" dt="2023-08-17T06:16:19.722" v="1"/>
      <pc:docMkLst>
        <pc:docMk/>
      </pc:docMkLst>
      <pc:sldChg chg="addSp delSp modSp">
        <pc:chgData name="Abhinaba Gupta (Dr.)" userId="S::abhinaba.gupta@nmims.edu::2e6c10e0-ca24-4614-ac06-4517c815cc07" providerId="AD" clId="Web-{998CE9D2-227B-E66E-37D9-FB5D5E38FEFD}" dt="2023-08-17T06:16:19.722" v="1"/>
        <pc:sldMkLst>
          <pc:docMk/>
          <pc:sldMk cId="0" sldId="276"/>
        </pc:sldMkLst>
        <pc:picChg chg="add del mod">
          <ac:chgData name="Abhinaba Gupta (Dr.)" userId="S::abhinaba.gupta@nmims.edu::2e6c10e0-ca24-4614-ac06-4517c815cc07" providerId="AD" clId="Web-{998CE9D2-227B-E66E-37D9-FB5D5E38FEFD}" dt="2023-08-17T06:16:19.722" v="1"/>
          <ac:picMkLst>
            <pc:docMk/>
            <pc:sldMk cId="0" sldId="276"/>
            <ac:picMk id="2" creationId="{C4D0E3F1-63CC-902B-461A-A886E70884F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4:51:27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 9815 0,'0'0'0,"0"0"0,0 0 0,0 0 0,0 0 0,0 0 0,0-7 16,0-5-16,0 12 15,-8-14-15,-9 3 16,-15 11-16,-6 7 16,-4 10-16,-7 8 15,4 9-15,8 5 16,9 1-16,7 3 0,15-3 15,9-1 1,7-6-16,11-6 0,10-5 16,-2-7-1,11-9-15,2-2 16,3-6-16,-7-6 16,-4-2-16,-7-4 15,-4-3-15,-9-5 16,-4-3-16,-4-3 15,-4-6-15,-5-3 0,-10 1 16,-5 1-16,-6 3 16,0 5-1,-4 10-15,28 17 0,-27-12 16,27 12-16</inkml:trace>
  <inkml:trace contextRef="#ctx0" brushRef="#br0" timeOffset="328.8682">2256 9853 0,'0'0'0,"0"0"0,8 8 16,13 10-16,-4 4 15,4 5-15,0 1 0,-3-2 16,-7-1-16,-11-25 16,9 24-16,-9-24 15,1 20-15,-1-20 16,-3 15 0,3-15-16,-7 8 0,-2-10 15,0-8-15,5-10 16,1-4-16,9-7 15,6-5-15,8-4 16,8-1-16,6 8 16</inkml:trace>
  <inkml:trace contextRef="#ctx0" brushRef="#br0" timeOffset="1324.0827">2902 9886 0,'0'0'0,"0"-5"0,-3-6 0,-4-6 15,-6-3-15,-4 2 0,-9 3 16,-6 8-16,-6 10 15,-1 8-15,-2 10 16,0 5-16,11 5 16,7 4-16,10 1 15,11-6-15,7-4 16,10-6-16,7-5 16,5-6-16,2-3 15,3-6-15,0-7 16,0-2-16,-6-4 15,0-1-15,-6-2 16,-20 16-16,9-18 0,-2-2 16,-7 20-16,3-23 15,-3 23-15,-2-19 16,1 8-16,-3 14 16,-1 11-16,0 14 15,1 12-15,4 8 16,0 7-16,6 2 0,-4 4 15,-1 0-15,1 3 16,-2-1-16,-1-3 16,-4-5-16,-6-7 15,-1-12-15,-3-6 16,-4-9-16,-5-5 16,-2-5-1,-6-10-15,-2-5 0,-2-12 16,7-6-16,3-10 15,10-4-15,8-5 16,13-2-16,11-3 16,13-1-16,10-1 15,9-2-15,8 2 16,10-2-16,7-2 16,-6 3-16,-1 0 15,-6 0-15,-11 1 16,-9 8-16,-40 40 0,29-35 15,-14 7-15,-13 6 16,-16 8-16,-3 9 16,-11 12-16,-5 8 15,3 9-15,0 5 16,3 1-16,11 3 16,8-2-16,8-3 15,0-28-15,9 22 16,10-5-16,9-8 15,2-6 1,-2-7-16,-28 4 0,26-7 16,-6-7-16,-20 14 0,16-18 15,-16 18-15,10-18 16,-10 18-16,4-16 16,-2 7-16,-4 10 15,2-1-15,-3 9 16,3 11-16,3 5 15,6 0-15,3-2 16,-12-23-16,20 13 16</inkml:trace>
  <inkml:trace contextRef="#ctx0" brushRef="#br0" timeOffset="1734.7009">3396 9892 0,'0'0'0,"0"0"0,3 8 0,2 9 0,0 3 16,-5-20-16,8 25 16,-8-25-16,7 25 0,-7-25 31,4 20-31,-4-20 15,1 15-15,-1-15 0,1 9 0,-1-9 16,1 2-16,-3-9 31,2 7-31,2-19 0,3 0 0,-5 19 16,6-23-16,-6 23 16,14-17-16,-14 17 15,15-10-15,-1 11 16,-14-1-16,17 12 15,-6 5 1,-11-17-16,10 22 0,-6 1 0,-4-23 16,0 22-16,0-22 31,0 16-31</inkml:trace>
  <inkml:trace contextRef="#ctx0" brushRef="#br0" timeOffset="1907.7161">3712 9962 0,'0'0'0,"1"6"0,-1 7 0,4 5 16,-4-18-16,1 19 15,-3 5-15,2-24 0,-8 21 16</inkml:trace>
  <inkml:trace contextRef="#ctx0" brushRef="#br0" timeOffset="2078.4615">3665 9772 0,'0'0'0,"0"0"0,0 0 0,0 2 0,3-1 16</inkml:trace>
  <inkml:trace contextRef="#ctx0" brushRef="#br0" timeOffset="2366.7309">4056 9901 0,'0'0'0,"0"0"0,0 0 0,-1-3 16,-6-2-16,-8 0 15,-8 4-15,-5 7 16,-8 3-16,-2 8 15,2 6-15,6 3 0,8 3 16,13 1-16,13-3 16,14 0-16,16-4 15,20-3-15,7-7 16,13-6-16</inkml:trace>
  <inkml:trace contextRef="#ctx0" brushRef="#br0" timeOffset="3033.7871">2303 10672 0,'0'0'0,"0"0"0,2-6 0,0-9 15,-2-4-15,-2-2 16,-4-2-16,-8 4 16,-7 4-16,-7 6 15,-8 7-15,-5 5 16,-2 9-16,-2 6 15,2 6-15,12 2 0,4 4 16,9-2-16,18-28 16,-7 29-16,15-2 15,9-1-15,12-9 16,3-4-16,1-10 16,1-3-1,-6-7-15,-28 7 0,26-10 16,-4-3-16,-1-3 15,-21 16-15,13-18 16,-13 18-16,11-19 16,-11 19-16,4-13 15,-1 13-15,-3 12 16,0 9-16,2 5 0,8 2 16,3-3-1,7 0-15,5-4 0,4-4 16,10-6-16</inkml:trace>
  <inkml:trace contextRef="#ctx0" brushRef="#br0" timeOffset="3334.1663">2746 10658 0,'0'0'0,"0"0"0,-2-4 0,2 4 15,-10-7-15,-6-2 16,-5 3-16,-5 2 0,1 6 16,2 7-16,3 6 15,3 10-15,5 0 16,5 4-16,11-1 15,11 2-15,9-5 16,8-6-16,6-5 16,5-6-16,-43-8 15</inkml:trace>
  <inkml:trace contextRef="#ctx0" brushRef="#br0" timeOffset="3522.5984">3051 10679 0,'-5'12'0,"1"7"0,1 4 0,3-23 16,-5 27-16,5-27 15,-3 24-15</inkml:trace>
  <inkml:trace contextRef="#ctx0" brushRef="#br0" timeOffset="3696.2531">3051 10483 0,'0'0'0,"0"0"0,2 1 0,-2-1 0,0 0 0,5 6 0</inkml:trace>
  <inkml:trace contextRef="#ctx0" brushRef="#br0" timeOffset="4181.8678">3453 10304 0,'0'0'0,"0"0"0,0 0 0,3 9 0,3 16 0,-7 15 16,1 11-1,-5 10-15,5 3 16,-6-4-16,-3-5 15,1-3-15,8-52 16,-2 40-16,2-40 16,-3 35-16,3-35 0,-2 26 15,2-26-15,2 17 0,-2-17 16,3 8-16,2-4 16,-3-9-16,-2 5 15,1-13-15,-4-2 16,3 15-16,-10-23 15,-3 2-15,13 21 0,-18-17 16,-7 10-16,-10 13 31,-5 12-31,0 8 0,7 5 0,5 1 16,16-1-16,14 0 16,19-5-16,11-3 15,20-6-15,15-7 16,19-6-16,14-3 15</inkml:trace>
  <inkml:trace contextRef="#ctx0" brushRef="#br0" timeOffset="8097.9886">1338 3444 0,'0'0'0,"0"0"0,0 0 0,3-2 16,-3 2-16,4-8 16,-4 8-16,4-9 15,-4 9-15,0-13 16,-9-3-16,9 16 0,-14-15 16,-9 0-1,-8 3-15,-5 4 16,3 4-16,-4 4 0,3 6 15,-1 5-15,-2 5 16,-2 9-16,-2 12 16,-2 6-16,5 5 15,4 5-15,7 4 16,11-3-16,14-2 16,2-3-16,9-4 15,12-2-15,11-8 16,0-1-16,8-8 15,5-3-15,4-10 16,-1-7-16,7-8 16,-1-7-16,2-5 15,-2-8-15,-9 0 0,-8 0 16</inkml:trace>
  <inkml:trace contextRef="#ctx0" brushRef="#br0" timeOffset="8475.0554">1724 3359 0,'0'0'0,"0"0"0,0 1 0,0 8 0,0 6 15,3 8-15,-3 5 16,-1 12-16,1 3 16,-8 7-16,5 3 15,-3 3-15,2-4 16,4-4-16,3-5 15,-2-4-15,5-6 16,-2-2-16,-4-31 16,3 27-16,1-6 0,3-13 15,0-12-15</inkml:trace>
  <inkml:trace contextRef="#ctx0" brushRef="#br0" timeOffset="8748.4035">2075 3367 0,'0'0'0,"0"0"0,-1 7 0,0 13 0,2 9 16,-4 10-16,7 7 15,0 3-15,-2 4 16,-4 0-16,-1-6 0,1-3 16,-4-5-16,0-7 15,6-32 1,-7 26-16,-1-5 0,-8-9 16</inkml:trace>
  <inkml:trace contextRef="#ctx0" brushRef="#br0" timeOffset="8905.186">1834 3748 0,'0'0'0,"0"0"0,14-4 0,29-3 0,21-6 16</inkml:trace>
  <inkml:trace contextRef="#ctx0" brushRef="#br0" timeOffset="9502.8012">2224 3848 0,'0'0'0,"0"0"0,0 0 0,3-6 0,-3 6 15,17-5-15,-17 5 16,18-4-16,-18 4 15,20 1-15,-2 7 16,-18-8-16,13 18 16,-6 6-16,-16 5 15,-3 0-15,12-29 16,-18 24-16,18-24 16,-19 19-16,19-19 15,-18 11-15,18-11 16,-18 5-16,8-8 0,10 3 15,-2-12-15,7-3 16,-5 15-16,14-15 16,-14 15-16,18-11 15,-1 7-15,0 12 16,-3 7-16,-1 5 16,-13-20-16,11 23 15,-4 8-15,-3 4 16,-6-2-16,-9-2 15,-8-6-15,-4-4 16,-5-4-16,-7-1 16,-5-7-16,-1 2 15,-6-6-15,3-5 0,5-4 16,2-10-16,12-7 16</inkml:trace>
  <inkml:trace contextRef="#ctx0" brushRef="#br0" timeOffset="10005.631">3018 3366 0,'0'0'0,"0"0"0,0-7 0,-3-4 0,3 11 15,-12-16 1,4-2-16,-12 3 16,-6 10-16,-5 6 0,-4 9 15,-8 8-15,1 10 16,-3 8-16,2 11 16,4 10-16,4 3 0,5 5 15,6-3 1,16-3-16,10-8 0,4-6 15,13-8-15,5-6 16,6-7-16,2-8 16,9-5-16,2-10 15,3-8-15,5-5 16,-1-11-16,1-6 16,-5-4-16,-10 1 15</inkml:trace>
  <inkml:trace contextRef="#ctx0" brushRef="#br0" timeOffset="10558.9615">3630 3444 0,'0'0'0,"2"-5"15,-2 5-15,0-12 0,-2-5 0,-2-2 16,-3-2-16,7 21 16,-14-20-16,-4 4 15,-12 6-15,-10 7 16,-1 10-16,-3 8 0,-2 9 15,2 11-15,2 5 16,3 7 0,11 6-16,7 0 0,10-3 15,12-4-15,9-2 16,5-9-16,6-7 16,6-2-16,2-8 15,7-9-15,0-2 16,3-9-16,-1-7 15,5-5-15,-9-5 16,5-6-16,-6-2 16,-3-2-16,-10-5 15,-2-3-15,-4 0 0,-9-1 16,-1 1-16,-9 1 16,-5 1-16,-6 2 15,-13 5-15,-10 8 16,-5 6-16,44 14 15,-42-7-15</inkml:trace>
  <inkml:trace contextRef="#ctx0" brushRef="#br0" timeOffset="11047.4365">4254 3353 0,'0'0'0,"0"0"0,-4-5 0,-1-4 0,-11 0 31,-6 3-31,-11 1 0,-4 3 15,-5 10 1,2-2-16,1 4 0,5 5 0,3 8 16,2 7-16,3 11 0,12 9 15,4 5 17,10-4-32,10-5 0,10-6 0,4-9 0,8-9 15,1-12-15,-1-3 16,-2-11-16,3-8 15,1-6 1,-2-6 0,1-5-16,-6-5 15,-4-2-15,-4-2 16,-8-1-16,-9 0 16,-11 3-16,-9 0 15,-5 1-15,-15 8 16,-3 7-16,41 20 0,-40-8 15</inkml:trace>
  <inkml:trace contextRef="#ctx0" brushRef="#br0" timeOffset="11330.98">4590 3163 0,'0'0'0,"0"0"0,1 9 0,0 10 15,-1 12-15,-2 11 16,3 8-16,-4 5 16,1 3-16,-4-3 15,1 2-15,-1-5 16,4-4-16,-3-10 0,5-6 15,0-32-15,1 26 16,-1-26-16,3 23 16</inkml:trace>
  <inkml:trace contextRef="#ctx0" brushRef="#br0" timeOffset="11583.9095">4891 3171 0,'0'0'0,"0"0"0,0 6 0,0 20 0,-4 10 0,0 11 16,1 5-1,1 1-15,-2 0 16,-1-3-16,0-3 0,4-4 15,-2-2-15,3-41 16,-2 34-16,2-34 16,-3 30-16</inkml:trace>
  <inkml:trace contextRef="#ctx0" brushRef="#br0" timeOffset="11756.8838">4550 3553 0,'0'0'0,"6"-6"0,15 0 0,17-2 0,27 2 0,15-1 0,11 1 16</inkml:trace>
  <inkml:trace contextRef="#ctx0" brushRef="#br0" timeOffset="64508.0961">2748 14651 0,'0'0'0,"0"0"0,0 0 0,-2-1 0,2 1 15,0-5-15,0 5 16,5-8-16,1-2 16,-6 10-16,8-13 15,0-1-15,-8 14 16,4-17-16,-6-2 15,-7-4-15,-4 1 16,-6 0-16,-4 5 16,-4 3-16,-4 3 0,-3 5 15,-3 3-15,-5 7 16,-1 5-16,3 8 16,-1 3-1,1 12-15,1 7 16,1 9-16,-1 9 15,10 8-15,6 3 16,10-1-16,6-2 16,11-3-16,6-3 15,11-4-15,4-6 0,9-8 16,7-7-16,1-9 16,9-7-16,5-8 15,0-4-15,-1-2 16,2-4-16,-5-4 15,-6-4-15,-46 8 16,42-6-16,-42 6 16,29-12-16,-29 12 15,23-14-15,-15 2 16,-13 5-16,5 7 16,-18-1-16</inkml:trace>
  <inkml:trace contextRef="#ctx0" brushRef="#br0" timeOffset="65357.9318">3044 14896 0,'0'0'0,"0"0"0,0 0 0,1 0 16,8-4-16,9-4 15,6-6-15,11-5 16,8-4-16,10-6 15,11-4-15,3-3 16,12-3-16,3 0 0,4 4 16,-3 0-1,-3 4-15,-6 4 16,-5 3-16,-13 2 0,-9 5 16,-47 17-16,38-12 15,-38 12-15,28-10 16,-28 10-16,19-7 15,-19 7-15,12-4 16,-8 1-16,-11 3 16,-7 5-16,-6 1 15,-6 2 1,26-8-16</inkml:trace>
  <inkml:trace contextRef="#ctx0" brushRef="#br0" timeOffset="65866.4922">4536 14118 0,'0'0'0,"0"0"0,-2-6 0,2 6 0,-5-14 16,-4-4-16,9 18 15,-11-19 1,-6-1-16,-11 5 16,2 8-16,-4 7 15,-5 10-15,-5 11 16,4 11-16,-1 8 16,6 9-16,6 3 15,9 7-15,8-4 0,9 2 16,9-6-16,10-7 15,7-4-15,9-10 16,7-7-16,5-6 0,8-7 16,-1-8-16,-1-8 15,-2-6-15,-7-6 16,-14-7-16</inkml:trace>
  <inkml:trace contextRef="#ctx0" brushRef="#br0" timeOffset="66370.6858">4290 13380 0,'0'0'0,"0"0"0,0 0 0,3 1 16,-2 8-16,2 8 0,-3 8 16,2 11-1,-2 11-15,0 3 16,-1 3-1,2 4-15,-2-2 16,-3-2-16,1-7 0,1-3 16,2-43-16,0 34 15,0-34-15,0 28 0,4-9 16,4-11-16,-1-16 16</inkml:trace>
  <inkml:trace contextRef="#ctx0" brushRef="#br0" timeOffset="66653.6016">4537 13361 0,'0'0'0,"0"0"0,2 3 0,-2 9 16,-2 10-16,0 10 15,2 11-15,-1 7 16,-1 7-16,-1 0 16,-3 0-16,-2-3 15,-1-11 1,3-3-16,6-7 0,-2-6 16,2-27-16,-2 24 15,0-9 1,3-17-16</inkml:trace>
  <inkml:trace contextRef="#ctx0" brushRef="#br0" timeOffset="67157.1763">4437 12897 0,'0'0'0,"0"0"0,-3-6 0,3 6 0,0-14 16,-5-5-16,5 19 16,-15-16-16,0 3 15,-11 9 1,-1 10-16,-2 11 15,0 11-15,4 7 0,7 5 0,7 8 32,12 3-32,10-7 0,10-2 0,5-5 15,7-7-15,3-10 16,3-3 0,0-9-1,1-3-15,-4-10 16,-6-2-16,-3-6 15,-5-4-15,-5-4 16,-4-6-16,-3-5 16,-7-5-16,-6-2 15,-8-3-15,-4 0 16,-6 5-16,-4 4 0,-2 4 16,-5 10-16,-1 7 15,-4 11 1,0 13-16,0 8 0</inkml:trace>
  <inkml:trace contextRef="#ctx0" brushRef="#br0" timeOffset="67795.5529">4730 14421 0,'0'0'0,"0"0"0,0 0 0,2-2 0,8 9 16,13 6-16,9 3 15,3 6-15,4 3 16,12 2-16,2 2 15,-1 0-15,8 0 16,-3 0-16,2-2 0,-9-4 16,0-2-16,-10-2 15,-4-5-15,-36-14 16,31 11-16,-31-11 16,23 7-16,-23-7 15,14 5-15,-9-7 16,-23-6-16,18 8 15</inkml:trace>
  <inkml:trace contextRef="#ctx0" brushRef="#br0" timeOffset="68360.942">5811 14958 0,'0'0'0,"0"0"0,0-4 0,0 4 0,0-12 0,0 12 15,0-16-15,-1-4 31,1 20-31,-8-23 0,-6 3 0,-17 3 16,-4 8-16,-5 8 16,-4 8-16,-1 8 15,3 8 1,2 7-16,6 8 0,4 3 16,10 4-16,9-3 15,11 2-15,7-6 0,13-1 16,5-5-16,6-5 15,3-3 1,0-9-16,-1-6 16,-2-5-16,0-5 0,-5-7 31,-2-4-31,-3-4 16,-1-8-16,-5-5 15,0-2-15,-7-3 16,-2-3-16,-3-3 15,-1-3-15,-5-3 0,-3 0 16,-3 6 0,-2 6-16,11 34 15,-20-23-15,-1 9 16,21 14-16</inkml:trace>
  <inkml:trace contextRef="#ctx0" brushRef="#br0" timeOffset="68707.3314">5987 15120 0,'0'0'0,"6"-1"0,7 0 0,11-1 0,13 2 15,6 0-15,8 1 0,4 4 16,1-2-16,-10 4 16,-3-3-16,-8-1 15,-35-3 1,28 6-16,-28-6 0,19 4 15,-19-4-15,15 2 16,-15-2-16,6 3 16,-4-5-16</inkml:trace>
  <inkml:trace contextRef="#ctx0" brushRef="#br0" timeOffset="69005.5242">6688 14947 0,'0'0'0,"7"16"0,1 9 0,-4 11 0,0 10 15,-3 7-15,-1 3 16,1 2-16,-1-3 15,-4-3-15,-1-5 16,4-6-16,-2-7 16,3-34-16,1 28 15,-1-28-15,2 24 16,-1-10-16,2-14 0,1-13 16</inkml:trace>
  <inkml:trace contextRef="#ctx0" brushRef="#br0" timeOffset="69257.4687">7007 15024 0,'0'0'0,"0"0"0,2 6 0,0 16 16,-1 9-16,-3 12 15,-5 10-15,4 3 16,-1-3-16,-2-2 16,5-7-16,1-6 15,0-38-15,0 36 16,1-3-16,-1-33 16,1 33-16,-1-33 0,2 24 15</inkml:trace>
  <inkml:trace contextRef="#ctx0" brushRef="#br0" timeOffset="69446.2981">6710 15318 0,'0'0'0,"0"0"0,3 1 0,16 2 15,30 5-15,24 4 16,23 4-16</inkml:trace>
  <inkml:trace contextRef="#ctx0" brushRef="#br0" timeOffset="70381.6414">1656 13860 0,'0'0'0,"0"0"0,0 0 0,0 0 0,0-5 16,0 5-16,0-11 15,0 11-15,0-12 16,0 12-16,0-10 15,0 10-15,0-9 16,0 9-16,2-3 0,3 9 16,6 10-16,5 8 15,9 6-15,4 5 16,12 3 0,0-1-16,6 1 0,5 3 15,2 0-15,5-6 16,-1 1-16,-4-1 15,-2-3-15,-7-3 16,-11-3-16,-4 1 16,-4-6-16,-26-21 15,22 18-15,-22-18 16,16 13-16,-8-6 16,-8-7-16</inkml:trace>
  <inkml:trace contextRef="#ctx0" brushRef="#br0" timeOffset="70978.713">2140 15208 0,'0'0'0,"0"0"0,0 0 0,-3-1 16,-5-4-16,-15 1 16,-18 2-1,-7 3-15,-13 0 16,-15 1-16,-7 5 0,-3-1 16,-5 1-16,1 2 15,6-1-15,7 1 16,11-1-16,5 3 15,14-1-15,9-2 16,38-8-16,-37 10 16,37-10-16,-24 6 0,13-5 15</inkml:trace>
  <inkml:trace contextRef="#ctx0" brushRef="#br0" timeOffset="71485.1657">2560 15473 0,'0'0'0,"0"0"0,0 0 0,0 0 16,1 9-1,-6 11-15,4 5 16,-3 11-16,0 9 16,-3 10-16,1 5 0,0 5 15,-5 5-15,2-2 0,2-3 16,3-3-16,-2-6 15,3-6-15,6-5 16,-4-6-16,-1-5 16,2-34-1,0 29-15,-4-1 16,4-28-16,-2 25 16</inkml:trace>
  <inkml:trace contextRef="#ctx0" brushRef="#br0" timeOffset="72008.324">2345 16402 0,'0'0'0,"0"0"0,3 9 0,0 13 15,9 10-15,-3 8 16,-3 6-16,-1 7 15,-3 4-15,-7 1 0,1 3 16,-5 2-16,1-4 16,1-9-16,-1-5 15,1-9-15,7-36 16,0 28-16,0-28 16,0 22-16,4-12 15</inkml:trace>
  <inkml:trace contextRef="#ctx0" brushRef="#br0" timeOffset="72292.8733">2770 16533 0,'0'0'0,"0"6"0,-1 8 0,1 15 16,-3 11-16,2 6 16,-2 4-16,1 5 0,-3-3 15,0-1-15,1-4 16,1-5 0,-1-2-16,3-8 0,1-32 15,-6 30-15,6-30 16,-3 21-16,-4-9 0</inkml:trace>
  <inkml:trace contextRef="#ctx0" brushRef="#br0" timeOffset="72498.1944">2325 16793 0,'0'0'0,"0"0"0,0 2 0,12 1 0,13 0 15,21 2-15,19 0 0,18 0 0,14 1 16,5-3-16</inkml:trace>
  <inkml:trace contextRef="#ctx0" brushRef="#br0" timeOffset="73102.3801">567 15122 0,'0'0'0,"-2"13"0,3 5 0,-3 14 15,-2 8-15,4 11 16,-3 3-16,0 3 15,-3 1-15,3-1 16,0-9-16,3-48 16,-3 42-16,3-42 15,3 35-15,1-9 16</inkml:trace>
  <inkml:trace contextRef="#ctx0" brushRef="#br0" timeOffset="73383.1084">913 15177 0,'0'0'0,"-3"9"0,3-9 0,0 20 0,-4 10 0,2 11 0,-1 10 15,2 4 1,-6 0-16,3 1 16,1-5-16,-3-5 15,0-7-15,3-6 0,3-33 16,-3 27-16,3-27 16,-3 21-1</inkml:trace>
  <inkml:trace contextRef="#ctx0" brushRef="#br0" timeOffset="73600.2712">465 15325 0,'0'0'16,"0"0"-16,9 0 0,22-1 0,24-7 0,15-1 16,10-4-16,12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4:52:54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 12881 0,'0'0'0,"0"0"0,0 0 0,0 0 0,0 0 16,2 1-16,0 6 16,0 5-16,5 6 15,-3 2 1,-1 6-16,-2 4 0,-2 5 15,1 3-15,0 5 0,-2 0 16,4 1-16,-2-5 16,1-2-1,-2-3-15,2-5 0,2-3 16,-3-26-16,3 24 31,-3-24-31,0 22 0,0-22 0,2 19 16,-2-19-1,2 17-15,-2-17 0,-1 15 16,1-7-16</inkml:trace>
  <inkml:trace contextRef="#ctx0" brushRef="#br0" timeOffset="393.3718">2410 12876 0,'0'0'0,"0"0"0,0 0 0,0 4 0,1 4 16,3 15 0,-3 7-1,1 12-15,-4 5 16,2 2-16,0 2 16,-1 0-16,1-2 15,2-1-15,0-5 16,0-6-16,-2-37 15,0 35-15,4-6 0,-4-29 0,2 29 16,-2-29-16,-5 22 31,-1-13-31,-1-10 0</inkml:trace>
  <inkml:trace contextRef="#ctx0" brushRef="#br0" timeOffset="598.832">2088 13189 0,'0'0'0,"0"0"16,0 0-16,4 0 0,3 0 0,25-2 15,13-3-15,15-1 16,13-1-16,14 2 15,2-1-15</inkml:trace>
  <inkml:trace contextRef="#ctx0" brushRef="#br0" timeOffset="38484.7665">10690 15572 0,'0'0'0,"0"0"0,-1-6 0,-8-9 15,-8-2-15,0-6 0,0-2 0,-7 4 16,-6 6-16,-3 2 16,-7 5-16,-6 6 15,-6 5-15,-3 9 16,-1 8 0,-4 10-16,1 10 15,0 13 1,8 5-16,11 8 0,8 1 15,13 1-15,14-6 16,17-7-16,10-1 16,15-4-16,11-6 15,8-3-15,11-8 16,4-9-16,1-7 16,2-12-16,1-6 15,-2-7-15,-6-8 16,-13-3-16</inkml:trace>
  <inkml:trace contextRef="#ctx0" brushRef="#br0" timeOffset="38880.3449">10405 14685 0,'0'0'0,"4"10"0,1 10 0,-4 16 0,0 14 16,-2 11-16,-2 10 16,-5 3-16,0 0 15,1-1-15,1-10 16,5-2-1,0-3-15,1-3 0,0-55 16</inkml:trace>
  <inkml:trace contextRef="#ctx0" brushRef="#br0" timeOffset="39294.1087">9152 15858 0,'0'0'0,"14"0"0,19-2 0,22 3 0,26-3 16,16 4-16,10 3 15,3 0 1,-4 3-16,-3 0 0,-9-1 16,-8 3-16,-13 3 15,-12 3-15,-16-2 16</inkml:trace>
  <inkml:trace contextRef="#ctx0" brushRef="#br0" timeOffset="39656.0496">10426 16442 0,'0'0'0,"1"9"0,3 10 0,0 10 0,-3 24 0,2 10 0,-1 13 15,1 8-15,-3 1 16,-2-3 0,-1-3-16,3-8 0,0-2 15,-3-6-15,2-7 16</inkml:trace>
  <inkml:trace contextRef="#ctx0" brushRef="#br0" timeOffset="40144.5199">8637 15581 0,'0'0'0,"0"0"0,2 6 0,-1 19 16,-2 10-16,0 16 15,0 9-15,0 9 16,-5 6-16,0-3 0,-1-2 16,4-6-16,-4-11 15,7-53-15,-8 38 16</inkml:trace>
  <inkml:trace contextRef="#ctx0" brushRef="#br0" timeOffset="40413.1712">8877 15677 0,'0'0'0,"5"11"0,-3 12 0,1 16 0,-2 11 15,5 5-15,-4 6 16,-2 4-16,0-6 16,1 0-16,-4-6 15,2-6-15,1-47 16,-5 37 0</inkml:trace>
  <inkml:trace contextRef="#ctx0" brushRef="#br0" timeOffset="40584.0155">8629 15858 0,'0'0'0,"28"-6"0,26-12 0,26-7 0,43-5 15</inkml:trace>
  <inkml:trace contextRef="#ctx0" brushRef="#br0" timeOffset="41045.2449">10081 13997 0,'0'0'0,"0"0"0,1 5 0,4 19 0,-6 13 0,3 12 16,-4 11-1,-4 9-15,2 1 16,-4 1-16,4-8 16,-3-8-16,7-55 15,-5 45-15,5-45 16,-2 35-16</inkml:trace>
  <inkml:trace contextRef="#ctx0" brushRef="#br0" timeOffset="41309.3673">10493 13937 0,'0'0'0,"0"0"0,0 0 0,0 3 15,2 10-15,3 16 16,-3 12-1,-2 7-15,-3 11 16,1 2-16,-7 2 16,5-6-16,2 0 15,-5-8-15,0-5 16,1-7-16,6-37 16,-8 33-16</inkml:trace>
  <inkml:trace contextRef="#ctx0" brushRef="#br0" timeOffset="41482.6478">10061 14489 0,'0'0'0,"16"1"0,17 0 0,21 3 0,30 8 0,18 5 15,5 6-15</inkml:trace>
  <inkml:trace contextRef="#ctx0" brushRef="#br0" timeOffset="42034.5363">10228 17415 0,'0'0'0,"0"0"0,0 0 0,5 1 0,-5-1 15,5 0-15,-5 0 16,3 1 0,-1 4-16,-2 9 0,-2 10 0,-2 8 31,-1 10-31,-1 5 0,2 5 0,-1-2 15,-1 1-15,0-6 16,2-6-16,2-4 16,2-35-16,2 29 31,-2-29-31,6 26 16</inkml:trace>
  <inkml:trace contextRef="#ctx0" brushRef="#br0" timeOffset="42334.2792">10502 17469 0,'0'0'0,"-2"10"0,4 11 0,-2 14 0,-1 11 0,0 9 16,-1-3-16,-1 4 15,1-2-15,0-9 16,2-45-16,-1 40 16,0-4-16,1-36 0,-2 35 15,2-35 1,-5 26-16,0-14 0</inkml:trace>
  <inkml:trace contextRef="#ctx0" brushRef="#br0" timeOffset="42529.6688">10218 17625 0,'0'0'0,"0"0"0,0 0 0,10 0 0,20-5 0,26-1 16,13 2-16,17-4 15,5-3-15</inkml:trace>
  <inkml:trace contextRef="#ctx0" brushRef="#br0" timeOffset="42994.9515">10735 16102 0,'0'0'0,"0"0"0,0 0 0,4-2 0,13 0 16,23 2-16,12-2 15,10 3-15,12 0 16,13 0-16,2 0 16,3-1-1,1 4-15,-7-2 0,-11 5 16,-9-3-16,-66-4 15,53 6 1,-53-6-16,37 6 0</inkml:trace>
  <inkml:trace contextRef="#ctx0" brushRef="#br0" timeOffset="43417.0761">12322 15972 0,'0'0'0,"0"0"15,0-7-15,-4-12 0,2-1 16,-6-6-16,-7 3 16,-2 3-16,-14 3 15,-1 4-15,-2 6 16,-6 6-16,-7 11 0,-4 7 16,4 12-16,-4 13 15,5 9 1,7 8-16,8 6 0,13-1 15,11-5-15,14-8 16,17-5-16,11-10 16,14-4-16,10-7 0,11-4 15,11-12-15,11-13 16</inkml:trace>
  <inkml:trace contextRef="#ctx0" brushRef="#br0" timeOffset="43895.8153">12024 15070 0,'0'0'0,"0"0"0,2 11 0,1 17 16,5 14-16,4 15 15,-8 14-15,7 5 16,-5 7-16,-4-3 15,-3-7-15,1-13 0,0-9 0,0-51 16,0 38-16,0-38 16,2 31-1</inkml:trace>
  <inkml:trace contextRef="#ctx0" brushRef="#br0" timeOffset="44166.2371">12316 15252 0,'0'0'0,"1"9"0,-2 13 0,4 22 0,-5 12 16,0 8-16,2 2 15,-6-2 1,0-8-16,-4-10 16,10-46-16,-5 40 15,5-40-15,-4 31 16,-1-14-16</inkml:trace>
  <inkml:trace contextRef="#ctx0" brushRef="#br0" timeOffset="44646.8443">12225 14565 0,'0'0'0,"-4"-6"0,-4-10 0,2-7 0,-11 3 16,-4-3-16,0 6 16,-11 9-16,-2 11 15,-11 12-15,-5 13 16,3 13-16,2 6 16,6 4-16,16-2 15,17-2-15,13-7 16,6-4-16,14-8 15,7-3-15,5-8 16,6-6-16,10-8 0,2-4 16,-3-7-16,0-4 15,-3-3-15,-10-5 16,-9-5-16,-6-4 16,-6-6-16,-9-2 15,-5-2-15,-11-4 16,-4 3-16,-6 0 15,-9 2-15,-6 6 16,-4 9-16,-6 11 16,-5 17-16,-2 15 15</inkml:trace>
  <inkml:trace contextRef="#ctx0" brushRef="#br0" timeOffset="45056.2489">12447 16174 0,'0'0'0,"0"0"0,0 0 0,1-2 15,6 0-15,15 0 16,12 3-16,12 2 15,16 1-15,9-2 16,6 0-16,0 1 16,-9-2-16,-5 4 15,-12 1-15,-9-4 16,-9 2-16,-33-4 16,28-1-16</inkml:trace>
  <inkml:trace contextRef="#ctx0" brushRef="#br0" timeOffset="45513.8218">13648 16170 0,'0'0'0,"0"0"0,0-5 0,-7-11 16,-7-3-16,-3 1 16,-8-1-16,-4 5 15,-4 8-15,-8 8 16,-3 9-16,-2 8 0,3 16 16,3 8-16,13 5 15,11 0 1,10-2-16,13-6 0,12-7 15,5-2-15,6-8 16,8-5-16,2-5 16,3-6-16,3-5 15,-6-4-15,0-5 16,-8-6-16,-8-9 16,-6-6-16,-4-5 15,-6-5-15,-8-8 16,-3-1-16,-14-5 15,-2 3-15,-5 6 16,-7 8-16,31 35 0,-31-25 16</inkml:trace>
  <inkml:trace contextRef="#ctx0" brushRef="#br0" timeOffset="45766.2192">14082 16115 0,'0'0'0,"0"0"0,0 0 0,1 4 0,-3 10 0,2 8 16,-3 8-16,-1 11 31,0 6-31,3 5 0,-5-2 0,1-1 15,-2-3-15,-2-3 16,8-4-16,1-39 16,-1 35-16,1-35 15</inkml:trace>
  <inkml:trace contextRef="#ctx0" brushRef="#br0" timeOffset="46054.4761">14388 16079 0,'0'0'0,"0"9"0,-2 12 0,0 10 0,-1 15 16,-1 5-16,-2 7 15,-1-3 1,3-4 0,1-4-16,-2-5 15,3-6-15,0-4 16,2-32-16,-5 28 16,5-28-16</inkml:trace>
  <inkml:trace contextRef="#ctx0" brushRef="#br0" timeOffset="46222.8421">14070 16406 0,'0'0'0,"0"0"16,0 0-16,2 0 0,18-2 0,22 3 0,21 2 15,23 2-15,19 5 16</inkml:trace>
  <inkml:trace contextRef="#ctx0" brushRef="#br0" timeOffset="67294.0434">10774 12939 0,'0'0'0,"0"0"0,4 2 0,12 9 0,15 14 16,8 7-16,2 12 15,15 7-15,3 7 16,3 10-16,5-3 0,2 2 15,-11-2-15,6-2 16,-9-8-16,-8-5 16,-3-4-16,-7-3 15,-9-4-15,-28-39 16,24 31-16</inkml:trace>
  <inkml:trace contextRef="#ctx0" brushRef="#br0" timeOffset="67522.9747">11465 13097 0,'0'0'0,"0"0"0,-4756 4 0,9502 12 0,-4767 12 0,-7 8 15,-9 7-15,-17 6 16,-7 10-16,-5 0 16,-5 7-16,-2 9 15,-3 4-15</inkml:trace>
  <inkml:trace contextRef="#ctx0" brushRef="#br0" timeOffset="96364.7417">13643 9708 0,'0'0'0,"0"0"0,-2-5 0,2 5 0,-4-11 0,-2-3 16,6 14-16,-10-20 15,-3 2-15,-9 1 16,0 7-16,-9 7 16,-2 8-16,-7 5 15,-3 3 1,43-13-16,-43 18 0,5 2 15,3 5-15,12-1 16,7 1 0,7-1-16,14-2 15,6 0-15,7 2 16,12-2-16,8 1 16,5 2-16,7 2 15,1 1-15,4 4 16,0 4-16,-14-4 15,-11 1-15,-15-1 16,-14-5-16,-12-3 16,-9 3-16,-5-5 15,-8-3-15,-8-1 16,-2-3-16,-1-6 0,-5-3 16,1-5-1,5-4-15,1-6 16,5-4-16,7-7 0,6-6 15,1-7-15,9 1 16</inkml:trace>
  <inkml:trace contextRef="#ctx0" brushRef="#br0" timeOffset="97612.5232">14095 9992 0,'0'0'0,"0"0"0,4-4 0,-4 4 16,5-13-16,-3-4 15,-4-4 1,-6 1-1,-5 4-15,-5 8 16,-6 5-16,-3 9 0,-8 9 16,1 7-16,1 11 15,-2 8-15,8 3 16,4 2-16,11-3 16,12-3-16,10-6 15,6-8-15,10-6 16,4-3-16,1-9 15,7-10-15,3-5 16,-6-5-16,-1-7 16,-2-3-16,-12-3 15,-2-1-15,-18 26 16,11-27-16,-11 27 16,7-27-16,-7 27 15,3-21-15,-3 21 16,0-12-16,0 12 0,2 12 15,0 9-15,3 4 16,8 3-16,-13-28 16,16 28-16,9-5 15,7-2-15,2-10 16,1-7-16,-1-5 16,-3-12-16,0-3 15,3-9-15,-3-9 16,-2-7-16,-3-2 0,-5-9 15,-3-3 1,-6 1-16,-3-3 0,-7 0 16,-2 1-16,-2 0 15,-2 4-15,-4 3 16,2 7-16,6 42 16,-4-37-16,4 37 15,-5-32-15,5 32 16,-7-26-16,7 26 15,-7-16-15,3 11 16,2 15-16,2 12 16,0 11-16,0 9 15,-2 12-15,-4 3 16,3 10-16,-4 2 0,2 8 16,0-7-16,5-5 15,1-9-15,3-9 16,8-8-16,-1-5 15,3-8 1,2-4-16,4-8 0,4-7 16,8-8-16,2-6 0,4-13 15,3-7 1,-2-11-16,-2-8 0,-3-5 16,-2-5-16,-7 0 15,-4-2 1,-5 0-16,-4-2 0,-3 1 15,-6 0-15,-6 7 16,0 4-16,-2 4 16,4 8-16,1 36 15,-1-30-15,1 30 16,-1-22-16,0 8 16,2 14-16,-6 7 15,1 11-15,2 9 16,-2 10-16,-1 12 15,-3 11 1,-4 5-16,-6 8 0,6 7 0,-1-2 16,3-4-16,2-8 15,7-8-15,2-11 16,8-8-16,-1-6 31,3-8-31,4-6 0,2-3 16,3-6-1,2-6-15,5-8 16,0-11-16</inkml:trace>
  <inkml:trace contextRef="#ctx0" brushRef="#br0" timeOffset="97816.9434">14949 9989 0,'0'0'0,"29"-2"0,37-4 0,44 0 15,37 4-15</inkml:trace>
  <inkml:trace contextRef="#ctx0" brushRef="#br0" timeOffset="112098.8121">20980 9640 0,'0'0'0,"10"-1"0,14-3 0,19 0 0,20-2 16,14 0-16,17 2 16,9 2-16,7-4 15,9 2-15,4 1 16,3 0-16,6-1 16,-1 0-1,7 1-15,2 1 16,-2-3-16,1 2 15,-1 0-15,-5-3 16,-3 3-16,2 1 16,-6 2-16,-1 2 15,-7 3-15,-3 2 16,-9 1-16,-9-2 16,-17-2-16,-80-4 15,66 6-15,-66-6 16,46 3-16,-19-2 0</inkml:trace>
  <inkml:trace contextRef="#ctx0" brushRef="#br0" timeOffset="141949.8259">13981 10751 0,'0'0'0,"0"0"0,-2-4 0,2 4 0,-4-11 0,-3-6 0,7 17 16,-9-23-16,-6-1 15,15 24-15,-17-26 16,-5 4-16,-7 3 16,0 8-16,1 3 15,-9 7-15,5 3 16,-5 6-16,-3 9 15,-7 3 1,-2 8-16,4 4 16,-3 6-16,1 10 15,3 7-15,4 8 0,7 5 16,9 5-16,13 1 16,9-2-16,13-4 15,13-6-15,10-6 16,8-8-16,9-7 15,-6-9-15,3-10 16,2-8-16,-6-10 16,0-5-16,6-11 15,-9-8-15,1-2 16,1-11-16,-7-5 16,-5-5-16,-1-5 15,-8-3-15,-5-3 16,-6 3-16,-4 0 15,-4-2-15,-6 3 16,-6 2-16,-2 3 16,-5 5-16,-5 2 15,2 5-15,0 5 16,-1 7-16,-4 3 0,24 18 16,-22-10-16,-2 7 15,24 3-15</inkml:trace>
  <inkml:trace contextRef="#ctx0" brushRef="#br0" timeOffset="142188.2471">14289 11080 0,'0'0'0,"0"0"0,0 0 0,0 0 0,0 0 0,0 5 0,0-5 16,2 8-1</inkml:trace>
  <inkml:trace contextRef="#ctx0" brushRef="#br0" timeOffset="143046.0355">15192 10715 0,'0'0'0,"0"0"0,0 0 0,0-1 15,-6-1-15,-8-3 0,-2-4 16,-13-2-16,-5 0 16,-4 3-16,-7-2 15,-3 3-15,-2-1 16,-1 3-16,6 0 16,7 4-16,38 1 15,-37 0-15,12 9 16,6 4-16,6 6 15,4 5-15,-2 9 16,7 1-16,1 8 16,3 3-16,0 5 15,3-3-15,-2-1 16,-1-3-16,5-5 0,-5-38 16,7 28-16,-7-28 15,4 23-15,-4-23 16,4 18-16,-4-18 15,1 10-15,-1-10 16,0 5-16,1-12 16,5-11-16,8-7 15,3-2-15,6 0 16,-3 2-16,6 5 16,-4 4-16,7 7 15,1 3-15,0 9 16,2 8-16,3 6 0,-3 8 15,1 6 1,-1 10-16,-7 3 16,-5 3-16,-8 3 15,-10 0-15,-2-1 16,-7-4-16,-5-4 0,-2-7 16,-6-6-16,-4-3 15,-5-5-15,-3-5 16,0-5-16,-6-5 15,-3-4-15,-2-8 16,0-7-16,-2-6 16,2-4-16,-2-7 15,10-2-15,35 33 16,-29-31-16,17 6 16</inkml:trace>
  <inkml:trace contextRef="#ctx0" brushRef="#br0" timeOffset="143862.5175">15909 11333 0,'0'0'0,"0"0"0,5-5 0,5-8 0,-1-6 0,-5-2 16,-1-6-16,-4 1 15,-9 0 1,-6 1-16,-3-2 16,-11 5-16,0 3 15,-8 5-15,1 7 16,-6 4-16,2 9 15,-3 11-15,1 10 16,3 9-16,8 9 0,10 1 16,10-2-16,14-4 0,14-2 15,11-10-15,5-5 16,8-6 0,-3-5-16,6-5 0,-8-10 15,4-7 1,-9-4-16,0-4 15,-4-1-15,-5-5 0,-2-5 16,-6 4-16,-3-5 16,-10 30-16,10-26 15,-10 26-15,6-24 16,-6 24-16,1-20 16,1 9-1,-3 11-15,1 10 16,0 15-16,0 12 0,-1 13 0,1 8 15,6 4-15,-2 4 16,-1 0 0,-3 2-16,3-3 0,-1-2 31,-7-6-31,3-3 0,-4-8 0,-6-5 16,-3-7-16,-1-9 31,-7-7-31,-3-7 0,-3-6 0,-2-6 0,-1-7 15,-1-4-15,-1-6 32,3-5-32,2-5 0,12-4 0,5-4 15,15-7-15,6 3 32,11-5-32,14 1 15,10 6-15,4 8 16,5 6-16,-1 6 15,-8 8-15,-3 4 16,-41 6-16</inkml:trace>
  <inkml:trace contextRef="#ctx0" brushRef="#br0" timeOffset="144351.8023">12921 11739 0,'0'0'0,"0"0"0,0 1 0,6 4 16,8 0-16,15 5 0,7-3 16,17 2-16,21-3 15,14-1-15,20 0 16,23 1-16,15 0 15,19 0-15,14-6 16,10-2-16,14 0 16,6-2-16,11 2 15,7 2-15,8 3 16,5 1-16,1 5 16,-13 3-16,-7 2 0,-13 2 15,-23-1 1,-21-2-16,-23-1 15,-30-1-15,-111-11 16</inkml:trace>
  <inkml:trace contextRef="#ctx0" brushRef="#br0" timeOffset="235270.4194">2079 7195 0,'0'0'0,"0"0"0,0 0 0,2-2 0,-2 2 0,5-4 15,-5 4-15,6-4 16,-6 4-16,4-1 15,-1 6-15,-3-5 16,0 13-16,3 7 16,-3 11-16,-3 3 0,3 2 15,4 2-15,-4 0 16,1-6-16,2 2 16,1-3-16,1-3 15,-5-28-15,4 25 16,-4-25-16,4 19 15,-4-19 1,2 18-16,-2-18 16,-2 12-16,-3-11 0,5-1 15</inkml:trace>
  <inkml:trace contextRef="#ctx0" brushRef="#br0" timeOffset="235600.0549">2107 7083 0,'0'0'0,"0"0"0,0 0 0,0-1 0,-5 4 16,-5 9-16,-5 6 16,-6-1-16,1 11 15,-8 1-15,2 0 16,-3 1-16,-2 3 16,5-4-16,-3 2 0,-2-4 15,31-27-15</inkml:trace>
  <inkml:trace contextRef="#ctx0" brushRef="#br0" timeOffset="235807.8989">1836 7676 0,'0'0'0,"8"-1"0,15 1 0,25-3 16,16 2-16,22-5 15,18 4-15,9 2 16,7-1-16</inkml:trace>
  <inkml:trace contextRef="#ctx0" brushRef="#br0" timeOffset="239167.6122">7532 7059 0,'0'0'0,"0"0"0,0 0 0,2 1 16,-2-1-16,2 6 0,1 8 16,5 11-16,-1 9 15,0-2-15,-3 6 16,0 5-16,-8-6 15,4 0-15,0-37 16,3 35 0,-3-35-16,1 28 15,-1-28-15,3 25 0,-3-25 16,3 19-16</inkml:trace>
  <inkml:trace contextRef="#ctx0" brushRef="#br0" timeOffset="239475.6044">7612 6911 0,'0'0'0,"0"0"0,1 1 0,-1-1 0,-5 9 0,-1 5 16,-8 7-16,-5 5 15,-12 9-15,-8 2 16,-6 2 0,-4 1-16,4-2 15,4-1-15,3 0 16,38-37-16</inkml:trace>
  <inkml:trace contextRef="#ctx0" brushRef="#br0" timeOffset="239673.3275">7284 7599 0,'0'0'0,"24"-1"0,15 1 0,28-1 16,39-6-16,20 0 16</inkml:trace>
  <inkml:trace contextRef="#ctx0" brushRef="#br0" timeOffset="328002.0091">4773 3004 0,'0'0'0,"11"1"0,11-1 0,16 1 0,13 0 16,14-1-16,4 5 15,9-4-15,2 2 16,5 2-16,1-2 15,3 1 1,10-1-16,-2 1 0,3 0 16,11-2-1,-4-1-15,9 2 16,5-2-16,5-1 16,4 3-16,10-3 15,-1 0-15,4 0 16,2 0-16,-1-4 15,6 0-15,3 1 16,3-4-16,5-3 16,6 1-16,4-4 0,0-1 15,7 0 1,5 3-16,2-3 0,6 0 16,0 1-16,1-1 15,0 1-15,0 4 16,0 2-16,-1-3 15,0 5-15,5 0 16,-4 1-16,-4 2 16,1-5-16,-3 2 15,-1 0-15,0-3 16,-3 3-16,-4 1 16,10 0-16,-1 2 15,0-1-15,-3-2 16,-1-1-16,-7 3 15,-3 1-15,0 2 16,-5 0-16,-6 3 16,-6-4-16,-3 2 15,-11-1-15,-5-1 0,-4 0 16,-8 0-16,-4-1 16,-9 0-16,-5-3 15,-14 3-15,-16-3 16,-77 5-16,64-3 15,-64 3-15,50-2 16,-22 7-16,-9 12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4:58:55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1480 0,'0'0'16,"0"0"-16,0 0 0,0 0 0,0 0 0,0 0 16,-8 0-16,-6 0 15,-9 1-15,-9 5 16,-4 4-16,2-1 15,-7 2-15,6 3 0,-4-6 16,39-8 0,-32 7-16,1 3 0,5 0 15,26-10 1,-23 8-16,4 2 16,19-10-16,-18 12 0,18-12 15,-16 12-15,16-12 16,-15 12-1,15-12-15,-12 13 0,-3 2 16,5 2-16,4 2 16,-1 2-1,4 3-15,5 5 0,-4 0 16,2 7-16,5 4 16,-7 0-16,1 6 15,2 0-15,-2 2 16,-2 0-16,3 2 15,-7 0-15,-1-2 16,2 2-16,0 1 16,-2 0-16,-1-7 15,-1 1-15,3-5 16,7-40-16,-8 35 0,4-1 16,-3-3-1,1-3-15,6-28 0,-4 27 16,2-4-16,2-23 15,-1 22-15,1-22 16,0 18-16,0-3 16,0-15-16,8 10 15,7-3-15,7-4 16,9-3-16,8-5 16,1-3-16,6-2 15,3 5-15,5-1 16,3 0-16,0 3 0,-5 2 15,-4 4-15,-48-3 16</inkml:trace>
  <inkml:trace contextRef="#ctx0" brushRef="#br0" timeOffset="2019.8421">21982 4335 0,'0'0'0,"0"0"0,4 0 0,7 0 0,6 0 0,5 0 15,6 0-15,5 3 16,0 2-16,4 0 16,2-1-16,4 3 15,-4-1-15,0-1 16,-1 5-16,-5-2 16,-3 3-16,-2-3 15,-28-8-15,23 12 16,-3 2-16,-3 2 15,-17-16-15,14 19 0,-4 1 16,-1 8-16,-2-1 16,-6 3-16,1 2 15,-1 2-15,-3 2 16,-3-1-16,5 3 16,-3 2-16,4-3 15,-2 0-15,2-1 16,-1 2-16,2 0 0,5-2 31,-2 0-31,1 1 16,3 1-16,-1 1 0,-1 1 15,0-1-15,5-3 16,-3-5-16,-4-3 0,-5-28 16,4 25-16,-10-3 15,-10-2-15,-18-1 16,-22-7-16,-31-3 15,-36-3-15,-45 7 16</inkml:trace>
  <inkml:trace contextRef="#ctx0" brushRef="#br0" timeOffset="63621.7329">2428 5568 0,'0'0'0,"0"0"0,0 0 0,0-1 16,0 1-16,2-5 15,-2 5-15,7-8 16,10 4-16,4 0 16,7 1-16,0 2 0,8 3 15,0-1 1,3 2-16,7 1 16,7-2-16,6 1 0,8-1 15,2-4 1,6 1-16,2-2 15,7-1-15,5 0 16,8 0-16,5-1 16,4 0-16,4-2 15,4 1-15,6 4 16,-2-3-16,2-2 16,-3 3-16,2 3 15,1-3-15,-3 2 16,-3 1-16,-2 1 15,-4 1-15,-8 0 0,-4 3 16,-1 1-16,-7-1 16,-12 0-1,-7 1-15,-2 1 0,-9-1 16,-5 0-16,-10 1 16,-43-6-16,39 8 15,-10 2-15,-29-10 16,25 16-16</inkml:trace>
  <inkml:trace contextRef="#ctx0" brushRef="#br0" timeOffset="156077.1446">2482 9378 0,'0'0'15,"6"0"-15,10 0 0,8 0 0,11-2 0,10-1 16,7 0-16,8 0 16,9-1-16,9-3 15,4 2-15,4-3 16,4-2-16,7 4 16,1-3-1,6 3-15,1-4 16,5 0-16,1 0 0,4 3 15,2-1-15,7 1 16,-1 1-16,8 2 16,3 0-16,4 1 15,3 3-15,1 0 16,1-3-16,4 2 16,-5 2-16,-3 1 15,-1-4-15,-3 4 16,0-4-16,1 5 15,0-3-15,4 0 16,-4 0-16,1 5 16,-5-2-16,5-1 15,-4 3-15,-4-3 0,-1 2 16,-4 2 0,-4 0-16,-7 2 0,3 2 15,-11-5 1,-3 0-16,-11 0 15,-5-1-15,-10-2 0,-8 4 16,0-3-16,-8 0 16,-12-1-16,-5 2 15,-43-4-15,36 4 16,-36-4-16,25 7 16,-12 6-16</inkml:trace>
  <inkml:trace contextRef="#ctx0" brushRef="#br0" timeOffset="203546.3609">7493 11739 0,'0'0'0,"0"0"0,0 0 0,0-1 0,0 1 0,0-2 16,0 2-16,2-4 0,3 0 16,14-2-16,10 1 31,7 0-31,6-1 15,12 3-15,6 0 0,7 3 0,7 0 16,5-1-16,4-1 16,4 3-16,-2-3 15,-5 0 1,1 1 0,-15 1-16,-3 1 0,-63-1 15,55 2-15,-8-1 16,-47-1-16,35-1 15,-35 1-15,28-2 16,-28 2-16,14-2 16,-9-2-16,-21-1 15,-13 1-15</inkml:trace>
  <inkml:trace contextRef="#ctx0" brushRef="#br0" timeOffset="216619.8391">10360 14220 0,'0'0'0,"0"0"0,0 0 0,0 0 0,0-1 0,0 1 0,1-1 16,-1 1-16,5-1 15,-5 1 1,5-2-16,-5 2 0,7-1 16,-7 1-16,13 0 0,-13 0 15,16 3 1,2 2-16,-18-5 0,23 4 15,6 0-15,3 1 16,2-1-16,6-3 16,3 4-16,-2-2 15,9-3-15,1 4 16,1 1-16,8-1 0,5 0 16,1 3-1,0-2 1,4-1-16,6 1 15,1-3-15,7-1 16,0 3-16,6-2 16,3 0-16,3 2 15,4-2-15,5 0 16,-2 3-16,-2-1 16,-2 0-16,-1 0 15,3-2-15,0-1 0,-2 2 16,1-5-1,0 2-15,-3 0 0,0-2 16,3-4-16,-2 1 16,2 1-16,0 2 15,0 0-15,4 2 16,-5-4-16,0 4 16,-4 1-16,1 0 15,-7 2-15,-3-2 16,-4-1-16,2 2 15,-8-2-15,1-2 16,-1 1-16,-3 2 16,-8-2-16,-6 0 15,-11 2-15,-7-1 16,-41 0-16,33-1 0,-33 1 0,25 1 16,-25-1-16,16-3 15,-16 3 1,9-1-16,-13 1 0</inkml:trace>
  <inkml:trace contextRef="#ctx0" brushRef="#br0" timeOffset="233482.8588">11518 15487 0,'0'0'0,"0"0"0,2 0 0,7 0 16,7 0-16,4 0 31,10 0-31,5-2 16,6-1-16,6 2 0,7 1 15,6-2-15,9-1 0,6 3 16,9-3-16,6 2 15,2-2-15,12 4 32,-1-2-32,7 1 0,6 3 15,9-1 1,6 1-16,4 2 0,0 1 16,1 4-16,2 0 15,0 0-15,-3 0 16,-1 2-16,-5-3 15,-1 1-15,-11 2 16,-9-1-16,-3-5 16,-12 5-16,-13-2 15,-15-5-15,-14-2 16,-51-2-16,37-1 16,-37 1-16,27-1 15,-27 1-15,15-2 16,-14 3-16</inkml:trace>
  <inkml:trace contextRef="#ctx0" brushRef="#br0" timeOffset="316458.2912">15833 14394 0,'0'0'0,"0"0"0,0 0 0,0-4 0,0 4 0,2-9 15,-2 9 1,2-11-16,-2 11 0,-1-8 0,-7 4 31,-6 8-31,-6 11 0,-6 10 0,-4 9 16,-6 12-16,-10 12 16,-10 13-16,-5 13 15,-6 14-15,0 8 16,-1 10-1,15 1-15,16 3 0,17 4 16,23 9 0,22 6-16,30 1 15,27 7-15</inkml:trace>
  <inkml:trace contextRef="#ctx0" brushRef="#br0" timeOffset="317502.5764">16188 14608 0,'0'0'0,"0"0"0,0 0 0,0 0 15,1 5-15,-2 5 16,1 6-16,1 9 16,3 8-16,-3 6 15,-2 8-15,2 8 16,3 10-16,-1 7 15,0 5-15,-6-2 0,1 2 16,-3-9-16,3 1 31,-1-9-31,3-7 0,1-6 16,1-7-16,-2-40 16,5 35-1,0-9-15,1-16 0,-1-18 16,3-14-16</inkml:trace>
  <inkml:trace contextRef="#ctx0" brushRef="#br0" timeOffset="318027.804">16258 14652 0,'0'0'0,"0"0"0,0 0 0,2 0 0,2 0 15,3 7-15,5 5 16,6 10-16,8 7 16,0 10-16,7 6 15,6 10-15,-2 2 0,10 9 16,-2-1-1,3 2-15,-4-4 16,4-5-16,-5-6 0,-5-4 16,-6-5-16,-2-7 15,-1-5-15,-8-5 16,-21-26-16,17 22 16,-17-22-16,15 16 15,-15-16-15,13 12 16,-13-12-16,8 6 15,-4-10-15,-6-19 16,0-9-16,-6-13 16,3-10-16,-1-9 15,0 1-15,3-9 16,2 1-16,-6 1 16,4 6-16,-1 3 15,4 8-15,-2 3 0,2 50 16,2-40-1,-1 5-15,-1 35 0,-1-29 16,1 29-16,-2-21 16,4 14-16</inkml:trace>
  <inkml:trace contextRef="#ctx0" brushRef="#br0" timeOffset="319221.3237">17395 15541 0,'0'0'0,"0"0"0,0 4 0,-3 12 0,-4 10 16,-7 13-1,-12 18-15,-2 7 0,-3 5 16,0-5-16,0-10 15,31-54-15,-25 45 16,25-45-16,-18 34 16,18-34-16,-14 25 15,14-25-15,-8 15 16,6-15-16,7-15 16,4-8-16,2-5 15,-1-14-15,5-1 16,0-4-16,0-2 0,2 2 15,-4 3-15,-1-2 16,2 2-16,-14 44 16,14-38-16,-14 38 15,10-28-15,-10 28 16,10-19-16,-1 8 16,0 11-16,-2 9 15,0 14-15,-1 9 16,3 5-16,3 8 15,0 2-15,1 0 16,-2-1-16,2-4 16,-2-2-16,-1-6 15,-1-5-15,0-4 16,-9-25-16,8 24 0,-8-24 16,7 17-16,0-6 15,-7-11-15</inkml:trace>
  <inkml:trace contextRef="#ctx0" brushRef="#br0" timeOffset="319412.7371">17237 15773 0,'0'0'0,"0"0"0,7 1 0,16 4 0,20-3 0,11 0 16,11-5-16,16-3 16,-3-5-16</inkml:trace>
  <inkml:trace contextRef="#ctx0" brushRef="#br0" timeOffset="319760.0633">17691 14734 0,'0'0'0,"8"5"0,12 6 0,9 11 0,18 20 0,4 13 15,6 13-15,-3 12 16,-3 11 0,-7 8-16,-11 3 0,-11 2 15,-10 2-15,-13-8 16,-15-3-16,-15 1 0,-23-2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5:08:40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5596 10435 0,'0'0'0,"0"0"0,0 0 0,0 0 0,0 0 0,0 1 16,5 0-16,-5-1 15,10 2-15,-10-2 16,14 3-16,12 0 16,5-2-16,1-1 15,7-2-15,-1-1 16,5-3-16,3 2 0,5-1 15,6 3-15,2-3 16,6 4-16,6 1 16,2-3-16,2 2 15,0-1 1,4 2-16,0-1 16,6-3-16,0 0 15,8-1-15,-5-2 16,4 3-16,-1-1 0,4 1 15,-8-1 1,0 1-16,-1-2 0,3 4 16,-8-2-16,-5 0 15,0 4-15,-3-3 16,-9 0-16,-5 2 16,-5-2-16,-9 2 15,-45 1-15,39-3 16,-39 3-16,31 0 15,-31 0-15,24 0 16,-24 0-16,14-1 16,-7 0-16,-14 3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5:15:49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8098 10428 0,'0'0'0,"0"0"0,0-2 0,0 2 0,-3-6 16,3 6-1,-3-10-15,3 10 16,0-10-16,0 10 0,0-8 0,8 9 16,2 10-16,3 4 15,4 10-15,-2 5 16,2 2-16,-3-1 15,5-5-15,-19-26 16,19 22-16,5-8 16,2-5-1,5-9-15,3-10 16,8-9-16,11-10 16,17-9-16,10-5 15,14-1-15,8-5 16,5 6-16,2 3 15,-2 7-15,-10 7 16,-15 9-16,-13 3 16,-14 4-16,-14 7 15,-41 3-15,37 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5:16:03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2943 3068 0,'0'0'0,"10"-1"0,13-1 0,10-1 15,16 1-15,9 1 16,5 4-16,8 0 16,1 5-16,4-1 15,4 1-15,4 0 16,2 5-16,8-3 16,1 0-16,3 3 15,4-3-15,6 0 16,4 1-16,4-1 15,5-2-15,5-1 16,4 1-16,4-7 16,7-1-16,5 3 15,5-3-15,0-2 16,4-1-16,5-2 16,1 1-16,0-1 15,2 2-15,2-2 16,1 3-16,-2-3 0,7 2 15,1-2 1,2-2-16,2 3 16,0-1-16,4-4 0,-2 0 15,0 3-15,-1-4 16,3 2-16,-1 1 16,-3-1-16,3 2 15,2-2-15,-1 0 16,3 0-16,1-1 15,-1-1-15,0 5 16,1 1-16,1-2 16,-4 0-16,4 2 15,-1-5-15,-2 1 16,1 2-16,-4-3 16,2 2-16,2-1 15,-4 0-15,2-2 16,-3 3-16,0-1 15,1 3-15,3 3 16,-4-6-16,-2 6 0,-2-2 16,3 4-16,-8-4 0,6 4 15,-6-3-15,5 1 16,-1 0 0,-1 2-16,3 1 0,0-2 15,-6 1-15,1 0 16,-3 0-16,2 0 15,-2 2-15,-1-1 16,-2 1-16,-2 1 16,-2 1-16,-3-4 15,1 4-15,3-1 16,2 0-16,-3-3 16,1 4-1,-4 0-15,0 1 16,-2-3-16,-6 1 0,3 0 0,-7 0 15,-1-2-15,-7 3 16,-5 1-16,-7-3 16,1 0-1,-7-1-15,-3 3 0,-9-2 16,-8-1-16,-6 2 16,-11-3-16,-3 0 15,-11 1-15,-4-1 16,-13 1-16,-51-1 15,41 0-15,-41 0 16,34 0-16,-14 0 16,-13 6-16</inkml:trace>
  <inkml:trace contextRef="#ctx0" brushRef="#br0" timeOffset="83518.8563">8466 10876 0,'0'0'0,"0"0"0,0 0 0,-1-2 16,1 2-16,-3-4 15,4 4-15,-1 9 16,3 6-16,1 6 0,7 9 15,-9 13-15,2 4 16,-2 5-16,3 7 16,0 4-16,-3-2 15,4 1 1,-5 0-16,-1-5 16,2-3-16,-1-8 15,3-5-15,-4-41 16,2 35-16,0-3 15,-2-32-15,2 29 16,-2-29-16,3 19 0,-1-11 16</inkml:trace>
  <inkml:trace contextRef="#ctx0" brushRef="#br0" timeOffset="83800.0681">8371 10859 0,'0'0'0,"0"0"0,1 1 0,8-4 0,5 1 0,13-7 15,7 5-15,10-2 16,4 1-16,6-1 31,4 2-31,-2-1 0,-5 3 16,-51 2-16,54-4 16,-54 4-16</inkml:trace>
  <inkml:trace contextRef="#ctx0" brushRef="#br0" timeOffset="84446.6964">8522 11311 0,'0'0'0,"7"2"0,-7-2 0,14-1 0,6 2 0,13-3 15,8 1-15,3 0 16,-1 3-16</inkml:trace>
  <inkml:trace contextRef="#ctx0" brushRef="#br0" timeOffset="84923.9371">9045 11368 0,'0'0'0,"0"0"0,0 0 0,1 0 16,-1-6-16,0 6 0,-7-11 16,0 1-16,-14 0 15,-1 2-15,-6 8 16,0 4-16,-2 5 15,3 3-15,4 3 16,3 7-16,8 1 16,4 4-16,14-4 15,4 0-15,6-2 16,7-4-16,6-3 16,1-3-16,0-7 15,4-3-15,-34-1 16,34-3-16,-4-7 15,-30 10-15,25-15 16,-4-5-16,-12-2 16,-8-3-16,-7 0 15,-12 3-15,-1 2 0,-5 4 16,-3 6 0,27 10-16,-32-5 0</inkml:trace>
  <inkml:trace contextRef="#ctx0" brushRef="#br0" timeOffset="85298.5679">9265 11282 0,'0'0'0,"0"0"0,4 4 0,4 7 0,8 1 16,4 5-16,0 1 16,2 0-16,-3 2 15,-19-20-15,15 21 16,-4-1-16,-11-20 16,2 21-1,-2-21-15,-1 17 0,1-17 16,-9 14-16,-1-7 15,10-7-15,-19 0 16,3-8-16,5-12 16,8-7-16,8-3 0,8-3 15,8 4 1,9 4-16,3 9 0,-33 16 16</inkml:trace>
  <inkml:trace contextRef="#ctx0" brushRef="#br0" timeOffset="85981.5695">9584 11330 0,'0'0'0,"0"0"0,2 2 0,5 8 16,-7-10-16,10 13 15,0 7-15,-10-20 32,11 26-32,-11-26 15,8 25-15,-8-25 0,6 22 16,-6-22-16,2 19 15,-2-19-15,0 11 16,0-11 0,-1 5-16,-1-6 0,2-10 0,0-4 0,2-5 31,-2 20-31,4-20 16,-4 20-16,9-21 15,8 4-15,-17 17 16,19-13-16,-2 9 15,-17 4-15,17 2 16,-1 10-16,-16-12 16,16 19-16,-4 4 15,-12-23-15,8 22 0,-8-22 16,3 18-16,-3-18 16,2 12-1,-2-12-15,0 6 16,1-10-16,5-7 0,3-5 15,2-3-15,1 1 16,-12 18-16,16-21 16,3 4-16,3 6 15,-22 11-15,20-4 16,1 7-16,-21-3 16,20 11-16,-6 6 15,-14-17-15,9 21 16,-4 1-16,-5-22 0,0 25 15,0-25 1,-5 19-16</inkml:trace>
  <inkml:trace contextRef="#ctx0" brushRef="#br0" timeOffset="87230.1164">10155 11350 0,'0'0'0,"0"0"0,-2 7 0,-4 5 16,4 9-16,0 2 0,2-23 16,7 24-1,-1-4-15,-6-20 16,11 17-16,7-6 15,-18-11-15,23 5 0,1-10 16,-24 5 0,26-11-16,-2-2 0,-24 13 15,21-18-15,-21 18 16,16-15-16,-16 15 16,10-11-16,-10 11 15,5-7-15,-5 7 0,2 2 16,1 9-1,6 2-15,7 1 0,8-3 16,-24-11-16,26 7 16,5-6-16,4-10 15,-8-5-15,0-4 16,1-9-16,-9-1 16,-1-7-16,-2-2 15,-6-6-15,-4-3 16,0 1-16,-5-2 15,-2-1 1,-5 0-16,0 1 0,-1 2 16,0 2-16,2 3 15,1-1-15,4 41 0,-8-32 16,8 32-16,-4-28 16,4 28-16,-2-21 15,2 8-15,0 13 16,0 10-16,-2 12 15,0 8-15,3 9 16,-3 4-16,-2 11 16,1 1-16,-5 8 15,3-2-15,-2 1 16,3-8 0,4-3-16,4-8 15,0-5-15,4-6 16,3-5-16,-2-4 15,8-5-15,3-7 0,3-3 16,0-6-16,7-4 16,-3-4-16,5-3 15,-3-8-15,0-3 16,-1-3-16,0 2 0,-2-2 16,-26 23-16,25-19 15,-5 0-15,-20 19 16,17-22-16,-8 3 31,-11-4-31,2 23 0,-6-20 0,-7 4 31,-9 7-31,22 9 0,-24-4 16,-3 11 0,-2 9-16,0 9 0,9 6 15,1-4-15,19-27 16,-13 25-16,11 0 15,2-25-15,12 23 16,5-5-16,-17-18 16,25 16-16,4-7 15,-2-8-15,-3-4 16,-5-6-16,-19 9 16,18-14-16,-6-2 0,-12 16 15,13-18 1,-13 18-16,10-19 15,-10 19-15,3-18 0,-3 18 16,-3-13-16,-3 7 16,-2 10-16,-4 7 15,3 5 1,7 5-16,2-21 0,0 24 16,6-2-16,-6-22 15,17 24-15,5-6 16,5 1-16,-27-19 15,30 14-15,3-4 16,-33-10-16</inkml:trace>
  <inkml:trace contextRef="#ctx0" brushRef="#br0" timeOffset="87528.7758">11472 11101 0,'0'0'16,"0"0"-16,0 0 0,5 1 0,-2 4 0,-3 6 16</inkml:trace>
  <inkml:trace contextRef="#ctx0" brushRef="#br0" timeOffset="87719.9034">11476 11344 0,'0'0'0,"0"0"0,0 0 0,1 3 16,-1-3-16,3 6 0,-3-6 15,3 7-15</inkml:trace>
  <inkml:trace contextRef="#ctx0" brushRef="#br0" timeOffset="87975.3467">11675 11262 0,'0'0'0,"0"0"0,12 3 0,18 1 0,14-1 0,10 2 16,4 0-1</inkml:trace>
  <inkml:trace contextRef="#ctx0" brushRef="#br0" timeOffset="89317.2971">8764 12333 0,'0'0'0,"0"0"0,1 1 0,4 6 0,2 5 0,1 3 16,3 7-16,-1 5 16,2 1-16,1 0 15,-13-28-15,13 33 16,-1-2-16,2 3 15,-14-34-15,7 30 16,-7-30-16,7 28 16,-7-28-16,3 24 15,-3-24-15,0 18 0,0-18 16,-1 11-16,1-11 16,0 6-16,-1-8 15,-3-8-15,-1-5 16,5 15-1,-3-20-15,1-3 0,1-6 16,4 0-16,-3 29 16,6-26-16,1-1 15,9-2-15,1 7 16,3 5 0,-20 17-16,22-12 0,-2 6 15,-20 6-15,20 0 16,2 8-16,1 9 0,-5 3 15,-5 4-15,-4 0 16,-3 1-16,-6-25 16,6 26-16,-6 0 15,0 2-15,0-28 16,2 25-16,-2-25 16,1 22-16,5-8 15,5-8-15</inkml:trace>
  <inkml:trace contextRef="#ctx0" brushRef="#br0" timeOffset="89808.5364">9492 12484 0,'0'0'0,"0"0"0,0 0 0,0-1 0,-3-5 0,3 6 15,-5-11-15,-8 0 16,-4 2-16,-4 5 16,-4 7-16,2 5 15,-3 7-15,3 6 31,1-5-31,2 6 0,5 2 16,7 0 0,8-24-16,-6 24 15,11 1-15,-5-25 0,12 22 16,7 0-16,-19-22 16,23 14-16,2-4 15,-25-10-15,29 2 16,-6-4-16,-23 2 15,21-11-15,-6-5 16,-3-5-16,-12 21 16,7-20-16,-7-6 15,-5-1-15,-4 1 16,-3 1-16,-4 6 0,16 19 16,-15-17-16,-2 8 15,17 9-15</inkml:trace>
  <inkml:trace contextRef="#ctx0" brushRef="#br0" timeOffset="90012.0083">9575 12696 0,'0'0'0,"0"0"0,0 0 0,0 0 0,0 0 16,0 0-16,2-3 15</inkml:trace>
  <inkml:trace contextRef="#ctx0" brushRef="#br0" timeOffset="90640.3841">10253 12521 0,'0'0'0,"0"0"0,0-5 0,0 5 0,-1-10 15,1 10 1,-4-13-16,-9 0 0,-6 0 16,-3 1-1,-6 9-15,0 2 0,2 3 16,2 5-16,4 6 16,0 4-16,9 7 15,2-3-15,9-21 16,-4 27-16,8 1 15,12 2-15,0-6 16,-16-24-16,28 18 16,-1-5-16,8-7 0,-4-7 15,-1-4 1,-3-3-16,-1-2 0,-4-2 16,-3-3-1,-5-4-15,-9 1 0,-5-4 16,-5-1-1,-9-3-15,-7 2 0,-7-1 16,-6 9-16,-1 5 16,35 11-16,-32-7 15</inkml:trace>
  <inkml:trace contextRef="#ctx0" brushRef="#br0" timeOffset="90929.4466">10444 12218 0,'0'0'0,"0"0"0,3 3 0,0 12 15,3 5-15,2 11 31,3 7-31,-4 5 0,2 3 0,0 1 16,-4 0-16,0-4 16,-2 0-1,-3-4-15,0-39 16,-3 30-16,3-30 16,-1 24-16,-3-11 15,-1-16 1</inkml:trace>
  <inkml:trace contextRef="#ctx0" brushRef="#br0" timeOffset="91149.4117">10399 12026 0,'0'0'0,"0"0"0,8-3 0,15-6 16,9 4-16,5 3 16,5 3-16,0 7 15,-3 7-15,0 3 16,-8 4-16</inkml:trace>
  <inkml:trace contextRef="#ctx0" brushRef="#br0" timeOffset="91338.6645">10447 12442 0,'0'0'0,"0"0"0,9 0 0,17-1 16,12 0-16,6-1 15,10 0-15,4-4 0,1 2 16</inkml:trace>
  <inkml:trace contextRef="#ctx0" brushRef="#br0" timeOffset="92175.1301">11002 12411 0,'0'0'0,"0"0"0,2 2 0,7 5 15,4 9-15,5 1 16,-2 1 0,0 5-16,-16-23 15,11 28-15,-1 0 16,-3-3-16,-7-25 15,5 24-15,-5-24 16,5 16-16,-5-16 0,1 15 16,-1-15-16,2 9 15,-4-9-15,2 0 16,0-6-16,-3-8 16,3-4-16,-1-7 15,1 25-15,2-26 16,4-2-16,-6 28 0,13-25 15,4 6-15,-17 19 16,22-12-16,2 7 16,1 11-16,-5 8 15,0 2-15,-20-16 16,17 22-16,-3 2 16,-14-24-16,12 26 15,-12-26-15,6 21 16,-6-21-16,4 19 15,-4-19-15,0 15 16,0-15-16,-1 6 16,-3-7-16,1-10 0,3-2 15,4-3-15,4-2 16,5-2 0,-13 20-16,20-21 0,-20 21 15,21-18-15,1 5 16,3 9-16,-7 10 15,-1 7-15,-4 3 16,-4 5-16,-3 2 16,-6-23-16,10 23 15,-3 1-15,-7-24 16,10 21-16,-10-21 16,7 15-16,1-10 15</inkml:trace>
  <inkml:trace contextRef="#ctx0" brushRef="#br0" timeOffset="92616.2111">11858 12539 0,'0'0'0,"0"0"0,0 0 0,0-3 0,-2-4 16,2 7-16,-6-14 16,-6-1-16,-7-2 15,-5 6-15,1 5 16,23 6-16,-28 1 0,2 11 16,3 8-16,23-20 15,-21 25-15,9 2 16,11 4-16,4-4 15,11-6-15,4-5 16,4-4-16,4-6 16,0-4-16,-26-2 15,28-2-15,1-2 16,-29 4-16,28-6 16,-8-6-16,-6-6 15,-7-3-15,-13-2 16,-3-3-1,-9 2-15,-10 0 0,-5 3 0,33 21 16,-33-19-16</inkml:trace>
  <inkml:trace contextRef="#ctx0" brushRef="#br0" timeOffset="92977.7807">12028 11978 0,'0'0'0,"0"0"0,1 5 0,-2 13 15,8 10-15,-5 14 16,6 3-16,-4 8 0,2 1 16,-3-1-1,-1-1-15,-2 1 0,4-4 16,-4-7 0,3-2-16,-1-7 0,0-5 15,3-3-15,-5-25 16,5 24-16,-5-24 15,3 20-15,5-4 16</inkml:trace>
  <inkml:trace contextRef="#ctx0" brushRef="#br0" timeOffset="93689.7089">12299 12529 0,'0'0'0,"0"0"0,0 0 0,4 4 15,4 1-15,-8-5 16,15 4 0,-15-4-16,15 2 15,3-4-15,-18 2 0,22-9 16,-9-2-16,-13 11 15,10-18-15,-4-2 16,-6 20-16,-4-18 16,-6 5-16,-3 5 15,-8 7-15,-4 10 16,1 7-16,3 6 16,1 3-16,8 5 15,5-1-15,7-3 0,8-3 16,4-3-16,3-6 15,12-3-15,-4-2 16,9-8-16,-2-1 16,3-6-1,-1-2-15,-3-4 0,-1 0 16,-5-4-16,-7-4 16,-4-2-16,-5 0 15,-5-1-15,-4-1 0,-3 1 16,5 23-16,-9-20 15,9 20-15,-11-16 16,11 16 0,-9-11-16,9 11 0,-7-8 15,7 8-15,-4-1 16,4 9-16,7 8 16,-7-16-16,13 19 15,0 4-15,7 7 16,-4 0-16,-2-3 15,2-1-15,-16-26 16,18 23-16,-18-23 16,16 20-16,-16-20 15,12 18-15,-9 0 0,-9-3 16,-10-5-16,-7-5 16,-7-4-16,-3-3 15,33 2-15,-29-10 16</inkml:trace>
  <inkml:trace contextRef="#ctx0" brushRef="#br0" timeOffset="94084.1954">13032 12457 0,'0'0'0,"0"0"0,0 0 0,2 0 0,-2 0 0,11 5 15,7-2-15,16 0 16,13 1-16,4-1 16,0 0-1,0 0-15,0-1 0,-8 1 0,-43-3 16</inkml:trace>
  <inkml:trace contextRef="#ctx0" brushRef="#br0" timeOffset="94284.9201">13167 12644 0,'0'0'0,"10"3"0,15-2 0,23-1 15,14 0 1,16 0-16,7 0 16</inkml:trace>
  <inkml:trace contextRef="#ctx0" brushRef="#br0" timeOffset="96494.8264">15238 12074 0,'0'0'0,"0"0"0,0 0 0,0-1 0,6-5 0,-6 6 0,3-12 31,2-3-31,-6-3 16,0-4-16,-8 2 0,-5 3 15,-9 0-15,0 4 0,-6 0 16,-2 4-16,-6 2 15,-1 6-15,-7 3 16,5 4-16,2 4 16,2 4-16,7 2 15,6 10-15,6 5 16,5 5-16,10 1 0,9-2 16,6-6-16,7-2 15,4-7-15,6-4 31,4-4-31,3-3 16,1-8-16,-4-1 16,3-2-16,-1-5 15,-3 0-15,-33 7 16,28-12-16,-3-4 16,-25 16-16,22-18 15,-6-1-15,-16 19 16,9-24-16,-9 24 15,8-20-15,-8 20 0,2-18 16,-2 18-16,-2-13 16,2 13-16,-2-7 15,-4 7-15,4 12 16,-1 11-16,-5 11 16,7 10-16,2 6 15,-2 6-15,6 4 16,1-1-16,-5 4 15,1-7-15,5-2 16,-4-7-16,3-3 16,-6-44-16,-2 36 0,-4-5 15,6-31-15,-13 26 16,-4-8-16,-6-6 16,-3-8-16,0-8 15,-3-8-15,-1-4 16,0-7-16,1-3 15,9-3-15,6-3 16,4-4-16,10-3 16,8 1-16,4 3 15,8 4-15,3 3 16,9 3-16,3 2 16,5 3-16,-5 4 15,-4 1-15,-4 7 16,-27 8-16,26-10 15,-26 10-15,19-6 0,-19 6 16,17-6-16,-10-1 16,-6-5-1</inkml:trace>
  <inkml:trace contextRef="#ctx0" brushRef="#br0" timeOffset="96755.8494">15498 12086 0,'0'0'0,"0"0"0,2 6 0,-1 12 15,-1 7-15,6 8 16,-3 0-1,-1 3-15,-2-5 0,0-2 16,0-29 0,-2 25-16,2-25 0,-1 21 0</inkml:trace>
  <inkml:trace contextRef="#ctx0" brushRef="#br0" timeOffset="96946.6405">15520 11921 0,'0'0'0,"0"0"0,0 0 0,0 0 16,0 0-16,2 1 0,3 4 15</inkml:trace>
  <inkml:trace contextRef="#ctx0" brushRef="#br0" timeOffset="97281.0848">15668 12050 0,'0'0'0,"0"0"0,5 8 0,7 13 16,2 4-16,4 3 16,0 5-16,0-2 15,-3-1-15,-15-30 16,15 24-16,-15-24 16,16 22-16,-16-22 15,15 18-15,-15-18 16,10 11-16,-10-11 15,10 4-15,-5-8 0,0-9 16,-3-7-16,3-8 16,1 0-16,-1-4 15,8-4-15,-6-4 16,-7 40-16,18-37 16</inkml:trace>
  <inkml:trace contextRef="#ctx0" brushRef="#br0" timeOffset="97696.3035">16068 12208 0,'0'0'0,"0"0"0,3 2 0,-3-2 16,15 0-16,3 0 15,5-3-15,-23 3 16,24-2-16,3-5 16,-27 7-16,21-9 15,-21 9-15,18-16 16,-4-4-16,-14 20 0,6-24 16,-6 1-16,-12 4 15,12 19-15,-15-16 16,-10 6-16,-1 9 15,-5 7-15,-1 6 16,5 6-16,5 7 16,4 6-16,18-31 15,-7 31-15,11 1 16,7 6-16,6-9 16,6-6-16,7-6 15,6-7-15,2-10 16,3 0-1</inkml:trace>
  <inkml:trace contextRef="#ctx0" brushRef="#br0" timeOffset="98180.5987">16366 12116 0,'0'0'0,"0"7"0,3 7 0,0 10 0,2-1 15,4 3-15,-9-26 16,9 25 0,-9-25-16,10 20 15,-10-20-15,10 18 16,-10-18-16,8 14 15,-8-14-15,4 9 16,-4-9-16,2 2 16,1-11-16,-6-6 0,3-5 15,0 20-15,3-23 0,3 2 16,-6 21-16,10-24 16,3 3-16,-13 21 15,17-17-15,2 6 16,-19 11-16,21-1 15,1 7-15,-1 10 16,-5 7-16,-3 1 16,-6 1-16,-7-25 15,5 26-15,-4 0 16,-1-26-16,0 28 16,5-6-16</inkml:trace>
  <inkml:trace contextRef="#ctx0" brushRef="#br0" timeOffset="98875.8104">17106 12086 0,'0'0'0,"4"6"0,2 9 0,7 6 0,-6 5 0,3 3 16,-3-1-16,2-4 0,-9-24 15,9 24-15,-9-24 16,7 20-16,-7-20 0,3 17 16,-3-17-16,1 12 15,-1-12-15,0 8 16,-1-8-16,1-6 16,0 6-1,-2-14-15,1-6 0,-4-5 16,5 25-16,0-23 15,3-3-15,5 0 16,8 4-16,-16 22 16,20-17-16,1 3 15,5 8-15,0 8 16,-6 6-16,-20-8 16,23 16-16,-6 6 15,-17-22-15,18 28 16,-10 0-16,-8-28 0,3 27 15,-3-27-15,-3 23 16,3-23-16,0 20 16,-3-7-16</inkml:trace>
  <inkml:trace contextRef="#ctx0" brushRef="#br0" timeOffset="99331.3857">17695 12141 0,'0'0'0,"0"0"0,-4-5 0,4 5 15,-7-8-15,-3-1 16,10 9-16,-17-6 0,-3 9 15,-12 11-15,5 6 16,0 3-16,7 7 16,20-30-16,-17 29 15,11-1-15,6 0 16,0-28-16,8 22 16,9-2-16,-17-20 15,26 14-15,2-5 16,3-8-1,-31-1-15,27 1 0,-1-6 16,-26 5-16,18-12 16,-3-2-16,-15 14 15,4-20-15,-2-5 16,-4-1 0,2 26-16,-8-31 0,-3 1 15,11 30-15,-18-27 0,18 27 16,-23-25-16,4 12 15</inkml:trace>
  <inkml:trace contextRef="#ctx0" brushRef="#br0" timeOffset="99521.1305">17863 12320 0,'0'0'0,"0"0"0,0 0 0,0 0 16,0 0-16,0 0 15,2-2-15</inkml:trace>
  <inkml:trace contextRef="#ctx0" brushRef="#br0" timeOffset="100001.2274">18475 12204 0,'0'0'0,"0"0"0,0-7 0,0 7 0,-1-12 0,-3-5 16,-9 0-16,-5 4 15,-4 4-15,-2 5 16,-7 4-16,-1 7 16,3 4-16,5 4 15,0 5-15,6 3 16,6 2-16,9 0 15,5 0-15,14-1 16,5-2-16,6-3 16,4-4-16,3-5 15,-34-10-15,36 6 16,-2-7-16,-34 1 16,37-7-16,-8-4 0,-9-9 15,-11 1 1,-7-6-16,-9 0 0,-6-3 15,-4 0-15,-9 2 16,-5 3-16,-1 5 16,32 18-16</inkml:trace>
  <inkml:trace contextRef="#ctx0" brushRef="#br0" timeOffset="100246.5099">18699 11940 0,'0'0'0,"0"0"0,0 3 0,0 8 16,2 10-16,-2 7 15,4 8-15,4 5 16,-4-2-16,0 2 15,1 1-15,-4-1 0,-7-1 16,-2-4-16,4-4 16</inkml:trace>
  <inkml:trace contextRef="#ctx0" brushRef="#br0" timeOffset="100505.9965">18624 11643 0,'0'0'0,"10"-4"0,3-7 0,12-2 16,9 4-16,7 6 15,-1 6-15,8 13 16,-4 2 0,-3 7-16,-8 0 15</inkml:trace>
  <inkml:trace contextRef="#ctx0" brushRef="#br0" timeOffset="100702.7459">18627 12088 0,'0'0'15,"15"-1"-15,15 1 0,14-1 0,20 1 16,11 4-16,4 1 15</inkml:trace>
  <inkml:trace contextRef="#ctx0" brushRef="#br0" timeOffset="101529.6369">19354 12105 0,'0'0'0,"0"0"0,3 3 0,7 6 15,6 5-15,1 8 16,5 5-16,3 3 0,-25-30 16,18 29-16,0 0 15,-18-29-15,12 28 16,-12-28-16,8 25 15,-8-25-15,2 17 16,-2-17 0,-1 12-16,0-9 0,-5-10 15,6 7-15,-3-16 16,1-6 0,1-7-1,3 1-15,-2 28 0,7-28 0,6 3 0,-13 25 16,23-18-1,1 8-15,-24 10 0,29 0 16,-1 10-16,-28-10 31,24 16-31,0 5 16,-24-21-16,22 23 16,-9-3-16,-13-20 15,3 18-15,-3-18 16,0 12-16,0-12 15,-4 9-15,4-9 0,-4 4 16,0-6-16,7-8 16,-3 10-16,1-15 15,7-6-15,3-2 16,6 1-16,-17 22 16,18-17-16,5 7 15,1 10-15,-1 7 16,-3 4-16,-5 6 15,-3 2-15,-3 1 16,-9-20-16,7 20 0,-3 2 16,-4-22-16,5 24 15,-5-24-15,2 18 16,2-1-16,-4-17 16</inkml:trace>
  <inkml:trace contextRef="#ctx0" brushRef="#br0" timeOffset="101953.6329">20261 12194 0,'0'0'0,"0"0"0,-4-3 0,-10-1 0,14 4 16,-17-9-16,-5 4 16,-7 10-16,1 6 15,1 5-15,2 8 16,3 1-16,22-25 16,-9 25-16,10 1 15,12-1 1,10-4-16,6-7 0,3-4 15,2-5-15,0-5 0,-34 0 16,34-4-16,-3-4 16,-7-4-16,-8-6 15,-7-4 1,-10-3-16,-9-3 16,-2-2-16,-10 2 15,-11 0-15,-3-1 0,36 29 16,-35-26-16</inkml:trace>
  <inkml:trace contextRef="#ctx0" brushRef="#br0" timeOffset="102316.9541">20473 11504 0,'0'0'0,"0"0"0,2 1 0,-1 12 0,-2 11 16,-1 12-16,1 10 16,-4 6-16,-4750 10 15,9508 0 1,-4757 3-16,1 1 0,-3-2 15,1-2-15,-2-3 16,4-6-16,1-1 16,2-7-1,0-4-15,0-7 0,0-34 16,-2 32-16,2-32 16,0 31-16,0-31 0,2 25 31</inkml:trace>
  <inkml:trace contextRef="#ctx0" brushRef="#br0" timeOffset="102740.6062">20641 12239 0,'0'0'0,"0"0"0,2 1 0,-2-1 16,7 1-16,11-1 0,7-1 16,-25 1-1,26-4 1,0-3-16,-26 7 16,23-10-16,-3-4 15,-6-2-15,-14 16 16,6-21-16,-9 1 0,3 20 0,-8-18 15,-7 5-15,-11 7 16,1 11 0,-7 8-16,1 5 0,-5 8 15,7 5-15,7-2 16,8 0-16,11 2 16,9-4-16,11-3 15,6 0-15,11-1 16,8-3-16,4-5 15,10-6-15,3-7 16,-2-4-16</inkml:trace>
  <inkml:trace contextRef="#ctx0" brushRef="#br0" timeOffset="103181.5541">21303 12246 0,'0'0'0,"0"0"0,0 0 0,-1-5 0,1 5 0,-3-11 16,-7-3-16,-5 2 15,-8 5-15,-2 5 16,-6 7-16,-2 10 15,1 7-15,-1 7 16,3 1-16,11 3 16,8 1-16,9-1 15,11-5-15,9 1 16,8-3-16,8-6 0,9-4 16,3-6-1,1-3-15,-47-7 0</inkml:trace>
  <inkml:trace contextRef="#ctx0" brushRef="#br0" timeOffset="103638.6753">21446 12279 0,'0'0'0,"0"0"0,0 0 0,0 0 16,2 7-16,-2 7 16,2 6-16,-2 3 15,-1 0-15,4 0 16,2-1-16,-5-22 0,9 19 16,5-3-16,-14-16 15,18 9-15,7-3 16,3-7-16,2-5 15,-5-6-15,-2-2 16,-3-3-16,-6-1 16,-5-2-16,-9 20 15,11-20-15,-11 20 16,3-17-16,-3 17 0,1-15 16,-1 15-16,-1-9 15,-2 10 1,-3 12-16,4 7 15,2 2-15,4 4 0,6 1 16,4-4-16,11 0 16,3-7-16,3-4 15</inkml:trace>
  <inkml:trace contextRef="#ctx0" brushRef="#br0" timeOffset="104048.9577">22004 11601 0,'0'0'0,"0"0"0,3 7 0,-1 9 15,1 8-15,-1 10 16,-2 9-16,-2 9 16,-1 11-16,-3 1 15,0 6-15,0-4 16,3-4-16,-1-10 15,2-1-15,1-10 16,1-1-16,3-8 0,1-6 16,0-1-16,-4-25 31,6 22-31,-6-22 0,6 20 0,-6-20 16,14 15-16</inkml:trace>
  <inkml:trace contextRef="#ctx0" brushRef="#br0" timeOffset="104781.7957">22218 12333 0,'0'0'0,"0"0"0,0 0 0,3 0 15,5 3-15,-8-3 0,15 1 16,5-5-16,8-1 16,-4-4-1,-24 9-15,30-15 0,-6-3 16,-24 18-16,20-24 16,-8-2-16,-2 2 15,-10 24 1,1-26-16,-5 5 0,-9 7 15,-4 4 1,-5 8-16,-3 11 0,-4 7 16,-1 3-16,2 8 0,1 2 15,8 2 1,7-1-16,11-4 16,10-2-1,3 0-15,7-5 16,6-5-16,3-2 15,2-5-15,5-7 16,1-4-16,3-2 16,-3-5-16,-1-3 15,-3-4-15,3-5 16,-10-2-16,-3 0 16,-3-4-16,-6 1 15,0-1-15,-13 29 16,8-30-16,-8 30 0,5-26 15,-5 26-15,0-26 16,0 26-16,-4-18 16,4 18-16,-7-11 15,-2 9-15,2 11 16,5 6-16,4 4 16,8 8-16,5-2 15,5 5-15,5 1 16,2 1-16,-2 2 15,5-2-15,-8 0 0,-22-32 16,21 31-16,-4-3 16,-17-28-16,13 25 15,-11-6-15,-15-6 16,-15-6-16,-13-5 16</inkml:trace>
  <inkml:trace contextRef="#ctx0" brushRef="#br0" timeOffset="106161.6791">14614 12812 0,'0'0'0,"0"0"0,0 0 0,0 0 0,6 1 0,-6-1 0,14 3 16,9 1-16,6 0 15,5-2 1,7 0-16,0-2 0,3 0 16,2 0-16,8-2 15,1-1-15,5-1 16,2 0-16,6 0 15,2-1-15,7 2 16,0-3-16,0 1 16,4 1-16,2 2 15,0-1-15,4-2 16,3 3-16,3 1 16,3-3-16,2 0 0,2-1 15,-1 1-15,1-2 16,0 5-16,5-1 15,0-2-15,2 2 16,3-4-16,-1 2 16,5-1-16,-5 2 15,6 0-15,-1 2 16,6-4-16,1 2 16,1-1-16,0 0 15,4 1 1,-1-1-16,-3 0 15,0 1-15,2 1 16,-3-3-16,3-2 0,2 3 0,4-2 16,0 2-16,-3 1 15,-1 2-15,5 1 16,-3 2-16,7-2 16,-6 1-16,4 0 31,-3 2-31,-1 1 0,0 2 0,-2 4 15,-4-3-15,3-4 16,3 4-16,0 0 16,1-1-16,0 2 15,-4 1 1,-3 3-16,-4-2 16,0-2-16,-3 2 0,-5-2 15,0 1-15,-8 1 0,2-1 16,-5 3-16,-6-3 15,-3 0 1,-10-1-16,-7-5 16,-5 2-16,-10-2 0,-7-1 15,-7 0-15,-5 1 16,-6-4-16,-34 1 16</inkml:trace>
  <inkml:trace contextRef="#ctx0" brushRef="#br0" timeOffset="107460.027">17835 13041 0,'0'0'0,"0"0"0,0 0 0,2 2 16,1 3-16,0 9 15,-1 3-15,-1 6 16,2 9-16,-4 6 0,1 8 15,0 7-15,-2 5 16,-1 2-16,5-4 16,-4 2-16,-1-5 15,3-53-15,-1 51 16,0-9-16,0-4 16,1-38-1,1 32-15,-1-32 0,0 21 16,2-11-16,1-13 15,0-13-15</inkml:trace>
  <inkml:trace contextRef="#ctx0" brushRef="#br0" timeOffset="108024.3752">17808 13009 0,'0'0'0,"0"0"0,7 2 0,6 6 16,5 4-16,10 7 15,1 8-15,5 7 16,5 5-16,5 6 0,1 6 15,4 2 1,-4-1-16,-1-2 0,-5-4 16,-4-3-16,-9-4 15,-26-39 1,32 34-16,-4-6 0,-28-28 16,25 28-1,-25-28-15,20 17 0,-20-17 0,17 11 16,-17-11-16,12 5 15,-5-11-15,-4-15 16,-6-3 0,0-6-1,0-5-15,-4-4 0,1-4 0,2 0 16,4-7-16,0 1 16,3-4-1,1 2-15,0 4 0,-4 6 16,0 41-16,0-38 31,0 38-31,-1-29 16,1 29-16,-2-21 0,-3 11 0,1 12 15,4-2-15</inkml:trace>
  <inkml:trace contextRef="#ctx0" brushRef="#br0" timeOffset="108404.9606">18765 13579 0,'0'0'0,"0"0"0,0 0 0,2 1 0,-4 6 0,-3 7 15,-2 9 1,-6 7-16,-3 9 16,-7 1-16,1 0 15,-2 3-15,-2-3 0,0-4 16,5-5-16,4-6 15,17-25-15,-20 18 16,20-18-16,-15 15 16,2-7-16,9-14 15,5-8-15,8-6 16,4-8-16</inkml:trace>
  <inkml:trace contextRef="#ctx0" brushRef="#br0" timeOffset="108700.4797">18810 13509 0,'0'0'0,"0"0"0,0 0 0,0 7 0,5 7 0,1 7 15,3 10-15,6 8 16,-1 4-1,5 2-15,-6 1 0,3-4 16,-2-4-16,-1-1 16,-4-1-16,-9-36 15,11 32-15,-1-2 16,-10-30-16,10 31 16,-10-31-16,5 26 15,-5-26-15,3 16 16,-7-9-16</inkml:trace>
  <inkml:trace contextRef="#ctx0" brushRef="#br0" timeOffset="108929.1446">18619 13847 0,'0'0'0,"0"0"0,0 0 0,0 0 0,13 3 16,19 1-16,13-2 15,18 0 1,14 4-16,8-2 16,10-3-16,5 1 15</inkml:trace>
  <inkml:trace contextRef="#ctx0" brushRef="#br0" timeOffset="113805.4627">7785 10400 0,'0'0'0,"0"0"0,0 0 0,1-4 0,-1 4 0,2-3 16,0 7-16,4 6 16,1 5-16,-7 8 15,3 3-15,-1 7 16,-1 3-16,-2 8 16,4 4-16,-4 7 15,1 1 1,0 7-16,0 3 15,4 4-15,-1 2 16,0 5-16,-2 6 0,8 7 0,-6 5 16,5 0-16,0 1 15,4 1-15,0-3 16,2 2-16,-4 1 16,0-3-1,-4 1-15,0 0 0,2-5 16,-6 2-16,1-6 0,1-2 15,0-1-15,-3-3 32,-3-6-32,0-1 15,-5-5-15,0-8 16,2-3-16,-1-4 16,-3-5-16,0-5 15,-1 1-15,-1-9 16,0-1-16,3-6 15,0 1-15,8-29 16,-6 26-16,6-26 16,-6 23-16,3-2 0,3-21 15,-1 24 1,1-24-16,1 18 16,2 0-16,-3-18 15,12 18-15,3-2 0,8 0 16,1 0-16,9-4 15,-2-1-15,8-2 16,-1 0-16,3 1 16,7-3-16,7 0 15,-2 1-15,8-2 16,9 0-16,0-2 16,7 1-16,3 1 15,6-2-15,-1 3 16,1-1-16,2 0 15,2-3-15,6 5 16,1-1-16,4 0 0,-1 1 16,0 1-16,6-5 15,0 2-15,-5 0 16,3 3-16,3 0 16,2 0-16,-3-3 15,0 3-15,0-2 16,-2 0-16,4 0 15,-1 0-15,1-3 16,4 3-16,2 0 16,3 0-16,4-1 15,-4-1-15,3-1 16,-8 0-16,2 4 0,4-1 16,-2 3-16,-2-1 15,-1-2-15,3 1 16,1-1-16,2 0 15,1 0-15,0 0 16,4-3-16,1 2 16,1 1-16,2-1 15,1 1-15,-1 0 16,1-1-16,-3-3 16,4 5-16,1-4 15,7 0-15,-3-1 16,5 1-16,-1-2 0,3 0 15,-2-1-15,-2 5 16,4-2 0,3 3-16,-2-1 0,2 1 15,3 1 1,-6 0-16,-1 0 0,3 0 16,-3 0-16,1-2 15,-2 2-15,-2 3 16,2-1-1,0 3-15,-1-4 0,3 3 16,2-2-16,-4 3 16,3 0-1,-1 2-15,5-1 0,3-1 0,-3 3 16,-3-5-16,-2 0 16,-1 0-1,-2-4-15,1 3 0,1-4 16,-1 5-16,-3-3 15,-1 0-15,-1-1 16,-5 1-16,-4-2 16,-1-2-1,-3 0-15,-1 0 0,0-2 16,1 1-16,-4 2 16,1 1-1,4 1-15,1-1 0,3 2 16,-2 1-16,1 0 15,-2 2-15,-8 3 16,1-3-16,-1 4 16,-2-5-16,1 2 15,3 2 1,-4 1-16,-5-3 0,-2-2 0,-6 2 16,0-3 15,-4-2-31,-7 2 15,-5-3-15,-7-3 16,-5 0-16,-7-2 0,-3-3 0,-7-4 31,-6 1-31,-3-2 0,-5-4 16,-8 0-16,0-1 16,-34 12-16,32-14 15,-7-3-15,0-4 0,-6 0 0,-2-3 31,-3-1-31,-2 1 0,-2 0 0,-4 0 0,0-5 16,-4-2-16,-1-2 16,-1-3-1,2-2 1,-1-6-16,-1-5 16,0-2-16,5-5 0,-6-3 15,4-2-15,-4-3 31,3-7-31,0 0 16,-2-1-16,2-5 16,2-2-16,-5-1 0,1-1 0,1-3 15,0 0-15,-3-3 16,1 2-16,-3 0 16,-1-5-1,-1 3-15,0 1 0,4 2 16,-2 2-16,3 1 15,1 1-15,0 4 16,0 1-16,2 3 16,-1 5-16,3 1 15,-1 5-15,0 0 16,3 3-16,-4 3 0,3 2 16,0 3-16,-1 1 15,-2 3 1,-2 3-16,-3 1 0,4 6 15,-4 1-15,1 5 16,-2 2-16,-1 2 16,-4 4-16,9 22 15,-13-23 1,-3-1-16,-5 3 0,-7 2 16,-5 0-16,-5 4 15,-1 2-15,-4-1 0,-5 3 16,2 0-1,-6 0-15,-1 0 16,-3 1-16,0-3 0,-4 3 16,-4-3-16,2 3 15,1 1-15,-10 0 16,4-2-16,-8 5 16,-1-3-16,-6-3 15,-5 2-15,-3-1 16,-3-2-16,-3 5 15,4-2-15,-4-2 0,-5 2 16,-3 0 0,0 1-16,-6-3 15,-4 1-15,-4-1 16,1 3-16,-4-2 0,-3 1 16,-2-3-1,-5 3-15,-2-1 0,4 2 16,-6 0-16,-2 3 15,0-1-15,-6 3 16,-1-3-16,-1-1 16,-1 1-16,-3 1 15,1 1-15,-2 0 16,1 0-16,3 0 16,-8 0-16,2-1 0,-1 2 15,-1-1-15,0 2 16,6 3-16,-8-2 15,1 1-15,-2-2 16,-2 2-16,2-5 16,-3 5-16,2-1 15,3 0-15,0 1 16,-1-1-16,3 1 16,-1 0-16,2 1 15,0-3-15,4 3 16,-5 0-1,2-4-15,-2 1 0,4-1 16,-3-1-16,1 0 16,2 1-16,2 1 15,0 0-15,5-1 0,-6 0 16,2-1-16,0 0 16,-1 3-1,4-1-15,0-2 0,3 3 16,-2-2-16,7-1 15,-2 1-15,-2 2 16,2-3-16,2 1 16,0 1-16,3 2 15,-2-3-15,2 1 16,0-1-16,-4 0 16,7 1-16,-1 1 15,0-3-15,2 1 0,3 0 16,-2 0-16,2-4 15,2 0 1,4 0-16,3-3 0,5 2 16,-5-3-1,8 1-15,-2 5 0,-1-2 16,2-2-16,8 4 16,-5-2-16,2 3 15,2-2-15,0 3 16,0-1-16,3 1 15,-1-1-15,3 4 32,-4-1-32,2 3 15,1 2-15,-2 1 16,5 3-16,1 0 16,-2 4-16,6 0 15,-1 5-15,-1 0 0</inkml:trace>
  <inkml:trace contextRef="#ctx0" brushRef="#br0" timeOffset="172931.6069">3116 14425 0,'0'0'0,"0"0"0,0 9 0,4 10 0,8 5 15,2 6-15,-2 6 0,5 4 16,0-2-16,-2 5 15,1 0-15,-4 0 16,-1-5-16,-7-5 16,-4-33-16,2 28 15,-2-28-15,-2 26 16,2-26-16,0 19 16,0-19-16,-3 13 15,3-13-15,-1 7 16,-1-11-16,4-13 15,-1-9-15,4-5 16,0-8-16,5 4 16,0-3-16,4 6 15,3-1-15,4 6 16,2 3-16,4 5 16,1 6-16,1 5 15,2 6-15,-4 8 16,-2 10-16,-6 6 0,-1 6 15,-8 7-15,-4 2 16,0-1-16,-5-1 16,-1-1-16,-1-2 15,1-32-15,0 29 16,0-29-16,2 27 16,7-5-16,4-9 15,5-8-15</inkml:trace>
  <inkml:trace contextRef="#ctx0" brushRef="#br0" timeOffset="173330.4521">3998 14673 0,'0'0'0,"-6"-1"0,6 1 0,-6-7 15,-6-5-15,-8-2 16,-3 2-16,-3 3 16,-3 9-16,-1 7 15,-2 8-15,3 10 16,-2 8-16,8 3 0,5 3 16,16 2-1,7-7-15,12-2 16,5-7-16,10-1 15,0-9-15,2-5 0,4-6 16,-2-7-16,-1-3 16,-5-4-16,-9-5 15,-5-8-15,-5-2 16,-9-6-16,-4-3 16,-10-4-16,-3 0 15,-7 3-15,-4 6 16,-4 9-16,30 20 0</inkml:trace>
  <inkml:trace contextRef="#ctx0" brushRef="#br0" timeOffset="173493.8039">4132 14936 0,'0'0'0,"0"0"0,0 0 0,0 1 16,7-5-1</inkml:trace>
  <inkml:trace contextRef="#ctx0" brushRef="#br0" timeOffset="173949.6513">4999 14831 0,'0'0'0,"1"-5"0,0-6 0,-4-10 0,-9 0 15,-7 1-15,-4 0 16,-3 4-16,-3 7 16,-3 7-16,-4 9 0,-3 10 15,2 11 1,11 7-16,8 3 0,12 6 31,13-4-31,17-2 0,11-6 0,5-5 16,7-6-16,3-10 15,-3-7-15,-4-5 32,-4-7-32,-9-6 15,-8-3-15,-12-12 16,-10-5-16,-12-2 16,-9-3-16,-6-1 15,-11 2-15,-9 8 0,-1 6 16,48 24-16</inkml:trace>
  <inkml:trace contextRef="#ctx0" brushRef="#br0" timeOffset="174217.8459">5236 14464 0,'0'0'0,"0"0"0,-1 12 0,-4 23 16,0 14-16,3 14 15,3 12-15,0 7 16,0 6-16,-1 1 16,0-7-16,-3-10 15,-1-16-15,4-56 16,0 41-16,0-16 15,2-21-15,4-18 16,-7-16-16</inkml:trace>
  <inkml:trace contextRef="#ctx0" brushRef="#br0" timeOffset="174422.2736">5073 14226 0,'0'0'0,"5"-5"0,7-2 0,19-2 15,10 2-15,13 4 16,7 5-16,9 10 16,-4 5-16,0 5 15</inkml:trace>
  <inkml:trace contextRef="#ctx0" brushRef="#br0" timeOffset="174627.7995">5153 14814 0,'0'0'0,"18"3"0,16-1 0,20 0 0,26-2 16,21-2-16,1 2 16</inkml:trace>
  <inkml:trace contextRef="#ctx0" brushRef="#br0" timeOffset="175573.3209">6073 14916 0,'0'0'0,"0"0"0,4 4 0,3 7 15,4 3-15,4 7 0,-2 4 16,3 2-16,-16-27 15,10 25-15,-10-25 16,5 24-16,-5-24 16,-1 21-16,1-21 15,-1 19-15,1-19 16,-2 10-16,0-4 16,0-10-16,2-7 15,2-7-15,2-4 0,4-4 31,5-1-31,3 2 0,-16 25 0,20-22 16,7 6-16,3 14 31,-4 8-31,0 7 16,-6 11-16,-1 1 16,-4-1-16,-15-24 15,14 23-15,-14-23 16,9 21-16,-9-21 15,5 16-15,-5-16 0,2 10 16,-3-5-16,1-10 16,1-11-1,4-5-15,6-2 0,2-3 16,6 1-16,3 8 16,-22 17-16,23-10 15,0 13-15,-1 13 16,-3 5-16,1 4 15,-3 0-15,-17-25 16,18 25-16,4 0 16,3 3-16,3-10 15,5-3-15,-33-15 16,33 8-16,2-8 16,3-8-16,-4-8 0,-6-5 15,-5-1 1,-9-2-16,-5 1 0,-5-1 15,-7 2-15,-7 0 16,-5 6-16,-5 6 16,-5 7-1,-5 9-15,-1 6 0,0 6 16,8 6 0,6 2-16,11-1 0,10 0 15,15-3-15,5-4 16,10-5-16,4-5 15,4-6-15,-3-6 16,0-4-16,-7-5 16,-5-1-16,-9-6 15,-9-1-15,-8-6 16,-11-3-16,-9-2 16,-7 0-16,-10 0 0,-9 2 15,0 4-15,10 1 16</inkml:trace>
  <inkml:trace contextRef="#ctx0" brushRef="#br0" timeOffset="175872.318">7207 14285 0,'0'0'0,"2"6"0,0 8 0,-2-14 0,5 35 0,-2 15 16,3 13-16,2 11 16,1 10-16,-5 3 15,-2-1-15,0-2 0,-1-8 16,-1-8-16,-4-8 15,3-11-15,3-8 16,-2-41-16,3 38 16,5-11-16</inkml:trace>
  <inkml:trace contextRef="#ctx0" brushRef="#br0" timeOffset="176249.2431">7493 15033 0,'0'0'0,"0"0"0,0 0 0,3-1 0,12-4 0,4 2 0,5-1 16,6-4-1,-30 8-15,29-11 16,-2-2-16,-2-5 15,-25 18-15,18-21 16,-9-2-16,-9 23 16,1-25-16,-11 1 15,-12 6-15,-5 9 0,-6 8 16,-5 14-16,2 5 16,2 10-1,4 9-15,7 4 0,13-2 16,11 1-1,10-2-15,15-5 0,6-1 16,15-7-16,10-4 16,6-8-16</inkml:trace>
  <inkml:trace contextRef="#ctx0" brushRef="#br0" timeOffset="176566.7565">8201 15037 0,'0'0'0,"0"0"0,2-5 0,-2 5 16,-5-12-16,0-5 15,5 17-15,-10-21 16,-7 1-16,-7 6 15,-3 7-15,-7 7 16,-3 16-16,4 5 16,3 10-16,8 5 15,6 1 1,14-3-16,11-1 0,10-3 0,15-3 16,11-10-16,3-4 15</inkml:trace>
  <inkml:trace contextRef="#ctx0" brushRef="#br0" timeOffset="177274.4333">8334 15047 0,'0'0'0,"-2"8"0,0 7 0,0 7 15,8 4-15,1 0 0,4-2 0,4-2 16,-15-22-16,20 15 16,3-5-16,-23-10 15,26 4-15,3-7 16,-29 3-16,25-17 16,-2-5-1,-23 22-15,19-29 0,-19 29 16,11-27-16,-11 27 15,6-22-15,-6 14 16,-6 17-16,-2 10 16,5 5-16,6 2 15,10-1-15,6-7 16,5 0-16,2-7 0,3-6 16,1-4-1,-1-10 1,3-10-16,-2-7 15,-2-8-15,-5-9 0,-3-4 0,-4-6 16,-4-2-16,-5-4 16,-1 2-1,-6-2 1,2-4-16,-7 2 16,-1 4-16,-2-1 15,2 5-15,1 9 16,-2 7-16,7 37 15,-5-31-15,5 31 16,-3-21-16,3 21 0,-3-12 16,6 15-16,1 18 15,-3 14 1,1 13-16,-2 14 0,-1 9 16,-5 0-1,2 5-15,2-1 0,-3-3 16,1-5-16,5-3 15,-2-8-15,5-7 16,3-7-16,4-4 16,2-10-16,10-4 15,2-7-15,0-8 16,5-10-16</inkml:trace>
  <inkml:trace contextRef="#ctx0" brushRef="#br0" timeOffset="177939.0709">9163 15048 0,'0'0'0,"0"0"0,2 0 0,13-3 0,5 1 16,9-2-16,0-5 15,-4-3-15,-4-4 16,-5-1-16,-3-7 16,-13 24-16,7-25 15,-11 5-15,-6 1 16,-9 9-16,-6 9 16,-5 13-16,-11 6 15,-2 16-15,5 2 0,7 2 16,6-2-1,13-1-15,10-7 16,11 0-16,9-6 0,9-1 16,9-5-16,2-4 15,6-7 1,1-3-16,2-6 16,-8-4-16,0-5 15,-9-5-15,-5 0 16,-4-8-16,-5-4 0,-5-1 15,-2-3-15,-3-1 16,-6 35-16,-2-33 16,2 33-16,-4-31 15,4 31-15,-6-23 16,-1 7-16,2 13 16,6 15-16,10 8 15,-2 10-15,12 4 0,7 5 16,6-1-16,2 1 15,0-4-15,-3-1 16,-33-34-16,24 31 16,-24-31-16,20 24 15,-13-3-15,-15-4 16,-7-7 0,-9-10-16,-10-4 0,0-5 0,-1-7 15,35 16-15</inkml:trace>
  <inkml:trace contextRef="#ctx0" brushRef="#br0" timeOffset="178190.8803">10258 14899 0,'0'0'0,"0"0"0,7-3 0,18-5 16,8 1-16,12 0 0,11-1 16,4 4-16,-60 4 15</inkml:trace>
  <inkml:trace contextRef="#ctx0" brushRef="#br0" timeOffset="178364.2682">10244 15014 0,'0'0'0,"10"0"0,16 7 0,-26-7 0,43 8 15,18 1-15,31 1 16,13 1-16</inkml:trace>
  <inkml:trace contextRef="#ctx0" brushRef="#br0" timeOffset="181920.8559">11701 14600 0,'0'0'0,"0"0"0,-1-5 0,-1-6 0,2-4 16,0-6-16,8-3 15,4 1-15,5-1 16,2 3-16,4 1 16,2 2-16,5 2 15,4 8-15,5 4 16,3 9-16,-5 12 15,4 9-15,-7 11 16,-9 4-16,-5 11 16,-12 1-16,-11 3 15,-15 4-15,-5-2 16,-12-2-16,-5-6 16,-5-4-16,-4-5 15,-4-4-15,-2-3 16,-4-6-16,7-4 15,-1-4-15,8-8 0,4-10 16,7-3-16,7-8 16,8-4-16,4-4 15,5-3-15,9-5 16,6 2-16,-5 23 16,15-18-16,4 1 15,10 9-15,2 8 16,2 6-16,1 5 15,-3 10-15,1 3 16,-4 5-16,-2 6 0,0 3 16,-6 0-16,2-2 15,2 1 1,6-2-16,11-9 16,6-6-16</inkml:trace>
  <inkml:trace contextRef="#ctx0" brushRef="#br0" timeOffset="182820.9012">12767 14921 0,'0'0'0,"5"6"0,6 7 0,6 9 16,6 4-16,1 7 16,-3 3-16,-1 0 0,-7-4 15,-3-1-15,-5-5 16,-5-26-16,5 25 15,-5-25-15,2 19 16,-2-19-16,-1 17 16,1-17-16,-1 11 15,-1-6-15,2-5 16,0-3 0,-1-9-16,-3-10 0,4-5 0,-3-2 31,1 0-31,5 3 0,-3 26 0,9-22 15,3 2 1,-12 20-16,20-19 0,2 7 16,-22 12-1,28-4-15,1 11 0,-3 9 16,-5 7-16,-21-23 31,16 23-31,-16-23 0,9 25 0,-9-25 16,2 23-16,-2-23 15,0 21-15,0-21 32,-2 15-32,-2-8 15,1-9-15,3 2 16,-2-11-16,2-8 0,7-9 16,1 0-16,-8 28 15,13-26-15,-13 26 16,15-19-1,10 10-15,1 9 0,2 7 16,-4 7-16,-7 4 16,1 4-16,-6 0 15,-7 1-15,-5 0 16,-1 0-16,1-23 16,-6 22-16,6-22 15,-4 18-15,4-18 16,-5 17-16</inkml:trace>
  <inkml:trace contextRef="#ctx0" brushRef="#br0" timeOffset="183262.7123">13707 15161 0,'0'0'0,"0"0"0,0 0 0,3-3 0,-3-4 15,0 7-15,0-17 16,-7 1-16,-9 0 16,-4 4-16,-3 6 15,-2 8 1,0 5-16,1 7 0,-2 5 15,6 6-15,6 1 16,14-26-16,-9 29 16,12-2-16,12-1 15,4-5-15,6-3 0,7-5 16,0-4-16,4-6 16,-36-3-16,33 0 15,-1-7-15,-5-4 16,-6-4-16,-9-4 15,-7 0-15,-6-7 16,-8 2-16,-7-7 0,-4-2 16,-10 3-1,-3 2-15,33 28 0</inkml:trace>
  <inkml:trace contextRef="#ctx0" brushRef="#br0" timeOffset="183578.0117">13986 14618 0,'0'0'0,"0"0"0,1 4 0,-2 7 0,1 8 16,2 6-16,-3 12 15,4 7-15,-1 13 0,-1 5 16,1 7-16,1-3 16,-5 3-16,2 1 15,-1-6-15,5 2 16,2-6-16,-6-4 15</inkml:trace>
  <inkml:trace contextRef="#ctx0" brushRef="#br0" timeOffset="201189.3378">14723 14930 0,'0'0'0,"0"0"0,0 0 0,1 0 15,1 0-15,-2 0 16,13 6-16,0 8 16,12 11-1,4 9-15,2 6 0,6 4 16,-1 0-16,4 3 15,-2-2-15,2-4 16,-4-3 0,-6-2-16,-7-5 15,-23-31-15,22 29 16,-22-29-16,19 24 16,-19-24-16,12 23 15,-12-23-15,7 8 16</inkml:trace>
  <inkml:trace contextRef="#ctx0" brushRef="#br0" timeOffset="201465.3339">15115 14942 0,'0'0'0,"0"0"0,0 0 0,0 0 0,-2 6 16,-13 8-16,-2 6 0,-7 6 15,-5 13-15,-10 2 16,-1 6-16,-8 2 16,-4-2-16,6-5 15,2-5-15,5 0 16,2 1-16,9-7 15,28-31-15</inkml:trace>
  <inkml:trace contextRef="#ctx0" brushRef="#br0" timeOffset="202246.8527">16294 14748 0,'0'0'0,"0"0"0,0 0 0,1-3 0,-1 3 16,-1-6-16,1 6 16,-6-9-1,-7 2-15,-7-1 0,-7 5 16,-3 3-16,-5 6 15,-8 6-15,0 7 16,-4 7-16,-1 11 16,5 6-16,6 7 15,6 4-15,9-1 16,7-2-16,6 1 0,12-3 0,8-5 16,6-4-16,8-6 15,4-1-15,5-5 16,2-9-16,1-5 15,-3-5-15,-34-9 16,33 3-16,-1-8 16,-8-1-16,-24 6 15,23-12-15,-10-6 16,-6-7-16,-8-3 16,-5 0-16,-4 0 0,-8-2 15,-6 3 1,0 4-16,-4 5 15,-4 5-15,-1 6 16,33 7-16,-31 0 0</inkml:trace>
  <inkml:trace contextRef="#ctx0" brushRef="#br0" timeOffset="202435.555">16323 15194 0,'0'0'0,"0"0"0,0 0 0,0 0 0,0 0 16,0 0-1,4-3-15</inkml:trace>
  <inkml:trace contextRef="#ctx0" brushRef="#br0" timeOffset="202918.4751">16805 14944 0,'0'0'0,"0"0"0,0-3 0,0 3 0,-7-6 0,-4 0 16,-8-5-16,-5 6 16,-5 5-16,-1 9 15,-5 9-15,4 11 16,-2 4-16,4 8 15,6 3-15,13 0 16,2 0-16,10-5 16,15-3-16,6-6 15,5 2-15,6-10 16,7-6-16,-1-3 16,0-10-16,1-5 0,-5-5 15,1-4 1,-6-6-16,-8-1 0,1-8 15,-11-2 1,-5-2-16,-5-4 0,-6-1 16,-8-2-16,-5-1 15,-7-2-15,-3 5 16,-3 6-16,-4 4 16,33 25-16,-36-17 15</inkml:trace>
  <inkml:trace contextRef="#ctx0" brushRef="#br0" timeOffset="203454.6114">17141 15008 0,'0'0'0,"0"0"0,0 0 0,0-4 16,0 4-16,5-8 15,0-4-15,8-3 16,6 3-16,2 3 16,5 12-16,-1 6 15,2 8-15,3 8 16,-8 7-16,-2 6 15,-6 2-15,-3 4 0,-11 4 16,-5-2-16,-8-8 16,-4 0-16,-5-10 15,22-28-15,-27 22 16,0-5-16,-4-9 16,31-8-16,-30-1 15,4-8-15,3-13 16,6-3-16,13-1 15,6-4-15,-2 30 16,11-26-16,7 7 0,7 11 16,4 6-1,-1 9-15,-1 7 16,-2 2-16,0 4 0,1 2 16,-2-1-16,1 0 15,-25-21-15,26 20 16,-4-2-1</inkml:trace>
  <inkml:trace contextRef="#ctx0" brushRef="#br0" timeOffset="203995.0889">17570 14962 0,'0'0'0,"0"0"0,0 0 0,0-1 0,7-5 0,5-4 0,4 2 15,9 3-15,-2 7 16,2 8-16,3 8 15,-5 8-15,-1 6 16,-4 4-16,-3 3 16,-11 1-16,-6 4 15,-7-5-15,-8-2 16,-3-3-16,-4-8 16,-1-5-16,25-21 0,-26 15 15,-4-5 1,0-8-16,30-2 0,-28 1 15,5-10-15,23 9 32,-15-17-32,9-2 0,6 19 0,6-16 15,8 3-15,4 10 16,8 10-16,-1 7 16,-4 4-16,1 5 15,-4-2-15,1 0 16,0 1-1,7-2-15,-26-20 16,24 19 0,5-5-16,4-2 0</inkml:trace>
  <inkml:trace contextRef="#ctx0" brushRef="#br0" timeOffset="204273.9579">18070 15203 0,'0'0'0,"0"0"0,2 5 0,8 5 0,6 5 15,11 3-15,-4 1 16,6 3-16,-1 4 31,-4-4-31,1-4 16,-2 1-16,-23-19 15,15 17-15,-15-17 0,17 11 16</inkml:trace>
  <inkml:trace contextRef="#ctx0" brushRef="#br0" timeOffset="204524.8829">18274 15154 0,'0'0'0,"-4"7"0,-3 4 0,-3 9 15,-8 4-15,-3 3 16,-2 2-16,-5 0 0,0-3 16,5 0-16,0-4 15,23-22-15,-20 20 16,6-8 0</inkml:trace>
  <inkml:trace contextRef="#ctx0" brushRef="#br0" timeOffset="204917.6857">18614 14899 0,'0'0'0,"0"0"0,-1 2 0,0 6 15,1 9-15,0 9 16,2 12-16,2 10 15,-7 5-15,3 7 16,0-3-16,3-2 16,-3-6-16,-3-1 15,3-5-15,0-43 16,0 42-16,-1-5 16,1-37-16,1 29 15</inkml:trace>
  <inkml:trace contextRef="#ctx0" brushRef="#br0" timeOffset="205389.5724">19126 15024 0,'0'0'0,"0"0"0,-4-5 0,4 5 16,-14-9-16,-6 0 15,-12 3-15,-3 7 16,-2 8-16,-5 12 16,1 10-16,6 5 15,5 9-15,9 0 16,9 2-16,8-2 0,11-4 15,10-5-15,5-3 16,6-8-16,6-3 16,3-7-16,1-7 15,2-4-15,1-8 16,-1-7 0,-4-7-16,1-6 0,-10-4 15,-5-8-15,-3-6 16,-7-3-16,-9-6 15,-6-5-15,-6 1 16,-10 5-16,-6 4 16,-9 10-16,-7 9 15,-5 8-15,-3 8 16</inkml:trace>
  <inkml:trace contextRef="#ctx0" brushRef="#br0" timeOffset="205928.573">19299 14489 0,'0'0'0,"0"0"0,0 0 0,6 0 0,8 1 16,10 5-16,6 7 0,-1 5 15,-3 7-15,-4 5 16,-4 4-16,-9 1 15,-5 0-15,-5 4 16,-8-5-16,-8-5 16,-1-3-16,18-26 15,-22 19-15,-5-4 0,27-15 16,-32 10-16,6-6 16,26-4-16,-30-3 15,11-2-15,19 5 16,-13-13-16,11 0 15,12 0-15,-10 13 32,16-7-32,4 6 0,6 10 0,4 7 15,-6 4-15,5 1 0,1 1 16,-3-1-16,-27-21 16,26 17-16</inkml:trace>
  <inkml:trace contextRef="#ctx0" brushRef="#br0" timeOffset="206513.9379">19619 14462 0,'0'0'0,"0"0"0,0 0 0,5-3 16,7 0-16,-12 3 0,20 3 16,3 4-16,4 7 15,-5 4-15,-7 5 16,-15-23-1,12 24-15,-7 1 0,-5-25 16,-5 27 0,-7-2-16,-3 0 0,15-25 15,-23 18-15,23-18 16,-22 15-16,22-15 16,-21 8-16,21-8 15,-13 4-15,1-6 16,12 2-16,3-4 15,10 0-15,8 6 16,4 3-16,-2 6 16,4 5-16,-6 6 0,-4 2 15,-1 1-15,-4 0 16,-7-2-16,1-1 16,-5-1-16,-8-1 15,7-20-15,-8 17 16,-9-2-16,17-15 15,-26 10-15,-5-5 16,-4-4-16,3-5 16,4-6-16,4-4 15,5-4-15,6-1 16</inkml:trace>
  <inkml:trace contextRef="#ctx0" brushRef="#br0" timeOffset="208578.5742">20160 15170 0,'0'0'0,"0"0"0,0 0 0,0 2 0,0-2 0,3 0 16,3 5-16,-6-5 31,11 11-31,-1 7 0,3 12 16,0 1-16,-3 2 15,-4-4 1,-6-29-16,6 29 15,-6-29-15,3 22 0,-3-22 16,0 21-16,0-21 16,0 13-16,0-13 15,0 9-15,0-6 16,0-7-16,-2-8 16,2 12-16,0-16 15,2-3-15,3-5 16,5 2-16,0 1 15,-10 21-15,10-21 16,-10 21-16,8-14 16,5 3-16,0 6 15,-13 5-15,14 4 16,0 8-16,0 4 0,-14-16 16,10 20-16,-10-20 15,8 19 1,-8-19-16,4 15 0,-4-15 15,4 12-15,-4-12 16,0 8-16,0-8 16,-1 2-16,1-2 15,0-1-15,1-9 16,-1 10-16,6-16 16,4-2-16,-10 18 15,16-18-15,2 4 16,3 6-16,-21 8 0,23-2 15,-3 10-15,0 4 16,-5 3-16,-15-15 16,13 17-16,-2 3 15,-11-20-15,8 19 16,-3-2-16,-5-17 16,0 18-16,0-18 15,-3 17-15,3-17 16</inkml:trace>
  <inkml:trace contextRef="#ctx0" brushRef="#br0" timeOffset="208975.5043">20788 15290 0,'0'0'0,"0"0"0,-2-3 0,2 3 16,-7-9-16,-7 1 15,-4 3-15,-4 6 16,-1 6-16,5 7 0,18-14 16,-17 16-1,3 4-15,9 2 16,7 0-16,6-2 15,8-3-15,-16-17 0,16 15 16,7-5 0,6-2-16,-29-8 15,26 3-15,-26-3 0,25-1 16,-5-5-16,-8-11 16,-7-2-16,-7-5 15,-4-4-15,-8 1 16,-4 4-16,-7 1 15,25 22-15,-27-19 16</inkml:trace>
  <inkml:trace contextRef="#ctx0" brushRef="#br0" timeOffset="209302.906">20991 14897 0,'0'0'0,"0"0"0,0 0 0,0 0 15,0 5-15,-1 15 0,1 9 16,2 6-16,-3 11 15,4 0 1,-3 0-16,2 0 0,-2-1 16,0-4-16,-2-5 15,2-1-15,0-4 0,0-31 16,-2 29-16,2-29 16,-1 24-16</inkml:trace>
  <inkml:trace contextRef="#ctx0" brushRef="#br0" timeOffset="209711.9179">21107 15318 0,'0'0'0,"0"0"0,0 0 0,1 0 15,-1 0-15,7 0 16,7 0-16,-14 0 0,20-6 16,0-4-16,-20 10 15,21-11-15,-5-5 16,-16 16-16,14-18 31,-14 18-31,9-17 16,-9 17-16,0-13 15,-9 5-15,-6 6 16,-9 9-16,0 5 16,-3 7-16,5 4 15,1 2-15,9 1 16,8-1-16,7-1 16,6 1-16,10-3 15,5-5-15,8-5 16,7-5-16,4-2 0</inkml:trace>
  <inkml:trace contextRef="#ctx0" brushRef="#br0" timeOffset="210042.5879">21549 15258 0,'0'0'0,"0"0"0,0 0 0,0 0 0,-2-1 0,2 1 0,-4-6 16,4 6 0,-6-10-16,-5 0 0,-7 9 15,-1 8-15,-6 7 16,3 4-16,0 3 15,5 1-15,8 1 16,2-1-16,10-2 16,6 3-16,2-4 15,8-2-15,7-5 16,5-2-16,1-4 16</inkml:trace>
  <inkml:trace contextRef="#ctx0" brushRef="#br0" timeOffset="210421.1527">21643 15300 0,'0'0'0,"0"0"0,0 2 0,0-2 15,-1 7-15,1-7 0,-2 12 16,4 5-1,-2-17-15,4 20 16,-4-20-16,9 18 16,-9-18-16,13 13 15,5-5-15,-18-8 16,17 0-16,-17 0 16,19-8-16,-2-5 0,-17 13 15,15-19-15,-15 19 16,11-17-16,-11 17 15,6-11-15,-3 7 0,-3 4 16,-5 9-16,3 9 16,2-18-16,0 26 15,4 4-15,10-1 16,6-7-16,1-8 16,5-7-16</inkml:trace>
  <inkml:trace contextRef="#ctx0" brushRef="#br0" timeOffset="210750.5293">21961 14826 0,'0'0'0,"0"0"0,0 7 0,0 8 0,0-15 0,3 28 0,-6 9 0,3 11 16,-2 3-16,-5 3 16,2-2-1,-1-5 1,1-8-16,5-3 0,1-6 15,-1-30-15,0 27 16,0-27-16,0 21 16,0-21-16,1 16 15</inkml:trace>
  <inkml:trace contextRef="#ctx0" brushRef="#br0" timeOffset="211475.2452">22042 15244 0,'0'0'0,"0"0"0,0 0 0,5 4 0,6-1 16,5 0-16,4 1 15,-1-3 1,3 0-16,-1-6 15,-21 5-15,19-5 16,2-4-16,-21 9 16,22-14-16,-3-4 15,-19 18-15,16-19 16,-16 19-16,11-18 0,-11 2 16,-11 12-16,-12 6 0,-2 7 15,-6 8 1,0 6-16,1 1 15,10 4-15,20-28 0,-17 27 16,9 0-16,7 2 16,1-29-16,9 26 15,9-3-15,9-3 16,5-8-16,1-6 16,2-5-16,-3-6 15,-1-5-15,-1-6 16,-1-2-16,-5-5 15,-2-1-15,-1-2 0,-4 1 32,-17 25-32,12-25 0,-1-1 15,-11 26-15,4-24 0,-4 24 16,2-19 0,-2 19-16,0-13 0,0 13 15,-4-7-15,-3 10 16,4 9-16,1 5 15,5 5-15,4 1 16,4 0-16,2-1 16,8 3-16,-3 0 15,7 2-15,-5 3 16,-2 3-16,-3-1 0,-6-3 16,-10-4-1,-8-4-15,-8-6 16,-11-7-16,-9-8 0,-8-9 15,-5-4-15</inkml:trace>
  <inkml:trace contextRef="#ctx0" brushRef="#br0" timeOffset="212151.5138">19679 15663 0,'0'0'0,"0"0"0,0 0 16,1-3-16,7 1 0,7-2 15,14-1-15,4 0 0,11-1 16,7 0-16,9 0 16,3-1-16,14 2 15,3 1-15,4 2 16,6 0-16,4 3 15,8-2-15,1 4 16,5 1-16,1 2 16,4-3-16,1 7 0,3-5 15,0-1-15,1 5 16,-1 0-16,1 0 16,-4 0-16,-6 4 15,1-6-15,-14 2 16,-3 0-16,-6-3 15,-7-2-15,-4-2 16,-9 0-16,-6-4 16,-12-1-16,-48 3 15,35-4-15,-14-1 16,-18-4-16</inkml:trace>
  <inkml:trace contextRef="#ctx0" brushRef="#br0" timeOffset="213080.8958">20377 15813 0,'0'0'0,"0"0"0,6 2 0,1 10 0,4 6 16,8 7-16,-1 7 0,-2 4 15,-1-1 1,-6 0-16,-9-35 15,9 34-15,-9-34 0,8 30 16,-8-30-16,7 25 16,-7-25-16,2 18 15,-2-18-15,2 12 16,-2-12-16,1-8 16,2-9-16,-3 17 15,3-25-15,2-4 16,5-6-16,3-1 15,1 4-15,-14 32 16,18-29-16,3 7 16,1 10-1,5 6-15,-27 6 0,24 3 16,-4 6-16,-20-9 16,22 18-16,-9 5 0,-13-23 15,14 26-15,-14-26 16,7 23-16,-7-23 15,2 20-15,-2-20 16,0 14-16,0-14 16,0 8-16,0-8 15,-3 3-15,-1-8 16,5-8-16,2-4 16,4-3-16,6 1 15,-13 19-15,17-17 16,3 7-16,3 4 15,-23 6-15,20 2 16,3 6 0,-5 9-16,-2 3 15,-2 3-15,-14-23 0,12 23 16,-12-23-16,8 24 0,-8-24 16,3 23-16,-3-23 15,2 20-15,-2-20 16,1 14-1,-1-14-15</inkml:trace>
  <inkml:trace contextRef="#ctx0" brushRef="#br0" timeOffset="213490.158">21306 16018 0,'0'0'0,"0"0"0,0 0 0,2 0 0,-2-4 0,0 4 0,-5-10 15,-1-3-15,6 13 16,-16-14 0,-7 3-16,-4 6 0,-4 7 15,1 4-15,2 8 16,7 6-16,9 2 15,3-2-15,6 5 16,8-1-16,8 1 16,3-4-16,7-3 15,6-3 1,6-3-16,-2-6 0,-33-6 16,36-1-16,-4-4 0,-5-8 15,-7-4-15,-6-2 16,-9-10-1,-4 1-15,-8 1 0,-9-1 32,-10 0-32,26 28 0</inkml:trace>
  <inkml:trace contextRef="#ctx0" brushRef="#br0" timeOffset="213757.2866">21668 15765 0,'0'0'0,"0"0"0,-2 2 0,2 12 0,-3 7 0,5 11 15,-1 9 1,2 2 0,0 1-16,5 5 15,-2 1-15,-2 2 0</inkml:trace>
  <inkml:trace contextRef="#ctx0" brushRef="#br0" timeOffset="238522.6829">14171 14500 0,'0'0'0,"0"0"0,-3 6 0,-11 14 15,-13 6-15,-15 11 16,-15 8-16,-11 13 15,-19 8-15,-14 11 0,-8 1 16,-10 2 0,-4-4-16,3 0 0,0 5 31,5 0-31</inkml:trace>
  <inkml:trace contextRef="#ctx0" brushRef="#br0" timeOffset="239322.7949">21637 15709 0,'0'0'0,"0"0"0,0 0 0,0 0 0,-1 2 0,-6 4 16,-16 7-1,-10 9-15,-13 7 0,-15 8 16,-14 10-16,-16 10 16,-16 4-16,-13 1 15,-14 8-15,8 0 0,-5 0 32,5 9-32,-1-1 15</inkml:trace>
  <inkml:trace contextRef="#ctx0" brushRef="#br0" timeOffset="258280.9367">10348 16313 0,'0'0'0,"0"0"0,0 0 0,0 0 0,0-2 0,0 2 16,-2-5-1,2 5-15,-1-4 16,1 4-16,0-3 0,1-2 16,12 2-16,4 1 15,10 0-15,9 2 16,9 1-16,4 0 15,5 0-15,1 2 16,-2-4-16,-4 4 16</inkml:trace>
  <inkml:trace contextRef="#ctx0" brushRef="#br0" timeOffset="258530.3353">10384 16568 0,'0'0'0,"0"0"0,9 0 0,12-3 0,15 0 16,11 0-16,12 2 15,12-1-15,8 0 16,7-2 0</inkml:trace>
  <inkml:trace contextRef="#ctx0" brushRef="#br0" timeOffset="258998.1243">11497 15993 0,'0'0'0,"0"0"0,0 0 0,0 0 0,-2 0 16,2 4-16,-4 14 16,4 14-1,0 11-15,5 11 16,-6 6-16,3 9 16,-2-2-16,1-3 15,1-2-15,-3-3 16,2-5-16,-3-9 15,-1-4-15,0-7 16,3-34-16,-1 27 16,1-27-16</inkml:trace>
  <inkml:trace contextRef="#ctx0" brushRef="#br0" timeOffset="259556.973">11724 16032 0,'0'0'0,"0"0"0,6-5 0,9-3 15,8 0-15,4 5 0,5 2 32,2 9-32,-5 10 15,9 4-15,-5 7 16,0 9-16,-4 5 16,-12 3-16,-11 7 15,-1 3-15,-10 0 16,-6 0-16,-11-5 15,-1-7-15,-7-5 0,-3-7 16,-4-6-16,5-5 16,-3-5-16,3-7 15,2-3-15,10-10 16,-7-2-16,27 6 16,-20-16-16,5-6 15,9-4-15,6 26 16,0-26-16,11 4 15,11 8-15,6 9 16,-1 8-16,2 10 16,0 4-16,-5 8 15,-2-3-15,1 3 16,2-2-16,-6 0 0,5-3 16,4 2-16,-2-7 15</inkml:trace>
  <inkml:trace contextRef="#ctx0" brushRef="#br0" timeOffset="259747.68">12313 16504 0,'0'0'0,"0"0"0,0 0 0,0 0 0,0 0 16,0 0-16,1 1 16,3 5-16</inkml:trace>
  <inkml:trace contextRef="#ctx0" brushRef="#br0" timeOffset="260249.4947">12957 16378 0,'0'0'0,"0"-6"0,4-4 0,-1-11 16,-6-1-16,-6-3 15,-6 3-15,-5-1 16,-8 6-16,-6 3 16,0 7-16,-7 7 15,-1 6-15,-2 13 16,1 10-16,-2 12 0,5 9 16,6 8-16,12 0 15,11-1-15,12-3 16,15-6-16,10-6 15,9-4-15,9-9 16,8-1-16,1-9 16,0-5-16,1-10 15,-7-3-15,-1-9 16,-8-6 0,1-8-16,-8-6 0,-4-7 15,-7-2-15,-9-5 0,-8-3 16,-7-1-16,-6-4 15,-5 2-15,-4-3 16,-9 8-16,-2 1 16,-6 5-1</inkml:trace>
  <inkml:trace contextRef="#ctx0" brushRef="#br0" timeOffset="260950.5955">13501 16216 0,'0'0'0,"0"0"0,0 1 0,-4 11 15,-6 4-15,-7 4 0,-5 5 32,-9 3-32,-6-1 0,-3 0 15,-2 3-15,42-30 16,-42 28-16,7-4 16,35-24-16,-31 21 15,31-21-15,-22 18 16,15 0-16,13-2 0,13-3 15,12-2-15,5-1 16,4-1-16,-3 0 16,-37-9-16,40 8 15,-3-2-15,-37-6 0,36 5 16,-36-5 0,27 3-16,-27-3 0,21-1 15,-9-8 1,-6-10-16,-7-5 0,-3-4 15,0 0-15,-4 1 16,2-1-16,6 28 16,-5-26-16,5 26 15,-4-24-15,4 24 16,-6-18-16,6 18 16,-3-11-16,4 11 15,-1 12 1,2 9-16,-1 10 0,-1 8 15,0 5-15,0 6 16,-2-1-16,4 5 0,-3-4 16,-1-4-16,2-46 15,1 39-15,-1-39 16,1 33-16,-1-33 16,1 26-16,-1-12 15,9-22-15,-3-12 16</inkml:trace>
  <inkml:trace contextRef="#ctx0" brushRef="#br0" timeOffset="261635.9532">14002 16248 0,'0'0'0,"0"0"0,-3 5 0,-3 11 0,-8 5 15,-12 5-15,-4 4 32,-3 3-32,-10-1 0,3-1 0,40-31 15,-40 27-15,3-3 16,37-24-16,-31 21 15,31-21-15,-23 17 16,14-1-16,14 0 16,9-2-1,10 0 1,10-2-16,4 1 0,3-3 0,0 0 0,-5-1 31,0-1-31,-36-8 16,32 5-16,-32-5 15,27 4-15,-27-4 16,21 0-16,-7-6 16,-4-7-16,-8-8 15,-2-2-15,0-4 16,-1-1-16,-1-4 16,1 0-16,1 0 15,0 32-15,0-30 16,0 30-16,3-29 15,-3 29-15,1-22 16,-1 22-16,4-15 0,-4 11 16,1 10-16,0 10 15,0 12-15,-1 7 16,3 9-16,2 2 16,-5 4-16,1 2 15,0 0-15,-7-3 16,2-3-16,4-46 15,-2 39-15,1-6 16,1-33-16,-4 33 16,4-33-16,4 24 15,1-9-15</inkml:trace>
  <inkml:trace contextRef="#ctx0" brushRef="#br0" timeOffset="261935.4802">14617 16525 0,'0'0'0,"0"0"0,3 3 0,8 11 15,8 7-15,6 4 0,6 2 32,-1 4-32,-3-2 0,5 1 0,-2 0 15,-2-2-15,-4-3 16,-5 2-16,-19-27 16,16 22-16,-16-22 15,11 18-15</inkml:trace>
  <inkml:trace contextRef="#ctx0" brushRef="#br0" timeOffset="262172.8406">14900 16599 0,'0'0'0,"0"0"0,0 0 0,0 0 15,-10 6-15,-10 12 0,-4 7 16,-11 3-16,-7 6 16,-2 2-16,0-5 15,2-4-15,6-4 16,36-23 0,-30 17-16,6-4 0,12-11 15</inkml:trace>
  <inkml:trace contextRef="#ctx0" brushRef="#br0" timeOffset="262520.0344">15385 16326 0,'0'0'0,"0"0"0,2 4 0,2 9 0,1 7 16,2 10-16,0 10 16,-5 6-16,-1 8 15,2 7-15,-4 2 16,-6-1-16,2-2 15,-2-6-15,3-3 0,2-9 16,5 0-16,0-9 16,-3-33-16,6 29 15,2-9-15</inkml:trace>
  <inkml:trace contextRef="#ctx0" brushRef="#br0" timeOffset="263023.1616">15955 16477 0,'0'0'0,"0"0"0,-2-7 0,-7-7 16,-10-1-16,-9 6 0,-7 5 16,-3 8-1,2 9 1,-4 10-16,-1 6 16,5 8-16,5 1 15,3 5-15,13-3 0,9 2 16,6-6-16,9 1 15,8-3-15,8-3 0,7-5 32,5-4-32,2-4 0,-1-7 0,-1-3 0,-37-8 15,37 3-15,0-5 16,-6-8-16,-5-6 16,-7-3-16,-3-9 15,-2-5-15,-4-5 16,-7-5-1,-2-4 1,-5 0-16,-4-3 16,-11 4-16,2 0 15,-9 9-15,0 5 16,26 32-16,-30-22 16</inkml:trace>
  <inkml:trace contextRef="#ctx0" brushRef="#br0" timeOffset="263603.7398">16054 15936 0,'0'0'0,"0"0"0,7-3 0,1-1 0,5-4 16,6 2-16,4 2 0,1 8 15,6 5 1,0 10-16,-2 3 16,-6 4-16,-3 3 0,-7 1 15,-5-2-15,-6 3 16,-8-4-16,-4-2 16,-6-1-16,-1-3 15,-6-4-15,24-17 16,-27 13-16,2-6 15,25-7-15,-25 1 16,2-7-16,10-7 16,13 13-16,-5-17 15,6-3-15,-1 20 0,9-15 16,8 5 0,5 10-16,4 11 0,-2 10 15,-1 4-15,4 7 16,-5-1-1,2-3-15,2-5 0,-26-23 16,27 21-16,-27-21 16</inkml:trace>
  <inkml:trace contextRef="#ctx0" brushRef="#br0" timeOffset="264216.6315">16458 16001 0,'0'0'0,"0"0"0,0 0 0,-2-5 0,1-3 0,4-4 16,7 2-16,8 0 15,7 6-15,2 5 16,4 7 0,-1 3-16,-3 10 0,-1-1 15,-7 3-15,-19-23 16,12 24-16,-6 3 16,-9 1-16,-8-4 15,-9-5-15,-3-4 16,-2-7-16,25-8 15,-24 3-15,-1-2 0,25-1 16,-22-3-16,22 3 16,-18-3-16,18 3 15,-8-4-15,10-2 16,15-1-16,3 5 16,10 5-16,2 4 15,0 9 1,2 3-16,-2 6 0,-2 4 15,-5 5-15,-4 3 16,-8-1-16,-8-1 16,-10-7-16,5-28 15,-14 22-15,-9-5 16,-13-8-16,-11-7 16,4-4-16,-3-5 15,3-4-15,3-4 16,4-4-16,3 2 15,12-3-15</inkml:trace>
  <inkml:trace contextRef="#ctx0" brushRef="#br0" timeOffset="265551.0398">17307 16574 0,'0'0'0,"0"0"0,0 0 0,2-1 0,5 2 16,4 11-16,7 7 16,2 12-16,1 6 15,-2 3-15,-4-4 16,-15-36-16,11 37 16,-11-37-16,9 33 15,-4-3 1,-5-30-16,-3 27 0,3-27 15,0 19-15,0-19 0,-2 13 16,1-7-16,-1-14 16,2-5-16,0-6 15,0-7-15,1-1 16,3 0 0,-1-2-16,3 2 0,-6 27 15,8-23-15,-8 23 16,10-19-16,-10 19 15,15-11-15,6 9 16,6 10-16,1 9 16,-2 6-16,-4 3 15,-5 0-15,-1 3 16,-7-1-16,-9-28 16,4 26-16,-4-26 15,0 24-15,0-24 16,-3 19-16,3-19 0,-7 12 15,2-11-15,0-10 16,3-7 0,4-10-16,4-1 0,2-2 15,5 1-15,-13 28 16,17-28-16,7 6 16,-24 22-16,25-15 15,2 6-15,5 12 16,-6 10-16,-3 4 15,-10 3-15,-13-20 16,12 23-16,-4 3 16,-8-26-16,6 29 15,-6-29-15,-4749 26 16,9503-26-16,-4748 21 16</inkml:trace>
  <inkml:trace contextRef="#ctx0" brushRef="#br0" timeOffset="265927.7102">18238 16822 0,'0'0'0,"0"0"0,0-1 0,0 1 15,0-8-15,-3-3 16,-10-1-16,0-4 15,-10 5-15,-5 7 16,-4 6-16,-5 7 16,7 8-16,-1 7 31,10 1-31,8 2 0,13 0 0,9 2 16,7-3-16,11-1 15,3-4-15,7-6 16,-1-4-16,3-5 0,-7-6 15,-32 0-15,29-5 16,-8-10 0,-8-17-16,-10-5 0,-9-7 15,-8-2-15,-15 1 16,-4 6-16,-1 3 16,2 4-16,6 4 15</inkml:trace>
  <inkml:trace contextRef="#ctx0" brushRef="#br0" timeOffset="266273.4685">18420 16192 0,'0'0'0,"0"0"0,0 0 0,4 0 16,1 1-16,-2 7 0,2 10 16,-2 9-16,1 13 15,0 13-15,1 9 16,-1 3 0,-3 3-16,3 2 0,-4-1 31,0-3-31,-1-1 15,3-7-15,-3-2 16,0-9-16,2-6 16,1-4-16,-2-37 15,0 33-15,0-33 16,0 25-16</inkml:trace>
  <inkml:trace contextRef="#ctx0" brushRef="#br0" timeOffset="266649.8225">18690 16983 0,'0'0'0,"0"0"0,0 0 0,4 0 16,7-2-16,6-2 15,3-5-15,3-1 16,-23 10-16,21-15 16,-2-3-16,-19 18 15,10-22-15,-10 22 16,4-23-16,-7 0 16,-8 5-16,-7 2 15,0 11-15,-8 6 16,-4 8-16,1 8 0,-3 10 15,4 0 1,8 5-16,8-1 16,10 0-16,10-1 15,13-1-15,7-2 0,15-4 16,8-3-16</inkml:trace>
  <inkml:trace contextRef="#ctx0" brushRef="#br0" timeOffset="266964.1966">19182 16944 0,'0'0'0,"0"0"15,2-6-15,-2 6 0,4-10 0,-4 10 16,1-12-16,-5 0 16,-5 1-16,-14 8 15,-6 7-15,-3 8 16,-6 6-16,9 6 16,4-1-16,9 5 15,8-1-15,10-1 16,7 3-16,10-2 15,7-2-15,10-7 16</inkml:trace>
  <inkml:trace contextRef="#ctx0" brushRef="#br0" timeOffset="267370.9053">19352 16984 0,'0'0'0,"0"0"0,0 6 0,-1 10 16,1 5-16,3 2 16,5 0-16,-8-23 15,9 22-15,3-3 16,4-5-16,3-2 15,-19-12-15,19 5 16,2-3-16,2-7 16,-2-6-16,-21 11 15,18-14-15,-18 14 16,13-19-16,-13 19 16,7-20-16,-7 20 0,5-15 15,-5 6 1,-5 11-16,4 12 15,1 6-15,5 5 0,2 3 16,8-2 0,6 0-16,4-6 0</inkml:trace>
  <inkml:trace contextRef="#ctx0" brushRef="#br0" timeOffset="267747.2667">19760 16351 0,'0'0'0,"0"0"0,0 3 0,0 8 0,2 7 16,1 8-1,2 11-15,-3 10 16,-3 6-16,-5 8 0,3 2 16,0 0-16,-4-5 15,4-4-15,0-4 16,3-4-16,0-5 15,3-5-15,-3-36 16,1 29-16,-1-29 0,2 21 16,3-10-16</inkml:trace>
  <inkml:trace contextRef="#ctx0" brushRef="#br0" timeOffset="268454.793">19972 16904 0,'0'0'0,"0"0"0,0 0 0,3 2 0,7 1 15,-10-3-15,16 6 16,9-3-16,4-2 15,-1-2-15,-28 1 16,24-7-16,-4-4 0,-20 11 16,15-14-16,-4-1 15,-11 15-15,7-19 16,-5 3-16,-2 16 16,-7-14-16,-8 6 15,-15 9-15,-2 9 16,-4 3-16,6 4 15,5 4-15,8 3 16,17-24-16,-13 24 16,13 4-16,9 1 15,8-3-15,3-2 16,11-4-16,2-5 16,1-4-16,3-7 15,-4-1-15,-1-7 16,3-6-16,-1-4 15,-2-4-15,-5-7 16,-4-2-16,-4-1 16,-5 1-16,-2 4 0,-12 23 15,7-20 1,-7 20-16,3-18 0,-3 18 16,-2-14-16,2 14 15,-9-8-15,-2 6 16,5 11-16,3 6 15,6 8-15,9 4 16,4 5-16,5 2 16,2 2-1,6 3-15,-4-3 16,-25-36-16,18 34 16,-18-34-16,16 32 15,-12-6-15,-21-13 0,-12-14 16,-21-14-1,-12-15-15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4T05:23:13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3043 8901 0,'0'0'16,"0"0"-16,0 6 0,0-6 0,0 15 0,2 9 0,-1 6 15,4 8-15,-2 11 16,-1 3-16,2 4 16,2 5-16,-3 6 15,6-4-15,-4-1 16,1-4-16,0-4 0,-5-7 15,2-5 1,-3-6-16,0-36 16,-1 35-16,1-35 15,3 26-15</inkml:trace>
  <inkml:trace contextRef="#ctx0" brushRef="#br0" timeOffset="273.597">3024 8854 0,'0'0'0,"0"0"0,6 0 0,15-5 0,10 0 15,13-3-15,15 0 16,8 1-16,6-1 16,3 1-1,-1 5-15,-1 3 16,-14-1-16</inkml:trace>
  <inkml:trace contextRef="#ctx0" brushRef="#br0" timeOffset="809.3208">3161 9336 0,'0'0'0,"14"-5"0,13 0 0,17-4 16,17 0-16,2 0 16,5-2-16,-4 2 15,-13 3-15,-51 6 16,45-6-16,-45 6 16,34-6-16,-34 6 0,20-2 15,-13 2 1,-14 6-16,-12 5 0,-9 5 15,-1 8-15,-5 3 16,6 5-16,5 3 16,6-3-16,7 1 15,8-1-15,7-4 16,8-4-16,6 0 16,3-9-1,7-5-15,3-5 0,-1-4 0,1-7 16,-3-2-16,-2-3 15,-8-5 1,-1-2-16,-12-3 0,-5-3 16,-2-1-16,-9-3 31,-5-1-31,-5 2 16,-9 0-16,3 0 15,26 27-15,-32-19 0,2 7 16,3 9-1,27 3-15</inkml:trace>
  <inkml:trace contextRef="#ctx0" brushRef="#br0" timeOffset="1146.525">3891 9336 0,'0'0'0,"0"0"0,3 2 0,13 6 16,0 3-16,6 7 15,1 4-15,0 5 16,-4-1-16,-7-1 0,-12-25 16,9 26-1,-9-26-15,3 22 16,-3-22-16,-7 17 0,7-17 15,-16 13 1,0-9-16,-1-11 0,-2-8 16,11-9-16,8-11 15,10-7-15,12-7 16,5 1-16,-27 48 16</inkml:trace>
  <inkml:trace contextRef="#ctx0" brushRef="#br0" timeOffset="1813.8326">4250 9396 0,'0'0'0,"0"0"0,0 0 0,0 0 0,5 0 16,3 7-16,3 9 0,1 4 15,-4 4-15,-1 2 16,-7-26-16,2 26 16,-2-26-16,3 23 15,-3-23-15,-3 22 16,3-22-16,0 14 15,0-14-15,-1 7 32,1-12-32,1-9 0,4-8 0,2-4 15,-7 26-15,11-25 0,9 1 16,-20 24-16,23-16 16,0 6-16,-23 10 15,25 0 1,-3 10-1,-7 6-15,-15-16 16,15 21-16,-15-21 16,6 21-16,-6-21 15,1 19-15,-1-19 16,-1 14-16,1-14 16,-2 9-16,-2-8 15,5-12-15,3-4 16,3-9-16,8-2 0,6-1 15,-21 27-15,23-25 16,3 6-16,1 10 16,-6 10-16,-2 7 15,-3 9-15,-8 2 16,-4 5-16,-4 2 16,0-26-16,0 25 15,0-25-15,-7 24 0,7-24 16</inkml:trace>
  <inkml:trace contextRef="#ctx0" brushRef="#br0" timeOffset="2937.4658">4826 9425 0,'0'0'0,"0"0"0,0 10 0,1 8 16,0 5-16,0 7 15,10-8-15,2-1 16,4-9-16,5-4 16,3-6-16,1-5 0,2-7 15,-2-3 1,-26 13-16,18-13 0,-18 13 15,17-18 1,-17 18-16,10-19 0,-10 19 16,3-16-16,-2 7 15,-6 13-15,2 8 16,-1 8 0,3 2-16,8-1 0,8-6 15,4-4-15,8-4 0,2-8 16,-1-7-16,-2-7 15,6-9 1,-4-7 0,-5-5-16,-1-4 15,-6-6-15,0-6 16,-5-3-16,-4-4 0,1-3 0,-8-1 16,-5 1-16,-1 3 15,-3 7-15,-3 4 16,4 4-16,8 44 15,-8-34-15,8 34 16,-9-27 0,9 27-16,-7-17 0,6 12 15,6 17-15,-2 16 0,0 15 16,-4 12 0,-2 12-16,-3 4 0,0 4 15,2 5 1,2-3-16,3-5 0,-1-5 31,4-9-31,2-6 16,4-11-16,-10-41 15,11 33-15,7-11 16,6-7-16,6-8 16,2-10-16,4-5 15,4-9-15,1-8 16,-2-4-16,-1-6 15,0 1-15,-6 4 16,-7 1-16,-25 29 16,17-25-16,-17 25 0,12-20 15,-8-1 1,-4 21-16,-9-16 0,-6 5 16,-11 7-16,1 11 15,-5 10-15,2 11 16,6 4-16,9 3 15,4-1-15,13-5 16,8-3-16,5-10 16,6-6-16,-23-10 15,26 6-15,2-7 16,-28 1-16,30-11 0,-8-3 16,-3-4-16,-19 18 15,12-22-15,-12 22 16,7-20-16,-7 20 15,1-15-15,-1 15 16,-3-9-16,3 9 16,-5 1-16,2 11 15,6 9-15,3 1 16,9 0-16,7-6 16,1-6-16,5-5 15,7-5-15,2-3 16</inkml:trace>
  <inkml:trace contextRef="#ctx0" brushRef="#br0" timeOffset="3149.3917">6257 9231 0,'0'0'0,"0"0"0,5 3 0,-5-3 0,8 6 16</inkml:trace>
  <inkml:trace contextRef="#ctx0" brushRef="#br0" timeOffset="3283.7083">6295 9524 0,'0'0'0,"0"0"0,0 0 0,0 1 0,2 8 15</inkml:trace>
  <inkml:trace contextRef="#ctx0" brushRef="#br0" timeOffset="4428.9225">4972 10276 0,'0'0'0,"0"0"0,0 0 0,0 0 0,0 0 0,4 3 15,2 4-15,5 7 16,8 5-16,2 9 15,1 6-15,2 3 16,-2 5-16,-3-3 16,-2 1-16,-4-5 15,-13-35-15,10 30 16,-10-30-16,5 24 16,-5-24-1,4 20-15,-4-20 0,0 12 16,0-9-16,-7-12 15,1-6-15,1-6 16,2-5-16,5-8 16,6 0-16,-2 0 0,6-1 31,8 1-31,0 6 16,1 3-16,6 8 15,-2 3-15,-1 11 16,-24 3-16,33 5 15,-1 9-15,1 13 0,0 7 16,-11 2-16,-4 0 16,-6 1-16,-4-5 0,-3 0 15,-5-2-15,0-30 16,0 26-16,0-26 16,4 24-16,-4-24 15,5 16-15</inkml:trace>
  <inkml:trace contextRef="#ctx0" brushRef="#br0" timeOffset="4858.5413">5963 10418 0,'0'0'0,"0"0"0,-4-2 0,-5-9 0,9 11 0,-12-13 15,-6 2-15,-6 2 16,-4 9-16,-1 11 16,1 11-16,3 4 15,3 7-15,6 1 16,10 1-16,7-3 15,6-4-15,10-4 16,2-4-16,10-7 16,-1-5-16,2-5 15,2-7-15,-1-7 16,-6-5-16,2-1 0,-5-3 16,-4-1-16,-6-1 15,-7-4-15,-5-2 16,-9 3-1,-3-2-15,-6 3 0,-9 0 16,-4 8-16,-4 7 16,35 9-16</inkml:trace>
  <inkml:trace contextRef="#ctx0" brushRef="#br0" timeOffset="5046.9729">6220 10610 0,'0'0'0,"0"0"0,0 0 0,0 0 15,-1 3-15</inkml:trace>
  <inkml:trace contextRef="#ctx0" brushRef="#br0" timeOffset="5553.7906">7044 10392 0,'0'0'0,"0"0"0,-1-7 0,-7-7 0,-6-4 16,-2-1-16,-7 4 15,-3 8 1,-4 3-16,-4 11 16,-5 9-16,4 7 15,1 10-15,4 5 16,9 3-16,13-2 16,12 0-16,5-3 15,11-6-15,8-7 0,3-7 16,4-6-16,3-7 15,-1-6-15,0-8 16,-5-5-16,-8-2 0,-5-2 16,-10-7-16,-2-2 15,-9-3-15,-9-2 16,-4-1-16,-9 4 16,-6 8-16,-4 6 15,3 6-15</inkml:trace>
  <inkml:trace contextRef="#ctx0" brushRef="#br0" timeOffset="5826.0422">7291 10148 0,'0'0'16,"0"8"-16,4 10 0,-3 15 0,3 10 0,-2 6 16,0 5-16,-5 3 31,3 0-31,-7-7 16,5 1-16,-1-2 15,4-9-15,-1-40 0,-2 32 16,2-32-16,-4 23 15</inkml:trace>
  <inkml:trace contextRef="#ctx0" brushRef="#br0" timeOffset="6038.0041">7122 9931 0,'0'0'0,"0"0"0,9-7 0,21-3 0,13-3 16,11 2-16,5 8 15,0 9-15,-4 7 16,-9 6-16,-5 4 16</inkml:trace>
  <inkml:trace contextRef="#ctx0" brushRef="#br0" timeOffset="6242.4371">7214 10469 0,'0'0'0,"13"-1"0,16-3 0,11 0 0,26-1 16,9-1-16,3 0 16,-12 1-16</inkml:trace>
  <inkml:trace contextRef="#ctx0" brushRef="#br0" timeOffset="6919.8911">7938 10381 0,'0'0'0,"0"0"0,7 5 0,6 11 0,1 7 15,2 1 1,-1 6 0,-4 0-16,-1-2 15,-10-28-15,7 28 16,-7-28-16,1 27 16,-1-27-16,2 20 15,-2-20-15,1 14 16,-1-14-16,-1 9 15,-1-11-15,4-9 16,1-11-16,2-1 16,7-5-16,0 2 15,5 2-15,-17 24 0,20-20 16,3 9-16,1 9 16,2 5-16,-4 10 15,-2 6-15,-1 2 16,-19-21-16,14 23 15,-14-23-15,7 23 16,-7-23-16,3 19 16,-3-19-16,-1 15 15,1-15-15,-2 9 16,-1-10-16,0-9 16,6-9-16,0-3 15,8-5-15,5-1 16,1 5-16,-17 23 15,24-17-15,-1 7 16,4 10-16,-3 6 16,-3 9-16,-6 3 15,-4 4-15,-11-22 0,11 25 16,-4 2-16,-7-27 16,7 29-16,-7-29 15,2 28-15,-2-28 16</inkml:trace>
  <inkml:trace contextRef="#ctx0" brushRef="#br0" timeOffset="7298.8632">8801 10472 0,'0'0'0,"0"0"0,0 0 0,-2-5 0,2 5 0,-8-7 0,-4 0 16,-10 5-16,-5 7 15,-4 11 1,4 5-16,5 8 16,8-1-16,11 0 15,6-3-15,11-6 0,4-5 16,7-2-1,5-5-15,5-5 16,2-5-16,-1-3 0,-4-6 16,-7-1-16,-2-3 0,-8-5 15,-8-3 1,-9-5-16,-11 1 0,-12-2 16,-16 4-16,-6 2 15,-1 2-15,0 4 16</inkml:trace>
  <inkml:trace contextRef="#ctx0" brushRef="#br0" timeOffset="7613.4287">9122 9874 0,'0'0'0,"3"11"0,1 14 0,-3 25 0,6 9 0,-7 7 32,11 7-32,-5 2 15,-4-9-15,-1 4 16,-2-6-16,-1-2 0,1-11 15,1-51-15,-1 43 16,-3-8-16,4-35 16,0 32-16,0-13 0,-3-15 15</inkml:trace>
  <inkml:trace contextRef="#ctx0" brushRef="#br0" timeOffset="8290.9738">9331 10525 0,'0'0'0,"0"0"0,0 0 0,5 0 0,13 1 16,4-1-16,8 2 0,-30-2 15,31-4 1,1-3-16,0-5 0,-10-3 15,-3-1-15,-8-7 16,-11 23-16,4-20 16,-4-1-1,-11 0-15,-6 9 16,-4 7-16,-9 9 0,-4 9 16,2 10-16,-6 7 15,9 7-15,7 1 16,7-4-16,9 0 15,11-2-15,8-10 16,7-6 0,6-3-16,7-9 0,3-7 0,3-6 15,1-2 1,3-6-16,-8-5 0,-1-4 16,-5-3-16,-6-1 15,-9 0-15,-6 1 31,-3 2-31,-5 27 16,-4-23-16,-4 2 0,8 21 0,-13-16 16,13 16-16,-17-10 15,2 10-15,5 9 16,8 6-16,9 6 16,6 2-16,6 4 15,7 1-15,5 1 16,2 0-16,-6-1 15,-27-28 1,25 20-16,-25-20 0,18 21 0,-11-1 16,-14-4-16,-6 0 15,-9-6-15,-6-4 16,-8-8-16,36 2 16,-31-7-16</inkml:trace>
  <inkml:trace contextRef="#ctx0" brushRef="#br0" timeOffset="8542.8737">10346 10367 0,'0'0'0,"0"0"0,14 0 0,22 0 0,12-3 16,6 3-16,4 0 16,2-1-16,-60 1 15</inkml:trace>
  <inkml:trace contextRef="#ctx0" brushRef="#br0" timeOffset="8715.5245">10399 10555 0,'0'0'0,"0"0"0,10 3 0,26 1 0,30 1 15,21 0-15,17 1 16</inkml:trace>
  <inkml:trace contextRef="#ctx0" brushRef="#br0" timeOffset="10343.6028">13113 9886 0,'0'0'0,"0"0"0,0-8 0,-3-13 0,-4-3 16,-3-3-16,-2-1 15,-9 1-15,-1 3 16,-8 4 0,-9 7-16,-10 6 0,-3 8 0,-2 7 15,3 12 1,5 5 0,8 10-16,6 7 0,10 4 0,7-2 15,13 1-15,9-5 16,12-6-1,4-8-15,8-7 0,8-6 16,1-9-16,2-7 16,-4-4-1,0-6-15,-6-4 0,-6-3 16,-6-2-16,-6-2 16,-2-3-16,-12 27 31,7-27-31,-7 27 0,6-26 15,-6 26 1,6-23-16,-6 23 16,4-16-16,-3 11 0,-5 15 15,3 9-15,-2 12 16,1 13-16,4 6 16,-1 8-16,1 7 15,-1 2-15,-2-3 16,-3-3-16,-2-7 15,-3-4-15,1-8 16,-2-6-16,-4-3 16,-12-6-16,0-4 15,-6-8-15,-5-5 0,1-8 16,-1-4-16,-2-9 16,1-8-16,3-4 15,13-4-15,3-8 16,9-1-16,10 4 15,11-3-15,10 0 16,10 1-16,12 2 16,2 1-16,10 3 15,-1 2 1,4 5-16,-5 2 0,-9 4 16,-3 5-16,-41 10 15,34-9-15,-34 9 16,25-5-16,-25 5 15,19-4-15,-19 4 16,11-7-16</inkml:trace>
  <inkml:trace contextRef="#ctx0" brushRef="#br0" timeOffset="10564.2067">13342 9847 0,'0'0'0,"0"0"0,2 4 0,-2 13 0,5 8 16,4 8-16,-7 4 16,4 0-16,-1 0 15,-5-37-15,-1 37 16,1-37-16</inkml:trace>
  <inkml:trace contextRef="#ctx0" brushRef="#br0" timeOffset="10752.6157">13307 9635 0,'0'0'0,"0"0"0,0 0 0,0 0 0,0 0 15,2 3-15</inkml:trace>
  <inkml:trace contextRef="#ctx0" brushRef="#br0" timeOffset="11062.4072">13575 9845 0,'0'0'0,"4"9"0,4 6 0,2 8 0,6 6 15,1 2 1,3 0-16,-3-2 15,-17-29-15,17 26 16,-17-26-16,13 20 0,-13-20 0,13 14 16,2-14-16,1-11 15,2-11-15,-1-4 16,-2-2-16,1-3 16,-7-2-1,5-5-15,4 0 0,-18 38 16</inkml:trace>
  <inkml:trace contextRef="#ctx0" brushRef="#br0" timeOffset="11445.4922">14081 9969 0,'0'0'0,"0"0"0,0 0 0,8-1 0,6-4 0,7-4 16,-21 9-16,24-7 0,5-4 15,-29 11-15,28-12 32,-3-3-32,-9-8 0,-5 1 0,-11 22 15,5-22-15,-10 4 16,-11 5-16,16 13 15,-19-9-15,-6 11 16,-12 9-16,5 11 16,0 14-16,9 1 15,3 3-15,16-3 16,8-2-16,12-5 16,4-4-16,10-4 15,9-5-15,11-8 16,1-7-16</inkml:trace>
  <inkml:trace contextRef="#ctx0" brushRef="#br0" timeOffset="11872.2361">14431 9892 0,'0'0'0,"3"9"0,3 5 0,-6-14 0,14 20 0,-14-20 15,15 26-15,1 1 16,-16-27-16,16 28 0,-5-5 16,-11-23-1,9 22-15,-9-22 0,5 15 16,-5-6-16,0-9 15,0 0 1,-2-7 0,-2-9-16,5-1 15,3-4-15,-4 21 16,10-26-16,6 2 16,2 3-16,9 7 15,-2 8-15,-3 8 16,1 7-16,0 8 0,-3 7 15,-4 2-15,-5 2 16,-4-1-16,-7-27 16,4 25-16,-4-25 15,4 24-15,1-6 16</inkml:trace>
  <inkml:trace contextRef="#ctx0" brushRef="#br0" timeOffset="12391.713">15309 9825 0,'0'0'0,"0"0"0,6 5 0,7 13 16,3 3-16,-2 7 16,0 1-16,-1-2 15,-13-27-15,8 26 16,-8-26-16,6 24 16,-6-24-16,4 21 15,-4-21-15,3 16 0,-3-16 16,0 9-16,0-9 15,0 2-15,-1-10 16,-1-10 0,6-7-16,4-1 0,0-2 15,8 3-15,-16 25 16,16-24 0,2 5-16,7 5 0,-1 10 15,-24 4-15,26 6 16,-1 12-16,-1 7 15,-8 5-15,-6-1 16,-1-1-16,-5-3 16,-4-25-16,0 25 15,0-25-15,0 23 16,0-23-16</inkml:trace>
  <inkml:trace contextRef="#ctx0" brushRef="#br0" timeOffset="12769.7447">15943 9825 0,'0'0'0,"0"0"0,-6-3 0,-7 0 0,-9 1 16,-1 4-16,1 9 15,0 8-15,4 4 16,1 6-16,1 4 16,12-3-16,6-2 15,11-3-15,11-5 16,3-7-16,-2-3 16,6-4-16,-31-6 15,32-3-15,0-2 0,0-4 16,-4-7-16,-7-2 15,-7-5-15,-5 0 16,-8-3-16,-4 1 16,-4-4-16,-4 1 15,-10-1-15,-6 8 16,27 21 0,-39-11-16</inkml:trace>
  <inkml:trace contextRef="#ctx0" brushRef="#br0" timeOffset="12942.3388">16197 9975 0,'0'0'0,"0"0"0,0 0 0,0 0 0,3 1 0</inkml:trace>
  <inkml:trace contextRef="#ctx0" brushRef="#br0" timeOffset="13384.971">16990 9857 0,'0'0'0,"0"0"0,-1-6 0,-4-6 0,-5-1 16,-10-1-1,-2 2-15,-9 3 16,-4 5-16,-5 8 15,1 6-15,2 9 0,1 5 0,8 1 16,4 5-16,11-2 16,4-1-16,12-4 15,9-1-15,10-2 16,7-4 0,6-3-16,4-4 0,-1-5 0,3-7 15,-41 3-15,36-3 16,-4-8-16,-6-7 15,-12-4-15,-7 0 16,-5-7-16,-11-2 16,-6-4-1,-2-1 1,-6 3-16</inkml:trace>
  <inkml:trace contextRef="#ctx0" brushRef="#br0" timeOffset="13633.8387">17279 9521 0,'0'0'0,"0"0"0,3 13 16,4 21-16,3 10 15,2 11-15,-1 6 16,-3-3-16,-2 2 16,-6-2-16,-2-5 15,-4-11-15,1-1 16</inkml:trace>
  <inkml:trace contextRef="#ctx0" brushRef="#br0" timeOffset="13872.6217">17189 9199 0,'0'0'0,"12"-7"16,12-2-16,14 4 0,19 8 0,6 2 16,0 13-16,-1 2 15,-8 9-15,-8 3 16</inkml:trace>
  <inkml:trace contextRef="#ctx0" brushRef="#br0" timeOffset="14077.6964">17275 9847 0,'0'0'0,"15"-3"0,-15 3 0,33 0 0,23-4 15,24 4-15,18 3 16</inkml:trace>
  <inkml:trace contextRef="#ctx0" brushRef="#br0" timeOffset="14693.6358">18292 9756 0,'0'0'0,"0"0"0,0 0 0,0-5 0,-5-9 0,5 14 0,-15-15 0,-11 4 15,-14 11-15,-8 7 16,-1 8-16,5 10 15,9 4 1,4 1-16,11 2 0,9-1 16,10-6-16,7-2 0,-6-23 15,21 23-15,2-6 16,12-4 0,-1-5-16,0-5 15,-2-5-15,-4-4 0,-4-6 16,-6-3-16,-5-3 15,-13 18-15,12-18 16,-12 18-16,7-20 16,-7 20-16,1-15 15,-1 15-15,-1-11 16,0 8-16,1 11 16,3 7-16,8 4 15,5 3 1,14-1-16,6-5 0,4-7 15</inkml:trace>
  <inkml:trace contextRef="#ctx0" brushRef="#br0" timeOffset="15101.3381">18699 9114 0,'0'0'0,"0"0"0,0 0 0,0 0 0,0 7 0,0 10 0,-1 8 15,-3 15-15,0 13 16,1 7 0,-3 7-1,-1 7-15,-1 5 16,6-4-16,-1-1 16,0-12-16,3-13 15,-4-6-15,4-43 16,-3 36-16,3-3 0,0-33 0,3 26 15,-3-26-15,0 23 16,-3-15-16</inkml:trace>
  <inkml:trace contextRef="#ctx0" brushRef="#br0" timeOffset="15607.1462">18470 9723 0,'0'0'0,"11"-1"0,12-4 0,19 0 0,15 4 16,10-6 0,2 4-16,-3 3 15,-3-2 1,-8 0-16,-55 2 15,46-1-15,-46 1 0,33-4 16,-33 4-16,20-3 16,-20 3-1,10-2-15,-13 6 0,-17 5 0,-13 7 16,1 3 0,-5 6-16,8 0 0,8 0 0,13 1 31,8-26-31,1 27 15,10-1-15,10 2 16,7-8-16,6-4 16,-1-7-16,3-8 15,1-5-15,-5-4 16,-32 8-16,29-11 16,-3-6-16,-10-6 15,-4-3-15,-10-2 16,-8-4-16,-9 1 15,-9 4-15,-10 2 0,-4 6 16,-5 9-16,43 10 16,-48-3-16</inkml:trace>
  <inkml:trace contextRef="#ctx0" brushRef="#br0" timeOffset="16306.9608">19325 9722 0,'0'0'0,"0"0"0,4 2 0,-2 6 0,4 7 16,5 5-16,-4 2 0,-7-22 15,10 27-15,-4 2 16,-6-29-16,6 30 15,-6-30-15,3 29 16,-3-29-16,5 25 16,-5-25-16,2 16 15,-2-16-15,1 11 16,-1-10-16,3-9 0,-3 8 16,6-17-16,2-5 15,4-10-15,1 0 16,6 4-16,-19 28 15,20-22-15,2 4 16,0 9 0,-22 9-16,18 2 15,-3 7-15,-3 7 16,-12-16-16,12 18 0,-12-18 0,8 22 16,-8-22-1,5 21-15,-5-21 0,5 15 16,-5-15-16,0 11 15,0-11-15,-3 3 16,3-3-16,-2-4 16,4-10-16,5-7 15,3-1-15,9-3 16,1 7-16,1 1 16,-21 17-16,22-12 15,2 8 1,1 5-16,-25-1 0,20 8 15,2 8-15,-22-16 16,18 25-16,-6 2 0,-12-27 16,10 31-16,-10-31 31,5 29-31,-5-29 0,3 27 16,-3-27-16,2 20 0,5-13 15</inkml:trace>
  <inkml:trace contextRef="#ctx0" brushRef="#br0" timeOffset="16735.2324">20284 9666 0,'0'0'0,"0"0"0,0-2 0,-6-6 0,-7 5 15,-4 0-15,17 3 16,-24 1-16,24-1 16,-26 3-16,3 7 15,9 3-15,14-13 16,-4 14-16,7 3 15,10 0-15,8 0 16,9 3-16,2-4 16,3 2-16,1-4 0,-6 4 15,-30-18-15,28 17 16,-12 6-16,-4 1 16,-12 3-16,-12-3 15,-5-6-15,-10-4 16,-9-6-1,-6-4-15,-4-3 0,-8-2 16,0-3-16,0 2 16,6-1-16</inkml:trace>
  <inkml:trace contextRef="#ctx0" brushRef="#br0" timeOffset="18293.9759">11713 10576 0,'0'0'0,"0"0"0,-4-1 0,-7-4 0,11 5 15,-15-8-15,15 8 0,-17-7 16,17 7-16,-19-4 15,19 4-15,-19-3 16,19 3-16,-12-1 16,12 1-16,-8 0 15,12 0-15,9 0 16,6 2-16,10 0 16,2 1-16,6 1 15,-1-1-15,7-3 16,7 2-16,6-1 15,4-4-15,3-1 0,7 2 16,2-2-16,7-1 16,1 2-16,8 0 15,-1 0-15,2 1 16,3-1 0,1 0-16,3 2 0,0-2 15,5-1 1,3 0-16,-3 3 15,3 0-15,-1 1 0,3-1 16,1 0-16,1 2 16,3-2-16,1 0 0,-3 1 15,2 0 1,1-1-16,-3-3 0,7 2 16,3 0-16,-3-4 15,0 2-15,0 1 16,3-1-16,-2 0 15,4-1-15,0-1 16,-1 2-16,-5-1 16,5-1-16,-3 1 15,4-1 1,5 0-16,-1 0 0,5 1 16,-3-1-16,1 1 15,-4 1-15,1-4 16,-2 5-1,0-4-15,2 1 0,0 3 0,1-4 16,1 1 0,-2 1-16,1 1 0,2-3 31,-4 6-31,3-1 16,-6-5-16,4 6 0,-3-2 0,3 0 15,-3 2-15,4 1 16,-4-1-16,-4 1 15,2 1-15,2 0 16,-6-1-16,-2-1 31,2 2-31,-3 3 0,4 2 16,-4-3-16,-1 4 0,-2-3 0,-3 4 16,0-3-16,-1 1 31,-2-2-31,-1 3 15,-1-5-15,-3 2 16,-3-1-16,-4-1 16,-1-1-16,-1 1 15,-4 0-15,-1 0 16,-4 0-16,-6 3 16,-8 1-16,-4-5 15,-10 4-15,-53-5 0</inkml:trace>
  <inkml:trace contextRef="#ctx0" brushRef="#br0" timeOffset="19672.963">11700 10989 0,'0'0'0,"0"0"0,2-3 0,-2 3 15,3-8-15,-3 8 16,-1-9-16,1 9 16,-2-6-16,2 6 15,3-6-15,-1 6 16,8 7-16,1 11 15,5 8-15,-2 6 16,4 6-16,-18-38 16,13 36-16,-1-3 0,-2-4 15,-10-29-15,10 27 16,-10-27-16,6 20 16,-6-20-16,2 20 15,-2-20-15,1 15 16,-1-15-16,0 6 15,-1-8-15,1 2 16,-2-13-16,2-8 16,0-10-16,2-5 15,-1 2-15,7 1 16,1 3-16,-9 30 0,11-27 16,-11 27-16,14-23 15,3 6-15,0 13 16,1 10-1,5 6-15,-3 4 0,-1 4 16,-2 0 0,1 2-16,-18-22 0,14 24 15,-4 0-15,-2 4 16,-8-28-16,8 27 16,-8-27-16,3 24 15,-3-24-15,0 22 16</inkml:trace>
  <inkml:trace contextRef="#ctx0" brushRef="#br0" timeOffset="20120.8164">12243 11078 0,'0'0'0,"0"0"0,0 0 0,-1-2 16,1 2-16,-3-5 15,3 5-15,-10-9 16,-9 4-16,-6 9 16,-3 4-1,3 10-15,4 3 0,6 6 0,1 0 16,14-27-16,-6 27 15,8-2-15,12-2 16,8-6 0,0-4-1,8-9-15,0-4 0,-5-4 16,-25 4 0,29-9-16,-5-2 0,-6-8 15,-18 19-15,14-20 16,-7-3-16,-7 23 15,-2-25-15,-4-1 16,-11-2-16,2 2 16,-8 7-16,23 19 15,-22-10-15</inkml:trace>
  <inkml:trace contextRef="#ctx0" brushRef="#br0" timeOffset="20309.5855">12428 11225 0,'0'0'16,"0"0"-16,0 0 0,0 0 0,0-2 0</inkml:trace>
  <inkml:trace contextRef="#ctx0" brushRef="#br0" timeOffset="20800.0336">12875 11118 0,'0'0'0,"0"0"0,0 0 0,0-3 0,-4-5 0,4 8 15,-9-11-15,-4 0 16,-3-5-16,16 16 15,-23-11-15,-4 8 16,1 11-16,-3 5 16,4 4-16,3 9 15,6 2-15,9 0 0,7 1 16,3-3 0,13-4-16,4-6 0,-20-16 15,25 10-15,2-5 16,-27-5-16,32-3 15,-2-6-15,-30 9 16,32-13-16,-11-6 16,-8-6-16,-10 2 15,-5-4-15,-14 2 0,-6 4 16,-7 1 0,-5 1-16,34 19 0,-34-15 15</inkml:trace>
  <inkml:trace contextRef="#ctx0" brushRef="#br0" timeOffset="21069.1094">12981 10865 0,'0'0'0,"0"0"0,2 4 0,1 12 0,4 8 16,0 10-16,-3 10 15,1 1-15,1 3 0,-1-5 16,-5 3-16,0-5 16,-1 0-16,1-41 15,0 34-15,0-34 16,0 31-1</inkml:trace>
  <inkml:trace contextRef="#ctx0" brushRef="#br0" timeOffset="21304.4306">12880 10721 0,'0'0'0,"0"0"0,7-3 0,9-7 0,-16 10 0,34-6 16,5 3-16,15 7 16,-5 12-16,-2 6 31</inkml:trace>
  <inkml:trace contextRef="#ctx0" brushRef="#br0" timeOffset="21493.9741">12963 11115 0,'0'0'0,"10"-2"0,12-1 0,15-1 0,15-1 16,10-3-16</inkml:trace>
  <inkml:trace contextRef="#ctx0" brushRef="#br0" timeOffset="22044.1463">13599 11120 0,'0'0'0,"0"0"0,-2-8 16,-1-4-16,-3-8 0,-4-2 16,-2 0-16,-7 3 15,4 3-15,-6 4 16,21 12-16,-22-6 16,-6 9-16,4 9 31,-6 7-31,8 7 15,1 2-15,7-1 16,14-27-16,-6 27 16,11-2-16,10-2 15,-15-23-15,20 14 0,5-3 16,-25-11-16,35 5 16,-7-8-16,-28 3 15,27-9-15,-4-4 16,-23 13-16,19-18 15,-19 18-15,6-19 16,-6 19-16,5-18 16,-5 7-16,-5 10 15,1 10 1,3 5-16,3 3 0,4 2 16,6-1-16,4-2 15,10-6-15,-2-4 16</inkml:trace>
  <inkml:trace contextRef="#ctx0" brushRef="#br0" timeOffset="22395.0552">13748 10607 0,'0'0'0,"0"0"0,0 0 0,0 5 0,-1 12 0,5 10 16,-4 10-16,4 7 15,-1 5-15,5 6 16,-2-2-16,-2-1 15,0-4-15,0-3 16,1-4-16,-2-7 16,-1-5-16,-2-29 0,2 26 15,-2-26 1,0 23-16,0-23 16</inkml:trace>
  <inkml:trace contextRef="#ctx0" brushRef="#br0" timeOffset="22896.8314">13675 11067 0,'0'0'0,"0"0"0,9 1 0,13 0 16,2-2-16,8 2 15,10-2-15,-1-1 16,-6 1-16,-35 1 16,39-2-16,-3 0 15,-36 2-15,33-1 16,-33 1-16,27 0 16,-27 0-16,18-2 15,-18 2-15,9 0 0,-9 0 16,5 0-16,-14 4 15,-13 6-15,-4 3 16,2-1-16,5 7 0,3-1 16,16-18-16,-8 17 15,5 2-15,3-19 16,8 18-16,7-3 16,7-5-1,5-3-15,-1-6 16,-3-5-16,1-2 0,-24 6 15,20-10-15,-6 0 16,-14 10-16,11-15 16,-10-2-16,-10-7 15,-11-1-15,-1 3 16,-10 5-16,31 17 16</inkml:trace>
  <inkml:trace contextRef="#ctx0" brushRef="#br0" timeOffset="23556.8711">14189 11049 0,'0'0'0,"0"0"0,0 0 0,5 7 0,0 8 16,5 7 0,-10-22-16,9 25 0,-2 1 15,-7-26-15,4 24 16,-4-24 0,4 19-16,-4-19 0,-1 14 0,1-14 15,-1 10 1,0-9-16,1-1 0,0-7 31,0-4-31,3-10 0,4 0 0,-3 0 16,-4 21-16,10-22 15,4 6-15,3 8 16,-17 8-16,20-5 16,-3 11-16,1 5 15,-18-11 1,14 14-16,-14-14 0,10 17 0,-10-17 15,6 18-15,-6-18 16,1 16-16,-1-16 16,-1 12-16,1-12 15,-6 8-15,6-8 16,-4 0 0,-2-9-16,6-4 0,0 13 15,5-19-15,1 1 16,10 3-16,-16 15 15,19-11-15,-19 11 16,16-3-16,4 6 16,-20-3-16,19 9 31,-3 7-31,-5 6 0,-11-22 0,7 22 16,-7-22-16,1 20 15,-1-20-15</inkml:trace>
  <inkml:trace contextRef="#ctx0" brushRef="#br0" timeOffset="23921.095">14706 10988 0,'0'0'0,"0"0"0,-3 0 0,3 0 15,-11 3-15,11-3 16,-17 7-16,17-7 16,-16 9-16,0 5 15,16-14-15,-3 15 16,12-1-16,8 5 15,9 0-15,1 1 0,-27-20 16,26 20-16,-3 0 16,-23-20-16,16 21 15,-8-5-15,-11-1 16,-11 0-16,-10-8 16,-7-3-16,-4-2 0,-1-4 15,1-2-15</inkml:trace>
  <inkml:trace contextRef="#ctx0" brushRef="#br0" timeOffset="24810.6659">15044 11032 0,'0'0'0,"0"0"0,0 2 0,0-2 0,-2 13 15,4 1-15,-2-14 16,3 21-16,-3 0 0,-3 2 16,3-23-1,-3 21-15,3-21 16,-9 18-16</inkml:trace>
  <inkml:trace contextRef="#ctx0" brushRef="#br0" timeOffset="25015.8108">14995 10892 0,'0'0'0,"0"0"0,0 0 0,0 0 16,4 3-16,-4-3 16</inkml:trace>
  <inkml:trace contextRef="#ctx0" brushRef="#br0" timeOffset="25442.1637">15147 11057 0,'0'0'0,"0"0"0,1 4 0,-1-4 0,4 11 16,-4-11-16,4 14 15,-4-14 1,4 16-16,-4-16 16,8 20-16,-8-20 15,4 15-15,-4-15 16,4 11-16,-4-11 0,2 8 16,-2-8-16,-3-1 15,3 1-15,-4-5 16,4 5-16,-3-11 15,1-7-15,4-5 0,-2 23 16,4-22 0,-4 22-16,12-15 15,3 5-15,0 11 0,3 7 16,-4 5-16,-3 3 16,0 4-16,-11-20 31,8 20-31,-8-20 0,5 22 0,-5-22 15</inkml:trace>
  <inkml:trace contextRef="#ctx0" brushRef="#br0" timeOffset="25992.7915">15647 10728 0,'0'0'0,"0"0"0,2 7 0,-2 11 15,5 8-15,0 11 0,1 7 32,6 7-32,-4-2 0,-3-1 0,-5-48 31,5 45-31,-2-9 0,-3-36 0,4 32 15,-4-32-15,1 24 16,-1-24-16,-4 16 16,0-9-16</inkml:trace>
  <inkml:trace contextRef="#ctx0" brushRef="#br0" timeOffset="26244.5778">15641 10666 0,'0'0'0,"0"0"0,0 0 0,0 0 0,0 0 15,-5 6-15,-6 5 16,-1 7-16,-4 7 15,-8 4-15,-4 2 16,4 6 0,-5-5-1</inkml:trace>
  <inkml:trace contextRef="#ctx0" brushRef="#br0" timeOffset="26517.7626">15476 11224 0,'0'0'0,"0"0"0,4 1 0,12-1 16,9 0-16,4 0 15,8-2-15,4 0 16,1 0-16,-1-5 16,-41 7-16</inkml:trace>
  <inkml:trace contextRef="#ctx0" brushRef="#br0" timeOffset="27252.9633">15937 10984 0,'0'0'0,"0"0"0,2 2 0,4 8 0,-6-10 16,11 13-16,1 7 15,2 6-15,-1-1 16,-13-25-16,9 24 15,-9-24-15,7 18 16,-7-18-16,6 14 16,-6-14-16,2 11 15,-2-11-15,1 8 16,-1-8-16,0-1 0,0-6 16,0 7-16,0-14 15,0-7 1,0 21-16,5-24 0,-5 24 15,12-20-15,-12 20 16,14-15-16,3 11 16,-2 10-16,-1 7 15,-14-13-15,10 18 16,-10-18-16,10 21 16,-10-21-16,5 21 15,-5-21-15,2 17 16,-2-17-16,2 12 15,-2-12-15,0 5 16,0-5-16,-3-4 16,0-6-16,3 10 0,0-17 15,6-5 1,1-4-16,-7 26 0,16-22 16,-16 22-16,17-13 15,5 5-15,-22 8 16,21 3-16,-4 6 15,-17-9-15,18 13 16,-4 5-16,-14-18 16,11 22-16,-11-22 15,4 21-15</inkml:trace>
  <inkml:trace contextRef="#ctx0" brushRef="#br0" timeOffset="27645.9811">16578 11048 0,'0'0'0,"0"0"0,0 0 15,-2-1 1,2 1-16,-4-7 0,-11 2 15,-2 0-15,17 5 16,-24-2-16,-4 7 16,-5 9-16,6 4 15,8 3-15,3 1 16,16-22-16,-2 21 16,2-21-16,5 21 15,12-2-15,8-6 16,-25-13-16,32 6 0,-2-4 15,-30-2-15,29-3 16,-9-5 0,-20 8-16,16-14 0,-9-7 15,-9-9 1,-13-1-16,-3 3 0,-3 3 16</inkml:trace>
  <inkml:trace contextRef="#ctx0" brushRef="#br0" timeOffset="27960.6336">16635 10596 0,'0'0'0,"0"0"0,6 9 0,-4 19 16,-2 11 0,0 6-1,6 9-15,3 3 0,-2-6 16,-3 0-16,1-5 16,-1-4-16,-4-8 0,0-1 15,7-7 1,-7-26-16,0 25 15,0-25-15,1 21 0</inkml:trace>
  <inkml:trace contextRef="#ctx0" brushRef="#br0" timeOffset="28402.7462">16836 11067 0,'0'0'0,"0"0"0,0 0 0,3 1 0,12 0 0,-15-1 0,24-1 16,2-2-16,-26 3 15,30-3 1,-6-5-1,-24 8-15,23-8 16,-23 8-16,13-13 16,-7-5-16,-6 18 0,0-21 15,-5 1-15,-6 1 16,11 19-16,-20-12 0,-3 8 16,-7 14-1,-3 9-15,5 6 16,5 5-16,10 3 15,8-3-15,7-1 16,-2-29-16,7 28 16,13-6-16,13 0 15,6-5-15,5-9 16,10-8-16,-3-2 0,-4-8 16</inkml:trace>
  <inkml:trace contextRef="#ctx0" brushRef="#br0" timeOffset="28704.3907">17330 10992 0,'0'0'0,"0"0"0,-2-2 0,-8-4 15,10 6-15,-16-6 16,0 5-16,-4 8 0,-2 7 16,3 5-16,-4 4 15,5 7 1,10-2-16,3 2 0,10-5 16,6-3-16,11-7 15,6-1-15,9-7 16,6-2-16,2-9 15,-45 4-15</inkml:trace>
  <inkml:trace contextRef="#ctx0" brushRef="#br0" timeOffset="29087.8053">17538 11036 0,'0'0'0,"0"0"0,0 0 0,0 0 15,0 1-15,0-1 0,-5 7 16,4 7-16,1 7 16,7 1-16,1 2 15,-8-24-15,13 20 16,-13-20-16,18 16 16,3-5-16,3-7 15,-24-4-15,23-3 16,2-3-16,-3-11 15,-22 17-15,18-18 16,-18 18-16,11-20 16,-11 20-16,8-17 0,-8 17 15,4-13 1,-4 8-16,-4 9 0,-1 7 16,5-11-16,0 16 15,3 5-15,14 3 16,1-4-1,13-6-15,-1-5 0,-3-6 0</inkml:trace>
  <inkml:trace contextRef="#ctx0" brushRef="#br0" timeOffset="29434.782">17845 10579 0,'0'0'0,"0"0"0,0 0 0,0 0 0,0 7 0,3 11 16,3 14-16,-4 11 15,-4 10-15,-1 4 16,7 0-16,-1-3 16,-5-5-16,3-5 15,2-7-15,-3-6 16,3-6-16,0-1 16,-3-24-16,2 21 15,-1-2-15,-1-19 16,3 21-16,-3-21 15</inkml:trace>
  <inkml:trace contextRef="#ctx0" brushRef="#br0" timeOffset="29877.0692">18059 11066 0,'0'0'0,"0"0"0,0 0 0,5 2 15,8-1-15,12-2 16,-25 1-16,26-1 16,-26 1-16,28-5 15,-3-3-15,-25 8 16,24-13-16,-8-2 15,-6-5-15,-10 20 16,3-20-16,-8-2 16,5 22-16,-11-21 15,-3 6-15,14 15 0,-20-10 16,-6 10-16,-6 11 16,1 10-16,2 9 15,3 1-15,9 4 16,11-5-16,5-1 15,12-1 1,8-4-16,7-5 0,9-1 16,6-5-16,4-5 15,5-4-15,-1-3 0</inkml:trace>
  <inkml:trace contextRef="#ctx0" brushRef="#br0" timeOffset="30333.5859">18781 10890 0,'0'0'0,"0"0"0,1 2 0,4 7 16,11 2-16,6 6 15,6 7 1,6 1-16,0 0 16,-1 4-16,-3-7 15,-30-22-15,28 19 16,-7 0-16,-21-19 15,17 19-15,-17-19 0</inkml:trace>
  <inkml:trace contextRef="#ctx0" brushRef="#br0" timeOffset="30602.9151">19032 10866 0,'0'0'0,"0"0"0,-1 6 0,1-6 0,-8 18 0,-8 10 0,-9 2 16,-3 2-1,-5 5 1,-1-5-16,-3-8 0,37-24 0,-31 24 15,31-24-15,-23 19 16,10-4-16</inkml:trace>
  <inkml:trace contextRef="#ctx0" brushRef="#br0" timeOffset="31141.0114">19764 10524 0,'0'0'0,"0"0"0,0 0 0,0 0 16,2 6-16,1 11 15,-2 16-15,3 11 16,2 6-16,-4 5 16,-2 1-16,-2-2 15,-1-2-15,3 0 16,3-6-16,-1-6 0,-1-3 15,5-5-15,-6-32 16,8 30-16,-1-3 16,-7-27-16,5 23 15,-5-23-15,6 19 16,-6-19-16</inkml:trace>
  <inkml:trace contextRef="#ctx0" brushRef="#br0" timeOffset="31738.573">19719 10508 0,'0'0'0,"0"0"0,1 2 0,9 8 0,3 3 16,5 5-16,7 13 16,5 6-16,3 9 15,4 7-15,3 3 16,4-4-16,-3-4 15,-8-4-15,1-9 0,-3-2 16,-31-33-16,28 31 16,-3-4-16,-25-27 15,27 25-15,-27-25 16,25 21-16,-25-21 16,22 17-1,-22-17-15,16 10 0,-16-10 16,16 0-16,-4-9 15,-3-10-15,-3-4 16,1-2-16,-5-2 16,1-2-16,-2-5 15,-5-3-15,8-2 16,-3-1-16,1-2 0,-1 2 16,-1 1-1,3 3-15,3 5 0,-6 31 16,1-29-1,-1 29-15,3-24 0,-3 24 16,5-19-16,-4 13 16,3 12-16,-4-6 15</inkml:trace>
  <inkml:trace contextRef="#ctx0" brushRef="#br0" timeOffset="32126.6223">20625 11061 0,'0'0'0,"0"0"0,0 1 0,-4 8 0,-6 7 15,-5 8-15,-8 9 16,3 4-16,-4 4 16,5 2-1,-8 0-15,7-4 16,-2-3-16,2-5 0,20-31 15,-15 26-15,15-26 0,-12 21 16,12-21-16,-9 18 16,7-7-16,2-11 15</inkml:trace>
  <inkml:trace contextRef="#ctx0" brushRef="#br0" timeOffset="32431.1539">20567 11038 0,'0'0'0,"0"0"0,1 4 0,7 7 0,5 6 16,0 5-16,6 6 0,4 6 31,-3 1-31,-2-2 0,6 5 0,-3 0 16,-3-5-16,0 0 15,-2-1-15,-16-32 16,17 32-16,-5-3 16,-12-29-16,11 33 15,-5-9-15,-6-24 16</inkml:trace>
  <inkml:trace contextRef="#ctx0" brushRef="#br0" timeOffset="32682.3652">20378 11296 0,'0'0'16,"12"0"-16,13-3 0,13 2 0,28-4 0,14 3 16,14 2-16,8 4 15,2 0-15,-1-1 16</inkml:trace>
  <inkml:trace contextRef="#ctx0" brushRef="#br0" timeOffset="37179.5928">2637 8662 0,'0'0'15,"0"0"-15,0 0 0,0 0 0,3 2 0,1 7 16,1 5-16,2 7 15,-1 9-15,1 3 16,3 6-16,-3 7 16,7 5-16,-3 2 15,-2 9-15,0 7 16,0 5-16,-5 5 16,2 5-16,-6 5 15,2-2-15,-2 1 0,-2 1 16,2 0-16,0-1 15,1 2-15,0-3 16,0 0-16,-3-2 16,1-4-16,-1-1 15,5-1-15,1-6 16,0 0-16,-2-3 16,4-5-16,-2 0 15,2-8-15,5 0 16,-6-3-16,0-1 15,-1-2-15,5 2 16,-1-6-16,-5 0 16,3-2-16,0-3 15,-3-2-15,5-1 0,-3-4 16,-1-1 0,3 0-16,2-5 0,1-4 15,4 1-15,3-3 16,5-4-16,4-2 15,4-2-15,5-3 16,4 1-16,4-2 16,8-2-1,9-3-15,4-2 16,7-1-16,5-4 16,5 1-16,5-3 0,5-2 0,1 1 15,6 0-15,2 1 16,6 2-16,2-6 15,1 3-15,8 7 16,-5-8-16,2 3 16,6-6-16,-2 8 15,2-2-15,6 0 16,-2-1-16,10 3 16,-5-1-16,8-2 15,1 0-15,2 3 16,-3-2-16,6 5 15,3-5-15,-1 3 16,1-1-16,10-2 16,4 1-16,-6 2 15,11 1-15,-4-1 16,-3 3-16,3-3 16,8 2-16,-7 1 15,4 1-15,1-3 16,-2 1-16,1 3 0,-1-3 15,2-1-15,0 7 16,7-4-16,0 0 16,3 0-16,1 0 15,3 2-15,-3 3 16,-2 0-16,-1-4 16,6 2-16,-10-1 15,3-1-15,-2-1 16,0 0-16,2 2 15,1 0-15,-4-1 16,1 2-16,1-1 0,-1-4 16,-4 0-16,3-1 31,2 1-31,-4-1 0,2 2 0,-5-2 16,8 2-16,-2-3 15,-6 0-15,6-2 16,3 2-16,-6-1 31,-1-1-31,6 1 0,-4 4 16,5-4-16,-1 1 0,2-1 15,1 0-15,-2 1 16,-4-2-16,-1 1 16,-2 4-16,1-7 0,-2 4 15,3 1-15,0 1 16,1 0-1,10 2-15,-7 1 0,2 3 16,3-2-16,-5 2 16,-1-1-16,-5-1 15,2 1-15,-5-3 16,-4 4-16,2 0 16,-3-2-16,-6 0 15,2 4 1,-3-8-16,-5 5 0,-3-3 15,4 3-15,-2-3 16,-3 2-16,2-3 16,-10 0-16,1 1 15,-6-1-15,-2 0 16,-8 0-16,-5-1 16,-4-3-16,-8 0 0,-7-2 15,-2 0-15,-8-3 16,-7 5-16,-2-4 31,-5 3-31,-4-2 16,-4-4-16,-6 2 15,-9-4-15,-8 2 16,-42 7-16,35-11 16,-1-3-16,-5-4 15,-1-5-15,-7-3 16,-2-3-16,-4-5 0,-4-4 15,2-3-15,0-5 16,0-7-16,-3-2 16,-1-4-16,2-5 15,-2-4-15,0-2 16,2 0-16,-1-7 16,-1-1-16,-5-3 15,2-4-15,-5-2 16,1-2-16,-7 1 15,-1-1-15,2-1 16,-1 2-16,-2-1 0,3 4 16,1-1-16,-4 5 15,2-2-15,3 3 16,-3 3-16,3 3 16,-1 1-16,-3 0 15,1 3-15,0 3 16,2 2-16,-1 6 15,0 2-15,1 4 16,2 3-16,1 0 16,0 3-16,0 4 15,-1 2-15,0 3 16,1 3-16,0 4 16,2 2-16,-2 29 15,0-25-15,-1 1 0,1 24 16,-5-23-1,2 1-15,3 22 0,-9-20 16,1 1-16,8 19 16,-13-15-16,-3 3 15,-6 3 1,1 1-16,-6 3 0,2 0 16,-6 3-16,-4 0 15,-4 3-15,-7-3 16,-7 0-16,-9-3 0,2 1 15,-6-1 1,-2-1-16,-2 1 0,-4-3 16,1 1-1,-3 0-15,-6 3 0,0-4 16,-3 3-16,-6-2 16,-3-1-16,0 1 15,-5 0-15,-9 0 16,-3-3-16,-3 1 15,-3 0-15,-2-2 16,1 6-16,-4-5 16,1 1-16,-1 5 15,-3-2-15,1 0 16,-3 4-16,2 0 16,-4-2-1,-4 2-15,2 0 0,-8-2 16,2 3-16,-4 0 0,0-2 15,-4 3-15,3-1 16,-2 1-16,-2-2 16,4 4-16,-5-2 15,4-2-15,0 3 16,-1-3-16,-2 5 16,4-4-1,-6 5-15,3-2 0,0 1 16,-1-2-16,0 1 15,-2-1-15,1 1 0,1-1 16,-2-4 0,4 2-16,-1-1 0,2-1 15,-4 5 1,4-2-16,0 1 0,-2-1 16,3 1-16,-2 3 15,4-5-15,0 2 16,4-3-16,4 2 15,-2 0-15,2 1 16,4 5-16,-1-6 16,-3 3-16,2 1 0,-5-5 31,1 1-31,-4 3 16,9-2-16,3-1 15,3 2-15,3 1 16,-3-2-16,-1 3 15,-4 0-15,-1 4 16,-1-4-16,-2 3 16,1 0-16,1 1 15,2-2-15,-2-2 16,-1 2-16,-1 1 16,2 1-16,0 2 15,-1-3-15,2 2 16,0-2-16,2 1 0,-1 0 15,2-1-15,-4 0 16,3-2-16,1 0 16,2 0-16,4-1 15,-2 0-15,4-2 16,4-1-16,0 0 16,3-1-16,2 2 15,1-2-15,0 2 0,-1-3 16,7 2-1,0-1-15,1-1 0,0-3 16,2 1-16,2-1 16,-4 0-16,9-1 15,-2 2 1,2-2-16,1 0 0,3 0 16,-2-1-16,4-1 15,-3 3-15,0-3 16,2 2-16,0 0 15,4-1-15,0 0 0,1-1 16,2 1 0,-1 1-16,-4 3 15,1-1-15,-1 0 0,-3 1 16,2 2-16,0 0 16,-3 1-1,2 2-15,-4 1 0,3-3 16,0 3-16,3-3 15,-1 1 1,6-3-16,-1 0 0,2 1 16,0-1-16,1 1 15,2 1-15,0 0 16,5-3 0,-4 1-16,6 0 0,-2 0 15,4 0-15,-2-1 16,2-1-16,1 0 0,3 2 15,-3 1 1,0-1-16,6 0 0,-4 4 16,-4-2-1,5 2-15,-5 1 0,-4 1 16,0 2-16,-8 2 31,0 5-31,-5 2 0,-7 8 0</inkml:trace>
  <inkml:trace contextRef="#ctx0" brushRef="#br0" timeOffset="147920.3363">4274 12829 0,'0'0'0,"0"0"0,0 0 0,2 2 0,-2-2 0,7 3 16,3 6-16,3 6 0,4 9 15,1 7-15,7 9 16,-3 10-16,-4 4 15,-3 4-15,3 4 16,-7-7-16,-4-3 16,-3-9-1,0-4-15,-4-39 0,1 31 16,-1-31-16,3 29 16,-3-29-16,0 22 15,0-22-15,0 17 16,2-13-16,0-15 15,0-9-15,3-10 16,2-6-16,6-6 16,0-4-16,4-1 15,4 1-15,0 6 16,2 8-16,2 6 16,-25 26-16,26-19 15,5 9-15,3 8 16,-2 12-16,0 9 0,2 15 15,-4 3-15,-7 10 16,-4 7 0,-7-1-16,-10-3 0,-3 1 15,1-51-15,-3 41 16,3-41-16,-1 34 16,2-8-16,9-16 15</inkml:trace>
  <inkml:trace contextRef="#ctx0" brushRef="#br0" timeOffset="148322.0283">5380 13148 0,'0'0'0,"0"0"0,-5-4 0,-4-5 0,-13-4 16,-6 5-16,-5 7 16,-4 11-16,-5 13 15,0 17-15,4 10 0,10 4 16,10-2-16,14-2 16,11-10-16,10-6 15,7-8-15,4-7 16,2-4-16,2-9 15,2-7-15,0-3 0,-4-7 16,-1-2-16,-5-8 16,-9-2-16,-4-3 31,-10-4-31,-6-5 16,-7-3-16,-5 1 15,-3-1-15,-4 7 0,24 31 0,-25-25 16,25 25-16</inkml:trace>
  <inkml:trace contextRef="#ctx0" brushRef="#br0" timeOffset="148490.1385">5595 13468 0,'0'0'0,"0"0"0,4 3 0,9-1 0,3-6 15</inkml:trace>
  <inkml:trace contextRef="#ctx0" brushRef="#br0" timeOffset="148888.7982">6466 13255 0,'0'0'0,"0"0"0,-2-5 15,-10-9-15,-5-2 16,-5 4-16,-11 5 0,-9 7 15,-1 12-15,-1 9 16,2 9-16,10 14 16,6 0-16,12 4 15,11 0-15,15-6 16,11-11-16,8-4 16,5-7-16,6-9 15,4-8-15,-2-5 16,-3-6-16,-1-6 15,-11-5-15,-8-5 16,-4-7-16,-8-4 16,-8-6-16,-7-2 0,-5-4 15,-12-1-15,-5 6 16</inkml:trace>
  <inkml:trace contextRef="#ctx0" brushRef="#br0" timeOffset="149148.9888">6785 12923 0,'0'0'0,"5"14"0,-1 14 0,-3 18 0,-1 16 15,4 8-15,-6 2 0,1 0 16,0-4-16,-1-3 16,-2-8-16,4-57 15,1 49-15,-1-49 16,-2 34-16,2-17 16</inkml:trace>
  <inkml:trace contextRef="#ctx0" brushRef="#br0" timeOffset="149329.6943">6660 12676 0,'0'0'0,"0"-8"0,0 8 0,12-11 0,11-9 0,18-1 16,9 6-16,12 7 15,9 9-15,6 11 16,-77-12-16</inkml:trace>
  <inkml:trace contextRef="#ctx0" brushRef="#br0" timeOffset="149534.5416">6777 13225 0,'0'0'0,"11"3"0,12-3 0,19 2 0,15-1 16,12-4 0,6 0-16</inkml:trace>
  <inkml:trace contextRef="#ctx0" brushRef="#br0" timeOffset="150471.4659">7611 13186 0,'0'0'0,"5"10"0,8 8 0,4 9 0,0 8 16,0 3-16,-5 0 16,-4-3-16,-8-35 15,2 31-15,-2-31 16,-1 28-16,1-28 16,-2 25-16,2-25 15,-5 17-15,3-13 0,1-12 16,0-7-16,3-11 15,-1-6-15,5-1 16,6-1-16,2 2 16,2 5-16,-16 27 15,19-17-15,5 6 16,-3 14-16,-3 7 16,-18-10-16,19 17 15,-4 5-15,-15-22 16,13 28-16,-13-28 15,10 27 1,-10-27-16,5 23 16,-5-23-16,2 16 15,0-8-15,-2-11 16,0 3-16,-2-11 16,6-7-16,8-13 15,-12 31-15,20-29 16,3 4-16,-23 25 0,29-14 15,-2 15-15,-6 15 16,-6 11-16,-4 7 16,-2-1-16,-1-1 15,-8-32-15,11 30 16,4-6-16,2-7 16,6-6-16,1-8 15,2-5-15,2-8 16,-2-4-16,-2-3 15,5-7-15,-7-2 16,-3-3-16,-3 0 16,-7-1-16,-9 30 15,1-30-15,-9 6 0,-7 6 16,-6 7-16,-6 8 16,0 10-16,0 6 15,4 10-15,2 5 16,10 3-16,6-3 15,10 1 1,11-4-16,8-6 0,8-2 16,-5-7-16,5-6 15,2-3-15,-34-1 16,29-4-16,-2-4 0,-2-4 16,-11-1-16,-5-8 15,-9-1-15,-10-7 16,-7 1-1,-12-2-15,-10 3 16,0 2-16,-1 3 16</inkml:trace>
  <inkml:trace contextRef="#ctx0" brushRef="#br0" timeOffset="150770.6225">8664 12664 0,'0'0'0,"0"0"0,0 6 0,-4 18 0,0 16 0,1 12 31,3 15-31,-11 6 0,4 6 0,-2 2 16,0-6-16,2-2 15,-4-6-15,4-7 16,5-6-16,-2-9 16,4-45-16,-2 41 15,2-41-15,3 29 16,9-15-16</inkml:trace>
  <inkml:trace contextRef="#ctx0" brushRef="#br0" timeOffset="151404.3427">8801 13325 0,'0'0'0,"0"0"0,1 2 0,13 3 16,3 0-16,5-3 31,6-4-31,0-1 16,1-4-16,-29 7 15,27-9-15,-3-5 16,-24 14-16,20-18 16,-7 0-16,-13 18 0,2-20 15,-9 4 1,-16 6-16,-4 10 0,-5 11 16,-6 9-16,0 13 15,4 6-15,5 4 16,29-43-16,-18 43 15,13-4-15,15-7 16,10-7-16,11-7 16,6-10-16,7-7 15,-1-5-15,1-8 16,1-6-16,-4-6 16,-6-6-16,-1-4 15,-7-1-15,-11-3 16,-2 3-16,-9 0 15,-5 35-15,-3-32 16,-10 6-16,13 26 0,-19-21 16,0 8-16,0 12 15,3 11-15,6 8 16,10 10-16,8 4 16,12 3-16,10 2 15,4 0-15,0 2 16,1-3-16,-4-1 15,-31-35-15,26 32 16,-7-4-16,-19-28 16,4 27-16,-10-5 15,-13-9-15,-7-7 16,-6-11-16,4-9 16,2-12-16</inkml:trace>
  <inkml:trace contextRef="#ctx0" brushRef="#br0" timeOffset="151639.6732">10147 13222 0,'0'0'0,"11"0"0,15 0 0,10 2 0,24-3 15,6-2-15,4-3 16,-4 3-16</inkml:trace>
  <inkml:trace contextRef="#ctx0" brushRef="#br0" timeOffset="151796.8845">10291 13368 0,'0'0'0,"28"1"0,-28-1 0,63 10 0,35-3 0,33 5 16</inkml:trace>
  <inkml:trace contextRef="#ctx0" brushRef="#br0" timeOffset="153157.1113">12443 12541 0,'0'0'0,"0"0"0,-4-5 0,4 5 15,3-13-15,1-4 16,7-7-16,9 2 0,2 4 16,7 5-1,5 10-15,0 5 0,1 6 16,4 13 0,-6-1-16,-2 6 15,-8 3-15,-10 5 0,-5-1 16,-8 1-16,-4-1 15,-7-5-15,-5-1 16,16-27-16,-22 22 16,-3-2-1,25-20-15,-30 14 0,30-14 16,-29 11-16,29-11 16,-26 3-16,7-5 15,12-4-15,14-2 16,7 1-16,13 7 15,-1 4-15,6 10 32,0 8-32,1 4 0,-3 9 0,-7 3 0,-3-1 15,-7 6-15,-10-4 16,-4769-1 0,9502 1-16,-4766-6 0,-9-3 15,-7-1-15,-4-5 31,-4-5-31,-1-3 16,-3-8-16,-1-8 16,2-7-16,2-6 15,0-6-15,5-4 16,3-5-16,5-3 16,42 31-16,-33-30 0</inkml:trace>
  <inkml:trace contextRef="#ctx0" brushRef="#br0" timeOffset="154172.8053">13584 12812 0,'0'0'0,"0"0"0,4 4 0,14 14 15,3 6-15,12 12 16,4 1-16,7 6 15,-1-2-15,0-1 16,-3 1-16,3-5 16,-6-6-16,2-1 15,-39-29-15,31 25 16,-6-4-16,-25-21 16,20 20-16,-6-13 0,-12-10 15</inkml:trace>
  <inkml:trace contextRef="#ctx0" brushRef="#br0" timeOffset="154437.8466">14006 12864 0,'0'0'0,"0"0"0,0 1 0,-7 12 16,-11 5-16,-8 14 16,-11 9-16,-5 6 15,-7 3-15,1-1 16,3-5-16,5-6 16,6-9-16,2-4 0,32-25 15,-21 22-15,21-22 16,-19 21-1</inkml:trace>
  <inkml:trace contextRef="#ctx0" brushRef="#br0" timeOffset="154831.6921">14677 12537 0,'0'0'0,"0"0"0,0 0 0,3 0 0,-1 9 0,7 12 15,-3 10-15,2 12 16,-4 14-16,-1 10 16,-6 5-16,3-3 15,-4-2-15,1-7 16,1-6 0,0-11-16,1-3 0,1-40 15,5 35-15,-2-4 16,-3-31-16,4 29 15,4-10-15,3-15 0</inkml:trace>
  <inkml:trace contextRef="#ctx0" brushRef="#br0" timeOffset="155323.2748">15397 12622 0,'0'0'0,"0"0"0,-3-3 0,-9-4 16,-8 1-16,-3 4 0,-11 4 15,-8 8-15,-6 11 16,1 11-1,-3 12-15,5 7 0,8 6 16,9-1-16,13 2 16,11-6-16,16-2 15,4-5-15,7-4 16,7-6-16,5-7 16,4-4-16,1-6 15,5-10-15,-4-4 16,-1-8-1,-2-6-15,-4-5 0,-1-9 16,-3-5-16,-5-9 0,-7-7 16,-6-7-16,-12-3 31,-7-3-31,-5-3 16,-13-3-1,-8 5-15,-3 6 0,0 4 16,-9 11-16,45 38 15,-48-28-15</inkml:trace>
  <inkml:trace contextRef="#ctx0" brushRef="#br0" timeOffset="155843.9809">15636 12096 0,'0'0'0,"0"0"0,4-5 0,-4 5 0,12-11 16,8 0-16,10 5 15,4 6-15,6 10 16,-2 14-16,-5 9 16,-3 5-16,-6 4 15,-9 1-15,-8-2 0,-8 0 16,-12 0-16,0-3 16,-8-7-16,-5-1 15,1-5-15,-4-5 16,29-20-16,-28 13 15,28-13-15,-27 8 16,2-8-16,3-11 16,5-5-16,11-3 15,6 19-15,0-20 16,7 1-16,9 4 16,6 9-16,0 6 0,1 6 15,0 7-15,-2 2 16,-1 6-16,1 0 15,5 2-15,-3-2 16,3-5-16,2-7 16</inkml:trace>
  <inkml:trace contextRef="#ctx0" brushRef="#br0" timeOffset="156444.1393">16123 12078 0,'0'0'0,"0"0"0,0 0 0,5-5 0,10-1 16,5 1-1,6 3-15,7 2 0,0 8 16,-1 9-16,1 3 16,-7 9-16,-7 2 15,-3 2-15,-12-1 16,-7-3-16,-9-3 16,-5-3-16,17-23 15,-23 16 1,-4-5-16,-7-4 0,34-7 0,-27 1 15,27-1-15,-23-2 16,23 2-16,-18-5 16,8-6-16,13-2 15,12 2-15,4 2 16,8 7 0,-2 5-16,3 9 0,-4 5 15,4 5-15,-8 5 16,-4-2-16,0 4 15,-16-29-15,8 28 16,-1 1-16,-9 1 0,-9-6 16,-7-3-1,-5-4-15,-4-5 0,-3-4 16,2-1-16,-3-3 16,2-5-16,2-3 15,-3-2-15,-2-4 16,32 10-16</inkml:trace>
  <inkml:trace contextRef="#ctx0" brushRef="#br0" timeOffset="157433.1982">11750 13466 0,'0'0'0,"0"0"0,0 1 0,8 4 0,-8-5 0,14 10 16,6 1-16,17 2 16,8 0-16,10-2 15,6-1-15,15-6 16,4-2-16,12-3 16,3 0-16,11 1 15,3-1-15,8-3 16,9 1-16,2-2 15,9 1-15,2 3 16,10-3-16,6 2 0,4 3 16,-1-3-16,14 1 15,0-2-15,9 4 16,-3-1 0,7 3-16,2 5 0,-3-4 15,4 1-15,-2 3 16,1-1-16,-4 1 0,3 1 15,-9-1-15,-4 1 16,-3-1-16,-3 3 16,-12-1-16,-7 1 15,-7 3-15,-11-2 16,-11 1-16,-16-2 16,-9-1-1,-14-4-15,-16 0 16,-64-6-16,51 3 15</inkml:trace>
  <inkml:trace contextRef="#ctx0" brushRef="#br0" timeOffset="158438.2125">12551 13921 0,'0'0'0,"0"0"0,-9 0 0,-4-1 16,-7 0-16,-3 0 0,-10 6 15,-3 6 1,-3 7-16,-6 9 0,-2 10 15,3 9-15,1 9 16,8 9-16,12 2 16,7 2-16,18-7 15,13-5-15,8-11 16,10-7 0,3-13-16,6-6 0,0-7 15,3-6-15,-5-8 16,-1-1-16,-5-7 15,-10-4-15,-1-3 16,-6-2-16,-7-1 16,-8-7-16,-6-2 0,-10-3 15,-6 1-15,-5-1 16,-8 3-16,-8 3 16,-2 5-16,-4 6 15,3 6-15,44 9 16,-43-1-16,7 3 15</inkml:trace>
  <inkml:trace contextRef="#ctx0" brushRef="#br0" timeOffset="158610.9903">12618 14280 0,'0'0'0,"0"0"0,0 0 0,1 3 16,-1-3-16,6 8 15</inkml:trace>
  <inkml:trace contextRef="#ctx0" brushRef="#br0" timeOffset="159085.3677">13195 14083 0,'0'0'0,"0"0"0,0-1 0,-4-7 0,4 8 16,-12-8-16,-3 0 15,-9 5-15,-1 13 16,-8 8 0,3 12-16,-2 12 0,7 2 15,5 8 1,11-2-16,5 3 0,8-9 16,10-2-16,8-6 15,3-8-15,6-7 16,6-5-16,4-9 15,-1-7-15,1-6 16,-7-7 0,0-5-16,-10-2 0,-2-5 0,-9-7 15,-4-2 1,-9-5-16,-2-3 0,-8 0 16,-4 1-1,-8-3-15,-5 2 0,-6 0 16,-3 10-16,1 6 15,1 10-15,19 7 16</inkml:trace>
  <inkml:trace contextRef="#ctx0" brushRef="#br0" timeOffset="159575.7853">13529 14047 0,'0'0'0,"0"0"0,4-3 0,-4 3 16,9-9 0,7 0-16,5 1 0,7 2 15,-2 12-15,4 5 16,0 9-16,0 13 15,-8 3-15,0 8 16,-12 6-16,-10 0 0,-8-4 16,-8-5-1,-8-4 1,0-11-16,-5-5 16,0-8-16,29-13 15,-29 9-15,-1-7 16,0-7-1,30 5-15,-24-11 0,9-7 16,9-7-16,12 0 0,-6 25 16,15-21-1,5 8-15,10 14 16,-4 9-16,5 5 16,-8 7-16,4 5 15,-5-2-15,0 0 0,5-1 16,0-1-16,-27-23 15,26 18-15</inkml:trace>
  <inkml:trace contextRef="#ctx0" brushRef="#br0" timeOffset="160072.6794">13998 13959 0,'0'0'0,"8"-1"0,8-1 0,8 2 0,10 5 15,3 4-15,3 12 16,1 7-16,-6 5 0,-3 7 0,-12 3 15,-7-1-15,-13 2 16,-11-5-16,-8-2 16,-7-5-16,-4-3 15,-4-8 1,-1-3-16,-2-7 0,0-4 31,37-7-31,-36 2 0,8-7 0,2-6 16,7-3-16,13-6 15,11 1-15,8 2 16,3 6 0,9 10-16,2 4 15,5 8-15,-1 10 16,3 1-16,-4 4 16,0 3-16,-2-1 15,2 1-15,-3-6 0,-27-23 0,28 23 16,0-6-16,-2-6 31</inkml:trace>
  <inkml:trace contextRef="#ctx0" brushRef="#br0" timeOffset="160339.0982">14728 14250 0,'0'0'0,"10"5"0,0 5 0,10 7 0,9 6 16,3 2-16,4 2 15,2-2-15,-6-4 16,0 1-16,-32-22 15,30 20-15,-30-20 16,24 17-16</inkml:trace>
  <inkml:trace contextRef="#ctx0" brushRef="#br0" timeOffset="160575.672">14978 14190 0,'0'0'0,"-6"11"0,-6 9 0,-14 11 0,-5 7 16,-2 5-16,-1-2 16,-5-5-16,3-4 15,4-5-15,32-27 16,-29 20-16,11-11 15,13-3-15</inkml:trace>
  <inkml:trace contextRef="#ctx0" brushRef="#br0" timeOffset="160894.4452">15421 13956 0,'0'0'0,"0"0"0,2 6 0,5 11 0,3 16 16,-4 10-16,1 14 16,-3 4-16,-4 4 15,-1 0-15,0-2 16,-1-3-16,0-5 15,4-4-15,-4-4 16,6-3-16,-1-2 16,-2-7-16,-1-35 15,1 30-15,0-13 0,5-15 16,3-12-16</inkml:trace>
  <inkml:trace contextRef="#ctx0" brushRef="#br0" timeOffset="161347.527">16069 14168 0,'0'0'0,"0"0"0,0 0 0,1-2 0,-1 2 15,-1-7-15,-8 1 16,-11 0-16,-9 6 16,-2 9-16,-8 12 15,-5 14-15,3 10 16,4 8-16,6 2 0,16-1 16,13-5-16,9-4 15,11-7 1,9-7-16,4-5 0,5-2 15,2-9-15,1-8 16,4 0-16,-5-10 16,-2-4-16,3-3 15,-11-8-15,-1-4 16,-11-6-16,-4-6 16,-10-3-16,-4-3 15,-3-4-15,-8-4 16,-6-2-16,-5-1 15,-5-1 1,-10 7-16,-4 8 0,43 37 16,-43-27-16</inkml:trace>
  <inkml:trace contextRef="#ctx0" brushRef="#br0" timeOffset="161852.0738">16334 13832 0,'0'0'0,"0"0"0,3-1 0,-3 1 0,6-6 15,6 1 1,15 1-16,4 0 0,2 8 16,-1 5-1,1 7-15,-10 5 0,-3 9 16,-9 2-16,-6-1 16,-10-2-16,-6-1 15,-9-4 1,-3-4-16,1-5 0,22-15 15,-26 13-15,4-5 16,22-8-16,-25 3 16,25-3-16,-22-4 15,22 4-15,-17-8 16,17 8-16,-8-15 16,5-1-16,14 7 15,7 7-15,5 6 16,0 7-16,3 4 0,-1 4 31,4 2-31,-29-21 0,28 18 0,3 0 16</inkml:trace>
  <inkml:trace contextRef="#ctx0" brushRef="#br0" timeOffset="162717.8603">16827 13726 0,'0'0'0,"0"0"0,0 0 0,1 0 0,4-5 0,11-1 16,5 3-16,4 5 16,4 6-16,1 10 15,-3 8-15,-4 4 16,-7 3-16,-16-33 16,8 31-16,-6-2 15,-2-29-15,-8 25 16,-6-4-16,-9-6 15,0-3-15,23-12 16,-24 6-16,24-6 0,-20 0 16,20 0-1,-16-2-15,16 2 0,-10-5 16,13-3-16,13-2 16,8 2-16,3 2 15,6 6-15,-2 8 16,-4 3-16,0 7 15,-27-18-15,23 21 16,-9 4-16,-5 6 16,-9-31-16,4 31 15,-11-3-15,-14-5 16,-5-6-16,-3-5 16,-8-8-16,-1-4 15,-1-2-15,-1-6 16,1-2-16,3-1 0,-1-1 15,0-5 1,37 17-16,-40-15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9T07:46:02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19202 6684 0,'0'0'0,"0"0"0,0 0 16,1 0-1,0 0-15,-1 0 16,10 1-16,3 3 0,-13-4 16,19 5-16,7 3 15,7 0 1,5 1-16,6-1 16,3 0-16,9 2 0,1-1 15,9-3-15,1-3 16,7 2-16,0-5 15,5-1-15,1 0 16,-3-2-16,1-1 16,5 3-16,-4-1 0,-2 2 15,1-4-15,-8 2 16,-3-1-16,-4 1 16,-7 1-16,-7-1 15,-6 1 1,-43 1-16,36-3 0,-5-3 15,-31 6-15,27-7 0,-27 7 32,19-5-32,-19 5 15,11-4-15,-12-2 16</inkml:trace>
  <inkml:trace contextRef="#ctx0" brushRef="#br0" timeOffset="12859.2601">6492 6642 0,'0'0'0,"0"0"0,0 0 0,0-3 16,2-5-16,-2 8 0,-4-11 0,4 11 16,-4-14-16,4 14 15,-3-11-15,6 5 16,5 5-16,7 5 16,2 4-16,9-2 15,6-3-15,9 0 16,11-2-1,8-1-15,12 0 16,11-5-16,7 0 16,12-1-16,8-2 15,6 3-15,10-2 0,5 2 16,-1 0 0,0 5-16,8-3 0,-4-2 15,1 4-15,1 0 16,2-2-16,-7 2 15,2 0-15,-7-2 16,0 2 0,-8 2-16,-7 1 15,-12 0-15,-1-1 0,-8-1 16,-6-1-16,-14 0 16,-4 0-1,-11 1-15,-55 0 16,41-1-16,-41 1 15,29 0-15,-29 0 0,19 0 16,-12-1-16,-10 2 16</inkml:trace>
  <inkml:trace contextRef="#ctx0" brushRef="#br0" timeOffset="26757.351">3254 7536 0,'0'0'0,"0"0"15,3 7-15,0 13 16,4 7-16,2 11 16,-7 11-16,0 8 15,-1 5-15,-2 5 16,-1 1-16,-3 4 15,-1-4-15,0 0 16,2-7-16,-3-7 16,2-8-16,1-3 15,0-5-15,4-38 0,-3 34 16,3-34-16,-5 26 16</inkml:trace>
  <inkml:trace contextRef="#ctx0" brushRef="#br0" timeOffset="27242.6771">3213 7456 0,'0'0'0,"0"0"0,0 0 16,2-1-16,-2 1 16,5-2-16,-5 2 15,12-3-15</inkml:trace>
  <inkml:trace contextRef="#ctx0" brushRef="#br0" timeOffset="28769.2428">4070 7835 0,'0'0'0,"0"0"0,0 0 0,4-3 15,0-5-15,6 2 0,2 6 16,3 6-1,0 8-15,3 6 0,-5 10 16,1 3-16,-2 2 16,-2 2-16,-6-2 15,-4-35-15,-2 36 16,0-6-16,2-30 0,-4 28 16,4-28-16,-5 22 15,5-22-15,-5 17 16,2-10-16,2-12 15,2-9-15,3-10 16,5-10-16,2-1 16,1-1-1,3-3-15,2 4 16,1 6-16,0 4 16,-18 25-16,22-20 15,3 6-15,7 6 16,-1 8-16,-3 9 15,-7 6-15,-3 8 16,1 4-16,-9 5 0,-6 2 16,-4 2-16,-8-1 15,1-3-15,7-32 16,-6 29-16,7-4 16,7-5-16,7-11 15,3-6-15</inkml:trace>
  <inkml:trace contextRef="#ctx0" brushRef="#br0" timeOffset="29186.6307">4923 7879 0,'0'0'0,"0"0"0,-1-6 0,-3-7 16,4 13-16,-7-14 16,-8 2-16,15 12 0,-22-10 15,-7 10 1,-8 14-16,3 11 0,2 12 16,6 3-16,9 2 15,8-4-15,5-3 0,13-7 16,9-3-16,4-8 15,3-6-15,4-6 16,1-6-16,2-3 31,-2-6-31,-7-3 16,-3-3-16,-7-3 16,-4-4-16,-2-2 0,-5-2 15,-2-3-15,0 30 16,-6-27-16,-7 3 15,-7 9-15,20 15 16,-25-8-16</inkml:trace>
  <inkml:trace contextRef="#ctx0" brushRef="#br0" timeOffset="29333.7995">5165 8076 0,'0'0'0,"0"0"0,0 0 16,0 0-16,0 0 15</inkml:trace>
  <inkml:trace contextRef="#ctx0" brushRef="#br0" timeOffset="29887.8671">6132 7865 0,'0'0'0,"0"0"0,1-4 16,-2-7-16,-9-3 15,-1-1-15,-6 3 16,-9 8-16,-9 4 0,-2 9 16,-6 6-16,1 3 15,5 9-15,10 5 16,10 2-16,10 7 16,9 0-16,15-1 15,8-5-15,7-11 16,7-6-16,7-10 0,-3-9 15,-2-5-15,4-4 16,-10-6-16,-7-2 16,-7-3-16,-6 0 15,-7-6-15,-11 2 16,-3 0-16,-10-5 16,-7 4-1,-9 6-15,32 20 16</inkml:trace>
  <inkml:trace contextRef="#ctx0" brushRef="#br0" timeOffset="30119.5075">6494 7632 0,'0'0'0,"0"11"0,-5 6 0,0 19 32,4 14-32,1 9 15,4 8-15,0 7 16,3-3-16,-4-4 0,1-7 16</inkml:trace>
  <inkml:trace contextRef="#ctx0" brushRef="#br0" timeOffset="30367.2102">6402 7314 0,'0'0'0,"4"-7"0,12-5 16,14-2-16,13 1 16,11 5-16,7 8 15,7 13-15,-7 7 16,-2 2-16</inkml:trace>
  <inkml:trace contextRef="#ctx0" brushRef="#br0" timeOffset="30567.0679">6440 7869 0,'0'0'0,"16"-2"0,20-6 0,23 2 15,24-2-15</inkml:trace>
  <inkml:trace contextRef="#ctx0" brushRef="#br0" timeOffset="31290.3901">7345 7796 0,'0'0'0,"0"0"0,2 8 16,8 15-16,9 8 15,3 7-15,-2 4 0,-1-2 16,-19-40-16,16 37 16,-16-37-16,10 32 15,-10-32-15,3 27 16,-3-27-16,0 16 15,-3-13-15,-8-13 16,6-9-16,2-6 16,5-7-16,2 2 15,0-2-15,8 4 16,1-2-16,8 8 0,3 7 16,4 4-16,3 6 15,1 9-15,3 3 16,-6 8-1,-2 4-15,-27-19 16,21 20-16,-21-20 16,15 22-16,-15-22 15,7 22-15,-7-22 16,3 21-16,-3-21 0,-2 17 16,1-9-16,1-11 15,1-11-15,5-9 0,1-3 31,7-2-31,3 0 16,5 3-16,4 6 0,-26 19 0,26-12 16,0 9-16,3 14 15,-6 9-15,-3 3 16,-7 8-16,-4-2 16,-3 3-16,-6-32 15,4 28-15,-1 1 16,-3-29-1,7 22-15,3-5 16</inkml:trace>
  <inkml:trace contextRef="#ctx0" brushRef="#br0" timeOffset="31691.0523">8456 7861 0,'0'0'0,"0"0"16,-2-2-1,-4-4-15,-5-7 16,-4 3-16,-4 0 0,-1 5 0,-5 5 16,-5 6-16,1 13 15,-4 5-15,5 5 16,6 3-16,9-1 0,9 1 15,13-6 1,8-4-16,5-6 16,8-4-1,6-8-15,3-4 16,-4-7-16,0-5 0,-9-5 16,-5-1-16,-3-3 15,-9 0-15,-9-3 16,-1-3-16,-7 1 15,-9 1-15,-6 1 16,-3 7-16,-3 5 0</inkml:trace>
  <inkml:trace contextRef="#ctx0" brushRef="#br0" timeOffset="32027.2487">8700 7308 0,'0'0'0,"-2"7"0,0 9 0,4 19 16,0 15-1,-3 8-15,0 8 16,-6 8-16,3-2 16,-2-1-16,0-7 15,1-7-15,3-9 16,2-7-16,1-9 16,1-3-16,-2-29 15,2 26-15</inkml:trace>
  <inkml:trace contextRef="#ctx0" brushRef="#br0" timeOffset="32655.1655">8883 7895 0,'0'0'0,"0"0"0,8 0 0,11 0 16,3-1-16,9-3 0,-1-7 0,-30 11 16,26-11-16,-4-3 31,-22 14-31,13-21 0,-8 2 0,-9-1 16,-6 8-16,-12 10 15,-6 12-15,-1 13 16,-7 6-1,1 6-15,8 2 16,10 2-16,8-3 16,15-5-16,5-5 15,11-6-15,10-8 16,2-5-16,5-6 16,5-7-16,-1-4 0,-3-5 15,1-4-15,-5-7 16,-5-1-16,-4-3 15,-8-3-15,-7 2 16,-5-2 0,-7 33-16,1-28 0,-1 28 0,-3-24 31,3 24-31,-8-16 16,0 7-16,2 12 15,5 10-15,4 7 16,10 5-16,5 0 15,9 3-15,-1-3 16,0 2-16,-3-4 16,-9 0-16,-14-23 15,7 25-15,-5-5 0,-11-2 16,-10-4-16,-7-5 16,-6-5-16,-3-5 15,3-5-15,9-7 16</inkml:trace>
  <inkml:trace contextRef="#ctx0" brushRef="#br0" timeOffset="32893.1262">9904 7742 0,'0'0'0,"9"1"15,10-3-15,11 0 16,9-1-16,11 0 16,-3 0-16,3 1 15,2-2-15</inkml:trace>
  <inkml:trace contextRef="#ctx0" brushRef="#br0" timeOffset="33059.8114">10009 7957 0,'0'0'0,"23"-3"0,22 2 0,23 1 16,33 3-16</inkml:trace>
  <inkml:trace contextRef="#ctx0" brushRef="#br0" timeOffset="37032.6848">12006 7358 0,'0'0'0,"0"0"0,0-7 15,-3-6-15,-3-8 0,-3 2 16,-9-3-16,1 2 16,-4 1-16,-10 7 0,-3 2 15,-9 12-15,-4 7 32,-7 11-32,1 7 0,7 5 15,6 5-15,14-1 16,11 4-16,14-1 15,14-3-15,7-4 16,8-5-16,5-6 16,7-9-16,2-4 15,0-8-15,3-4 0,-7-6 16,-3-5-16,-2-4 16,-7-5-16,-2-1 31,-7-4-31,-4-4 15,-13 33-15,10-34 0,-10 34 16,7-28 0,-7 28-16,2-21 0,1 11 15,-3 16-15,-3 19 0,0 16 16,2 5-16,-2 8 16,1 5-16,5 1 15,-3 1-15,-4 2 16,-2-4-16,-4-4 15,-2-7-15,-3-2 16,-4-8-16,-2-5 16,-4-4-16,-2-4 0,1-8 15,-1-2-15,0-10 32,2-8-32,5-9 15,0-5-15,3-9 16,9-7-16,5-4 0,6-3 15,12 0-15,8 0 0,15 5 16,10 0-16,4 6 16,-2 5-16,-5 1 15,-7 8 1,-38 15-16,29-13 16,-29 13-16,18-9 0,-14-3 15</inkml:trace>
  <inkml:trace contextRef="#ctx0" brushRef="#br0" timeOffset="37232.8258">12179 7394 0,'0'0'0,"-3"6"0,-1 7 16,0 13 0,3 6-16,-1 0 15,1 1-15,0 2 16,1-35-16,0 28 16</inkml:trace>
  <inkml:trace contextRef="#ctx0" brushRef="#br0" timeOffset="37417.8732">12190 7149 0,'0'0'0,"0"0"0,0 0 15,1-1-15,-1 1 0</inkml:trace>
  <inkml:trace contextRef="#ctx0" brushRef="#br0" timeOffset="37721.8984">12304 7335 0,'0'0'0,"5"7"0,0 9 16,9 4-16,2 9 16,1-1-16,-2 0 15,-15-28 1,17 25-16,-17-25 16,15 23-16,-15-23 15,12 14-15,-1-6 16,-2-13-16,0-8 15,-1-7-15,1-8 16,6-4-16,-2-1 16,5-3-16,-1 1 0,-17 35 0</inkml:trace>
  <inkml:trace contextRef="#ctx0" brushRef="#br0" timeOffset="38088.0652">12707 7407 0,'0'0'0,"0"0"0,7 0 0,8-1 0,4 1 16,-19 0-16,28-3 16,4-1-16,3-7 15,-2-2 1,-33 13-1,28-17-15,-11-3 0,-17 20 16,1-21-16,-6 2 16,-8 2-16,-9 6 15,-5 8-15,-6 11 16,-4 6-16,3 9 0,-2 8 16,1 9-16,8-1 15,10-3-15,11-1 16,6-8-16,14-4 15,10-4-15,6-6 16,4-5-16,10-7 16,1-3-16</inkml:trace>
  <inkml:trace contextRef="#ctx0" brushRef="#br0" timeOffset="38488.5159">13028 7338 0,'0'0'0,"4"11"0,1 4 16,4 10-16,3 1 16,1 5-16,-13-31 15,12 29-15,-12-29 16,9 29-16,-9-29 15,7 19 1,-7-19-16,4 13 0,-3-6 0,-1-7 31,-2-3-31,2-9 16,5-10-16,4-4 16,10-1-16,5 7 15,-1 3-15,-23 17 0,27-8 16,-3 11-16,-1 10 15,-2 2-15,-3 5 16,-2 3-16,-8 3 16,-8-26-16,8 24 0,-5 2 15,2-1-15,5-5 16</inkml:trace>
  <inkml:trace contextRef="#ctx0" brushRef="#br0" timeOffset="38920.5186">13861 7413 0,'0'0'0,"5"7"0,3 8 15,4 10 1,-1 3-16,-11-28 0,9 32 16,-9-32-16,7 27 0,-7-27 15,1 20 1,-1-20-16,-1 12 0,0-6 0,1-9 16,0 3-16,2-11 15,1-8-15,10-8 31,-1-1-31,4 2 16,-16 26-16,20-24 16,3 4-16,-23 20 15,30-10-15,-1 8 16,2 12-16,-3 5 16,-8 4-16,-2 3 15,-8 1-15,-3-3 16,-2 4-16,-5 0 0,0-24 15,-2 21-15,9-2 16</inkml:trace>
  <inkml:trace contextRef="#ctx0" brushRef="#br0" timeOffset="39321.3814">14549 7432 0,'0'0'0,"0"0"16,0-2-16,0 2 16,-6-8-16,-4 0 15,-10 0 1,20 8-16,-26-6 16,0 12-16,-3 10 15,4 7-15,8 2 16,7 2-1,10-2-15,0-25 0,9 22 16,7-5-16,15-4 16,1-6-16,-1-10 0,-3-3 15,-2-4-15,-26 10 16,24-12-16,-6-4 16,-4-5-16,-9-3 15,-7 2-15,2 22 16,-12-27-16,-10 9 15,-12 9 1,34 9-16</inkml:trace>
  <inkml:trace contextRef="#ctx0" brushRef="#br0" timeOffset="39458.6867">14775 7563 0,'0'0'0,"0"0"0,0 0 0,1 2 16,-1-2-16,2 2 0</inkml:trace>
  <inkml:trace contextRef="#ctx0" brushRef="#br0" timeOffset="39898.3175">15535 7371 0,'0'0'0,"0"0"0,-2-6 0,-7-5 16,-13-1-16,-10 3 15,-8 3-15,-5 8 16,3 8-16,1 4 16,10 8-1,4 3-15,9 1 16,8 3-16,10-1 16,0-28-16,7 28 15,9-5-15,18-1 16,4-10-16,5-7 15,2-6-15,6-4 16,-15-10-16,-6-3 0,-6-1 16,-12-3-16,-2-6 15,-8 2-15,-6-2 16,-9 0-16,-8 2 16,-5 7-16,-6 7 0</inkml:trace>
  <inkml:trace contextRef="#ctx0" brushRef="#br0" timeOffset="40133.549">15800 7103 0,'0'0'0,"0"0"0,0 5 16,0 16-16,5 7 15,-4 13-15,0 8 16,0 7-16,0 3 16,-1-1-16,2-5 15,-5-5-15,0-4 16,3-44 0,-5 36-16,5-36 15,-3 25-15</inkml:trace>
  <inkml:trace contextRef="#ctx0" brushRef="#br0" timeOffset="40364.4945">15856 6897 0,'0'0'0,"13"-9"0,8-7 15,12-2-15,16 3 16,5 9-16,-5 10 0,0 8 16,-2 12-16,-7 6 15</inkml:trace>
  <inkml:trace contextRef="#ctx0" brushRef="#br0" timeOffset="40533.7043">15819 7326 0,'0'0'0,"8"0"0,10-1 0,17-1 15,19 3-15,10-2 0,9 0 16</inkml:trace>
  <inkml:trace contextRef="#ctx0" brushRef="#br0" timeOffset="41056.6274">16797 7432 0,'0'0'0,"0"0"0,2-8 16,-1-2-16,-3-9 16,-5-2-16,-2-2 15,-7 1-15,-8 4 16,-5 7-16,-12 8 15,-4 5-15,0 11 16,1 11-16,0 8 0,7 2 16,9 4-16,12-1 15,11-7-15,12-1 16,-7-29-16,22 23 16,5-8-16,13-6 15,2-10-15,-4-8 16,-4 0-1,-34 9-15,28-21 16,-6-2-16,-22 23 16,15-24-16,-15 24 15,7-23-15,-7 23 0,2-18 16,-2 18-16,-1-8 16,0 16-16,3 9 15,8 8-15,5 2 16,9-2-16,9-4 15,5-8-15,3-8 0,2-10 32</inkml:trace>
  <inkml:trace contextRef="#ctx0" brushRef="#br0" timeOffset="41419.4846">17157 6835 0,'0'0'0,"0"0"0,1 2 0,9 8 0,-1 12 15,-1 9 1,-2 9-16,1 10 0,-13 4 15,6 8-15,0 2 16,-1-3-16,-9-4 0,7 0 16,-2-13-16,2-4 15,5-1-15,4-10 16,4-2-16,-10-27 16,18 29-16,2-6 31,15-8-31,0-9 0</inkml:trace>
  <inkml:trace contextRef="#ctx0" brushRef="#br0" timeOffset="41898.1253">17054 7385 0,'0'0'0,"11"-2"0,13 1 0,14 0 16,15 0-16,8 1 0,0-5 15,-3 1-15,-7 2 32,-10-3-32,-41 5 15,31-6-15,-31 6 16,21-4-16,-21 4 0,11-5 15,-9 1-15,-11 2 0,-6 8 32,-2 3-32,-5 8 15,3 7-15,7 1 0,12-25 0,-4 29 16,10-2-16,11-1 16,7-3-16,6-5 15,6-5-15,-2-9 16,-2-8-16,-1-3 0,-31 7 31,28-10-31,-7-9 0,-7-6 0,-11-3 16,-10-5-1,-10 3-15,-14 4 0,-14 7 16,-7 6-16,-2 5 16,54 8-16</inkml:trace>
  <inkml:trace contextRef="#ctx0" brushRef="#br0" timeOffset="42520.0523">17815 7314 0,'0'0'0,"0"7"0,5 7 15,2 7-15,0 5 16,1 3-16,0 1 16,-8-30-16,7 26 0,-7-26 31,3 21-31,-3-21 16,1 17-16,-1-17 15,-1 10-15,1-10 16,-4 5-16,4-5 0,-3-2 15,1-10-15,5-6 0,5-2 16,5-1-16,-13 21 16,16-16-16,3 5 15,4 5-15,-23 6 16,24 0 0,-1 6-16,-3 6 0,-20-12 15,13 17-15,-13-17 16,10 20-16,-10-20 15,7 21-15,-7-21 16,3 16-16,-3-16 16,1 11-16,-3-10 0,-2-11 15,2-5-15,2 15 16,0-21-16,3-4 31,7-3-31,8 2 16,4 8-16,-22 18 15,26-11-15,1 8 0,2 11 16,-7 6-16,-3 7 16,-19-21-16,14 20 15,-4 4-15,-10-24 16,5 24-16,-1 1 16,-4-25-16,-3 22 15,3-22-15</inkml:trace>
  <inkml:trace contextRef="#ctx0" brushRef="#br0" timeOffset="42867.4766">18581 7238 0,'0'0'0,"0"0"0,-3-1 0,-12 1 16,-5 2-16,-4 4 16,-4 0-16,1 4 15,27-10-15,-21 15 0,11 4 16,16 1-16,10 2 16,7-3-1,12-1-15,2-3 0,-2-2 16,-35-13-16,36 15 15,-7 1-15,-9 4 32,-20-20-32,10 18 0,-14 3 15,-21-4-15,-7-2 16,-14-3-16,-8-5 16</inkml:trace>
  <inkml:trace contextRef="#ctx0" brushRef="#br0" timeOffset="43923.4388">11364 8040 0,'0'0'0,"0"0"0,0 0 0,-2-4 16,5-3-16,7 1 15,5 0-15,7 2 16,6 3-16,6 2 16,7 0-16,11-1 15,3 0-15,10 0 0,0-2 16,23-4-16,-5 0 15,13-5-15,9 3 16,9 1-16,-2-3 16,10-2-16,9 2 15,2-3-15,5 6 16,6-4 0,5 3-16,5-5 15,0 3-15,2 0 16,4 1-16,1 0 15,12 0-15,1 2 16,-1 0-16,1 2 16,6 0-16,-3 1 0,4 2 15,5 2-15,0 1 16,-1 3 0,1-2-16,2 3 0,0-1 15,-8-1-15,-1 3 16,2-4-16,2 0 15,0 5-15,5-1 16,1 0 0,2 3-16,-3 4 15,-3-3-15,-10 4 16,-4-3-16,-11-3 16,-10-1-16,-15-3 0,-8 2 15,-16-1 1,-18-2-16,-12 4 0</inkml:trace>
  <inkml:trace contextRef="#ctx0" brushRef="#br0" timeOffset="45058.155">11413 8401 0,'0'0'0,"0"0"0,0 0 0,0-4 15,0 4-15,3-5 16,1 4-16,10 7 0,0 10 16,3 7-16,0 6 15,3 4-15,-9-3 16,-1-1-16,1-3 15,-11-26-15,6 25 16,-6-25 0,3 21-16,-3-21 15,1 20-15,-1-20 16,0 13-16,0-13 16,0 8-16,2-16 15,4-12-15,2-9 0,4-5 16,-1-1-16,-11 35 15,13-37-15,4 5 0,4 6 32,1 9-32,2 5 15,-2 11-15,-1 9 0,-2 7 16,-4 8-16,1 4 16,-7 3-16,-4-2 15,-2-1-15,-3-27 16,3 23-16,-3-23 15,1 23-15,-1-23 16</inkml:trace>
  <inkml:trace contextRef="#ctx0" brushRef="#br0" timeOffset="45458.7662">12130 8430 0,'0'0'0,"0"0"0,-4-1 15,-5-3 1,-7 1 0,-5 2-16,-7 5 0,1 6 15,-1 5-15,2 5 16,1 4-16,6 1 0,1 1 15,18-26-15,-7 28 16,10-2-16,15-4 16,7-6-16,6-6 15,9-10-15,-7-6 16,-5-3-16,-2-1 0,-8-5 16,-18 15-16,14-18 15,-3-3-15,-7-3 16,-5-1-16,-5-3 15,-9 3-15,-2 5 16,-7 6-16,24 14 16</inkml:trace>
  <inkml:trace contextRef="#ctx0" brushRef="#br0" timeOffset="45612.0025">12347 8554 0,'0'0'0,"0"0"0,1 5 16,-1-5-16</inkml:trace>
  <inkml:trace contextRef="#ctx0" brushRef="#br0" timeOffset="46059.9622">12886 8395 0,'0'0'0,"0"0"0,-1-4 16,-6-6-16,7 10 0,-14-11 15,-10 5-15,-9 2 16,-1 9-16,1 9 16,2 4-16,4 10 15,9 1-15,9-1 16,9-28-16,-3 28 15,13-3-15,13-6 0,7-8 32,3-4-32,7-6 15,-5-6-15,-3-6 0,-5-2 16,-4 0 0,-23 13-16,15-14 0,-8-8 15,-10-4-15,-6-2 16,-12-2-16,-6 6 15,-2 5-15</inkml:trace>
  <inkml:trace contextRef="#ctx0" brushRef="#br0" timeOffset="46300.2481">13141 8143 0,'0'0'0,"0"0"0,2 10 31,2 17-31,0 13 0,-1 11 16,1 3-16,-5 3 16,2-1-16,-4-5 15,1-5-15,0-4 16,2-42-16,-2 33 15,2-33-15</inkml:trace>
  <inkml:trace contextRef="#ctx0" brushRef="#br0" timeOffset="46500.2633">13110 8013 0,'0'0'0,"0"0"0,12-2 15,17 1-15,26 5 16,5 7-16,2 7 16</inkml:trace>
  <inkml:trace contextRef="#ctx0" brushRef="#br0" timeOffset="46700.2504">13093 8460 0,'0'0'0,"12"0"0,10-4 16,20-2-16,11 5 15,9-1-15,5-1 32</inkml:trace>
  <inkml:trace contextRef="#ctx0" brushRef="#br0" timeOffset="47193.5646">13851 8445 0,'0'0'0,"-2"-5"15,-4-5-15,-3-6 0,-4-4 16,-6 1-1,-1 4 1,-4 2-16,-4 9 16,1 6-16,1 6 15,2 9-15,1 5 0,6 5 16,8 4-16,5 2 16,5-3-16,10-5 15,10-6-15,6-6 16,0-8-16,1-4 0,3-6 15,-3-3-15,-28 8 16,26-13-16,-2-3 16,-24 16-16,15-21 15,-15 21-15,6-21 16,-6 21-16,-4-18 16,4 18-16,-6-9 0,-3 13 15,5 13-15,10 4 16,9 3-16,10-1 15,11-6-15,6-6 16</inkml:trace>
  <inkml:trace contextRef="#ctx0" brushRef="#br0" timeOffset="47500.2773">14053 8010 0,'0'0'0,"0"0"0,3 11 15,1 24-15,2 11 16,-5 7-16,0 7 0,2 1 31,-3-5-31,4-6 16,-4-6-16,3-7 15,-3-6-15,0-6 16,0-25-16,0 23 16,0-23-16</inkml:trace>
  <inkml:trace contextRef="#ctx0" brushRef="#br0" timeOffset="47932.1602">14034 8399 0,'0'0'0,"12"0"0,13-4 0,10-1 15,6 3-15,-41 2 16,45-3-16,-4-1 15,-41 4-15,36-1 16,-36 1-16,28-1 16,-28 1-16,17-2 15,-12 8 1,-11 7-16,-7 5 16,-5 4-16,-2 2 15,6 0-15,14-24 16,-9 25-16,5-3 15,7 0-15,6-5 16,10-5-16,0-7 16,7-7-16,-1-4 0,-25 6 15,25-8-15,-5-6 16,-3-5-16,-8-2 16,-5-3-16,-6-2 15,-5 0-15,-9 1 16,-6 6-16,-7 8 15,29 11 1</inkml:trace>
  <inkml:trace contextRef="#ctx0" brushRef="#br0" timeOffset="48532.5715">14512 8378 0,'0'0'0,"0"0"0,6 7 0,3 9 16,-9-16-1,12 23-15,-1 4 0,-11-27 16,11 30-16,-11-30 16,9 26-16,-9-26 0,6 21 15,-6-21-15,3 11 16,-3-7-16,0-4 31,0-7-31,-1-5 16,3-6-16,-2 18 15,6-22-15,2 1 16,-8 21-16,12-19 16,3 7-16,2 11 0,-17 1 15,14 7-15,-2 7 16,-12-14-16,13 21 15,-4 2-15,-9-23 0,3 22 16,-3-22-16,1 16 16,-1-16-16,1 10 15,-1-10-15,-3 2 16,1-12-16,5-8 16,3-3-16,5 0 15,5-1-15,-16 22 16,18-18-16,1 7 0,1 6 31,-20 5-31,21 4 16,-4 2-16,-1 11 15,-16-17-15,12 20 16,-3 3-16,-9-23 16,6 24-16,-6-24 15,4 22-15,-4-22 16</inkml:trace>
  <inkml:trace contextRef="#ctx0" brushRef="#br0" timeOffset="48833.114">15093 8346 0,'0'0'0,"0"0"0,-4 0 0,4 0 0,-12 4 32,-3 3-32,15-7 15,-14 11 1,6 4-16,9 2 0,10-1 0,7 0 16,5-1-16,1-1 15,0 1-15,-24-15 16,19 14-16,-19-14 15,16 16-15,-8 2 16,-15-3-16,-10-1 16,-21-4-16,-8-5 0</inkml:trace>
  <inkml:trace contextRef="#ctx0" brushRef="#br0" timeOffset="49396.472">12071 9076 0,'0'0'0,"0"0"0,0 0 15,-3-1-15,3 1 16,-3 0-16,2 9 15,2 8 1,-2 7-16,7 7 16,-1 7-16,-5-7 0,0-2 0,-3-1 15,-1-2-15,4-26 16,-5 25-16</inkml:trace>
  <inkml:trace contextRef="#ctx0" brushRef="#br0" timeOffset="49534.6325">12075 8932 0,'0'0'0,"0"0"0,0 4 15</inkml:trace>
  <inkml:trace contextRef="#ctx0" brushRef="#br0" timeOffset="49919.6455">12190 9117 0,'0'0'0,"0"0"16,5 7-16,6 9 16,-11-16-16,11 23 15,1 0-15,-3 3 16,-1-2-16,-8-24 0,5 23 16,-5-23-16,2 16 15,-2-16-15,-2 11 16,-2-13-16,1-9 15,3 11-15,1-17 16,4-5-16,2-6 16,5 0-1,-12 28-15,14-21 16,5 6-16,0 9 16,4 9-16,-2 6 0,-21-9 15,15 16-15,-1 5 16,-1 5-16,-13-26 15,9 25-15,0 0 16</inkml:trace>
  <inkml:trace contextRef="#ctx0" brushRef="#br0" timeOffset="50220.2462">12980 8840 0,'0'0'0,"-1"6"16,3 9-16,-1 10 16,1 7-1,1 3-15,0 11 16,2-3-16,-5 4 15,0-2-15,1-7 16,-1-38-16,0 34 16,0-34-16,-1 31 15,1-31-15,-1 24 16</inkml:trace>
  <inkml:trace contextRef="#ctx0" brushRef="#br0" timeOffset="50467.3193">13023 8829 0,'0'0'0,"0"0"0,-2 2 0,1 9 16,-9 6-16,-7 7 0,-8 4 15,-6 1-15,-6 5 16,-1 2-16,-3-2 16,4 1-16</inkml:trace>
  <inkml:trace contextRef="#ctx0" brushRef="#br0" timeOffset="50652.8573">12699 9372 0,'0'0'0,"8"-2"0,12 1 16,12-5-16,14 3 16,12 0-1,7 2-15,6-2 16</inkml:trace>
  <inkml:trace contextRef="#ctx0" brushRef="#br0" timeOffset="51622.2422">13530 9116 0,'0'0'0,"0"0"0,6 8 16,5 13-16,-1 8 15,-2 0-15,-2 1 16,0-4-16,-6-26 15,4 23-15,-4-23 16,0 17-16,0-17 0,-3 15 16,-1-4-16,4-11 15,-3-1-15,-2-7 16,2-11-16,0-5 16,2-1-16,2 0 0,5 1 15,-6 24-15,11-20 16,7 2-16,3 8 15,-1 12-15,-20-2 0,21 7 16,-1 8 0,-4 6-16,-16-21 0,14 22 31,-14-22-31,13 20 0,-13-20 16,9 16-16,-9-16 15,7 10-15,-7-10 16,2 5-16,-2-10 15,5-10-15,-2-5 16,4 0-16,7-4 0,7 6 31,-21 18-31,21-10 16,1 4-16,-22 6 0,23 3 0,-4 7 16,-3 7-16,-16-17 15,11 19-15,0 2 16,-1 0-16,-10-21 15,15 16-15,1-2 16,9-4-16,2-7 16,-2-6-1,5 0-15,-2-5 16,-3-5-16,-1-3 16,2-2-16,-26 18 15,18-21-15,-3 0 16,-15 21-16,10-22 15,-9 2-15,-1 20 0,-9-16 16,-8 7-16,-8 9 16,-1 10-16,0 5 15,4 9-15,5 1 16,17-25-16,-4 26 0,7-1 16,13-2-1,5-8-15,7-7 0,4-6 16,0-6-16,-32 4 15,28-8-15,-1-4 16,-4-6-16,-23 18 16,11-21-16,-8-3 0,-11-3 15,-13 3-15,-9 6 16,30 18-16,-31-14 16,31 14-1</inkml:trace>
  <inkml:trace contextRef="#ctx0" brushRef="#br0" timeOffset="51889.5585">14418 8786 0,'0'0'0,"0"0"0,3 5 0,-2 18 15,1 9-15,2 9 16,-2 8 0,1 3-16,-5 0 15,0 0-15,-3-2 16,2-4-16,-1-5 0,4-41 16,-4 35-16,4-35 15</inkml:trace>
  <inkml:trace contextRef="#ctx0" brushRef="#br0" timeOffset="52254.55">14598 9115 0,'0'0'0,"7"2"0,8-4 15,11 2 1,0-2-16,4 0 0,-3-3 16,-27 5-16,22-5 15,-22 5-15,20-9 0,-8-2 16,-12 11-16,4-16 16,-8-2-1,-9 0-15,-6 6 16,-8 5-16,-6 9 15,1 10-15,-1 7 16,0 10-16,5 4 16,11 1-16,5-3 15,10-4-15,12-5 16,13-2-16,8-3 0,8-8 16,10 0-16,5-8 15</inkml:trace>
  <inkml:trace contextRef="#ctx0" brushRef="#br0" timeOffset="52555.5309">15099 9102 0,'0'0'0,"0"0"0,0-2 0,0 2 16,-1-8-16,-7-4 0,-4-1 16,-11 1-16,-2 3 15,-8 6-15,4 7 16,-3 9-16,6 9 16,1 7-16,0 2 15,10 2-15,9 0 16,6-6-1,12-4-15,9-7 16,10-5-16,11-7 16</inkml:trace>
  <inkml:trace contextRef="#ctx0" brushRef="#br0" timeOffset="52924.9568">15202 9129 0,'0'0'0,"0"0"0,1 7 15,-1-7-15,3 17 0,2 4 16,6 1-16,3 0 16,-14-22-16,17 16 0,4-11 15,4-6-15,-3-9 16,-3-3-16,-3-5 15,-16 18 1,11-19-16,-11 19 0,8-22 16,-8 22-1,2-18-15,-8 6 0,-4 13 16,2 10-16,3 5 16,4 4-16,1-20 15,3 22-15,4-4 16,12-2-16,4-4 15,1-8-15</inkml:trace>
  <inkml:trace contextRef="#ctx0" brushRef="#br0" timeOffset="53225.2446">15515 8660 0,'0'0'0,"0"0"0,1 2 0,2 13 16,2 8-16,-3 10 0,1 13 15,-3 5-15,0 3 16,0-1-16,-5-5 15,-2-4-15,2-4 16,1-3-16,-1-3 16,5-34-16,-1 30 15,1-30-15,-5 27 0,3-5 16</inkml:trace>
  <inkml:trace contextRef="#ctx0" brushRef="#br0" timeOffset="53587.9926">15696 9076 0,'0'0'0,"0"0"0,7 0 0,-7 0 15,19-2-15,-19 2 16,20-4-16,5-4 15,-25 8-15,24-12 16,-7 0 0,-17 12-16,12-14 15,-12 14-15,6-20 16,-10 4-16,-8 4 0,-8 4 16,-7 11-16,-3 8 15,0 9-15,2 8 16,5 7-16,6-1 15,9-4-15,7 2 16,15-8-16,5-5 16,11-3-16,11-7 15,12-6-15,6-7 16</inkml:trace>
  <inkml:trace contextRef="#ctx0" brushRef="#br0" timeOffset="54026.2205">16496 8447 0,'0'0'0,"7"3"0,2 8 16,8 8-16,11 12 15,6 5-15,3 5 16,6 2-16,-4-6 0,-2 1 16,-6-2-16,-31-36 15,28 33-15,-4-2 16,-24-31-16,17 29 16,-17-29-16,14 21 15</inkml:trace>
  <inkml:trace contextRef="#ctx0" brushRef="#br0" timeOffset="54300.2827">16893 8469 0,'0'0'0,"0"0"0,-2 5 16,-10 17 0,-9 8-16,-13 9 0,-5 9 15,-12 2-15,-1-3 16,-3-6 0,55-41-16,-50 39 15,9-7-15,41-32 16,-26 27-16,16-7 15</inkml:trace>
  <inkml:trace contextRef="#ctx0" brushRef="#br0" timeOffset="54626.7908">17558 8221 0,'0'0'0,"0"0"0,0 0 16,3 1-16,-3 8 0,0 11 31,-3 11-31,-1 11 16,5 12-16,-2 9 0,-2 4 15,0-1-15,6 0 16,-2-2-16,2-10 16,4-7-16,-2-9 15,1-8-15,-6-30 16,8 25-16,-8-25 16,5 20-16,-2-10 15</inkml:trace>
  <inkml:trace contextRef="#ctx0" brushRef="#br0" timeOffset="55090.2349">17557 8223 0,'0'0'0,"0"0"0,5 3 16,14 11-16,6 6 16,12 10-16,11 12 15,1 8-15,3 0 0,1 7 16,-1 0-16,-1-5 16,-3-3-16,-8-7 15,-5-5-15,-35-37 0,30 29 16,-30-29-16,27 22 15,-27-22-15,25 13 16,-7-9-16,4-12 0,-10-8 16,-1-11-16,-3-5 15,-2-5-15,-3-6 16,0-3-16,1-1 16,-1-1-16,0 4 15,2 2-15,-5 42 16,10-39-1,-10 39-15,9-29 16,2 13-16,4 12 16</inkml:trace>
  <inkml:trace contextRef="#ctx0" brushRef="#br0" timeOffset="55629.031">18573 8838 0,'0'0'0,"0"0"0,0 2 0,-5 11 15,-7 5-15,-5 13 16,-6 6-16,0 3 15,-6 3-15,-2 0 0,0-5 16,2-3-16,29-35 16,-25 26-16,25-26 15,-21 20-15,21-20 16,-13 14-16,6-11 16,4-10-16,4-11 15,4-5-15,2-13 16,1 2-16,6-5 0,0-1 15,5 2-15,5 3 16,0 1-16,0 5 16,0 6-16,-24 23 0,22-19 15,-22 19 1,20-16-16,-20 16 0,20-13 16,-2 9-16,-5 10 31,0 10-31,3 9 15,-2 13-15,-3 5 0,1 3 16,2 1-16,-2-5 16,-1-5-16,5-6 15,-16-31-15,10 26 0,-10-26 16,8 22-16,-2-9 16,-8-12-16</inkml:trace>
  <inkml:trace contextRef="#ctx0" brushRef="#br0" timeOffset="55791.8923">18426 9033 0,'0'0'0,"12"-1"0,15 1 16,21 1-16,25 5 15,16 1-15,14 1 16</inkml:trace>
  <inkml:trace contextRef="#ctx0" brushRef="#br0" timeOffset="104958.5465">11617 7755 0,'0'0'0,"0"0"0,0 0 0,2 0 32,0-1-32,-2 1 0,7-3 15,5-1-15,7-1 16,9-2-16,2-1 16,2-1-16,4-1 0,3 1 15,4-4-15,4-1 16,5-4-16,0-4 15,7-2-15,6-1 16,-4 2-16,9-3 0,2-2 16,-1-3-16,3 2 15,0 1-15,-3 1 16,-5 1-16,2 0 16,-2 2-16,-4-2 15,0 1-15,-1 3 16,-4-2-1,-1 4-15,-7 0 16,-3-1-16,-5 3 16,-7 3-16,-4 1 0,-3 3 15,-27 11-15,23-10 16,-23 10-16,20-10 16,-20 10-16,17-7 15,-17 7-15,12-4 16,-12 4-16,8-3 0,-8 3 15,3-1 1,-6 3-16</inkml:trace>
  <inkml:trace contextRef="#ctx0" brushRef="#br0" timeOffset="111639.9768">16154 7431 0,'0'0'0,"0"0"0,0 0 0,1 0 16,-1 0-1,0 0-15,-2 8 16,-2 9-16,-5 2 16,-4 5-16,-1 5 15,-7-7-15,21-22 0,-25 29 16,1-4-16,3-2 16,21-23-16,-23 20 15,23-20-15,-13 18 16</inkml:trace>
  <inkml:trace contextRef="#ctx0" brushRef="#br0" timeOffset="111956.1931">16175 7432 0,'0'0'0,"0"0"0,0 0 15,1 0-15,-1 0 16,2 0-16,1 6 16,-3-6-16,9 11 15,-1 5-15,-2 5 16,5 3-16,-5-1 15,2 0-15,-8-23 16,9 21-16,-2 1 0,-7-22 16,7 22-16,-7-22 15</inkml:trace>
  <inkml:trace contextRef="#ctx0" brushRef="#br0" timeOffset="113230.3007">16512 6579 0,'0'0'0,"0"0"0,0 0 16,5-3 0,-5 3-16,5-8 15,-5 8-15,3-9 16,-3 9-16,1-11 15,-1 11-15,-1-11 16,1 11-16,-7-12 16,7 12-16,-17-8 15,-1 2-15,18 6 0,-23-3 16,0 9-16,3 8 16,2 7-16,-4 4 15,-1 9-15,6-1 16,2 1-16,3-5 15,3 3-15,9-32 0,1 30 16,0 2-16,7 4 16,6-3-16,4-5 15,1-5-15,3-1 16,-22-22-16,30 18 0,-1 0 16,1-7-16,0-5 15,-2-3-15,-4-6 31,-2-1-31,-2-7 16,0-5-16,-4-3 16,0-1-16,-3-2 0,-1 0 15,-3 0-15,-2-4 16,-2 0-16,-3-2 16,-4 1-16,-3-1 15,1 1 1,-6-1-16,-1 4 15,11 24-15,-17-26 16,-5 2-16,-10 5 16,-3 5-16,-5 5 0,-5 8 15</inkml:trace>
  <inkml:trace contextRef="#ctx0" brushRef="#br0" timeOffset="126247.1988">13367 8529 0,'0'0'0,"0"0"0,0 0 0,2 0 16,-2 0 0,5-1-16,-5 1 0,2-4 15,-2 4-15,0-4 16,0 4-16,3-3 15,-3 3-15,5-4 16,-5 4-16,7-3 0,-7 3 31,5-1-31,-5 1 0,3 2 16,1 5-16,-4-7 16,-3 11-16,0 7 0,3-18 15,-8 21-15,-2 3 16,10-24-1,-12 22-15,2 0 16,10-22-16,-10 21 16,10-21-16,-7 20 15,7-20-15,-6 18 16,6-18-16,-5 16 16,5-16-16</inkml:trace>
  <inkml:trace contextRef="#ctx0" brushRef="#br0" timeOffset="126554.3842">13413 8568 0,'0'0'0,"0"0"16,0 0-16,0 0 15,0 0-15,0 0 16,0 0-16,0 0 16,3 2-16,-3-2 15,5 6-15,2 7 0,-7-13 16,11 19-16,0 5 16,2 2-16,-13-26 15,13 25-15,0-2 16,-13-23-16,13 21 15,-13-21-15</inkml:trace>
  <inkml:trace contextRef="#ctx0" brushRef="#br0" timeOffset="127333.9974">13636 7924 0,'0'0'0,"0"0"0,0 0 0,0-6 16,0 6-16,-3-5 15,3 5-15,-5-9 0,-10 2 16,-1 0-16,16 7 16,-24-2-16,4 2 15,-3 5-15,23-5 16,-22 10-16,2 2 15,-3 6-15,4 3 0,3 3 32,2-1-32,2 0 15,4-1-15,1-2 16,7-20-16,4 25 16,6 1-16,8-1 15,5-4-15,5-3 0,-1-7 16,-27-11-16,29 4 15,-4-3-15,0-4 16,-25 3-16,26-7 16,-3-4-16,0-4 0,-6-4 15,-4-1-15,0-2 16,-4 2-16,-11-4 16,2 0-16,-4 0 15,-3 1-15,-5-1 0,-2 1 16,-8 6-16,-8 9 15,-12 9-15</inkml:trace>
  <inkml:trace contextRef="#ctx0" brushRef="#br0" timeOffset="143227.0971">5908 10431 0,'0'0'0,"0"0"0,-1-5 0,1-6 16,1-5-16,-1 16 15,4-20-15,1 2 0,9-7 16,5 2-16,5 2 16,2-1-16,11 2 15,0 7-15,3 0 16,-1 3-16,-1 7 16,4 6-16,-10 12 15,1 3-15,1 12 0,-4 5 16,-14 14-16,-1 5 15,-11 7-15,-10 6 16,-10-5-16,-1 2 16,-8-5-16,-7-4 15,-4-1 1,-4-4-16,-4-5 16,2-4-16,-1-4 15,4-8-15,2-7 16,6-7-16,3-12 15,4-10-15,1-3 16,10-8-16,1-7 16,6-1-16,5 1 0,8-3 15,7 3-15,3 4 16,9 3-16,2 7 0,1 10 16,3 6-16,-4 8 15,3 10-15,-3 11 16,-2-3-16,-5 6 31,3-2-31,1 2 16,8-5-16,6-3 15,8-8-15,8-8 16,3-10-16</inkml:trace>
  <inkml:trace contextRef="#ctx0" brushRef="#br0" timeOffset="143998.102">7093 10692 0,'0'0'0,"0"0"0,3 2 0,6 8 15,4 6-15,0 5 0,0 7 16,5 3-16,-8 2 15,0 3-15,1-1 16,-6-5-16,-5-30 16,4 27-16,-4-27 15,2 25-15,-2-25 16,-1 20-16,1-20 16,-2 15-16,1-12 0,1-13 31,2-10-31,3-5 0,1-7 0,-1-1 31,4 1-31,5 2 16,-2 3-16,-12 27 15,19-22-15,-1 5 16,3 6-16,0 9 16,-4 9-16,1 8 0,-1 7 15,0 3-15,-7 0 16,-10-25-16,14 22 15,-14-22-15,8 21 0,-8-21 16,2 20-16,-2-20 16,1 14-16,0-11 15,-1-12-15,4-8 0,5-10 16,6 0-16,2-4 16,3 4-16,-20 27 15,20-23-15,4 11 31,0 10-31,-3 10 16,-3 7-16,-4 7 16,-6 6-16,-1 3 0,-3 1 15,-4-32-15,7 32 16,-2 2 0,-5-34-16,7 28 0</inkml:trace>
  <inkml:trace contextRef="#ctx0" brushRef="#br0" timeOffset="144398.3893">8073 10856 0,'0'0'0,"0"0"0,-2-1 0,2 1 16,-3-12-1,-5-1-15,8 13 16,-12-19-16,-5 4 16,-8 10-16,-2 5 15,1 10-15,0 7 16,3 6-16,7 0 16,11 5-16,5-1 15,12-2-15,10-1 16,3-7-16,5-6 0,4-7 15,-1-4-15,-3-7 16,-30 7-16,26-10 16,-4-7-16,-10-7 0,-4 0 15,-11-6-15,-9 1 16,-13 3-16,-4 5 16,-6 2-16,35 19 0</inkml:trace>
  <inkml:trace contextRef="#ctx0" brushRef="#br0" timeOffset="144698.4149">8336 10331 0,'0'0'0,"0"0"0,0 8 16,4 21-16,-2 10 16,-3 12-16,0 8 0,6 6 15,-3 0-15,-2 0 16,5-2-16,-2-5 16,-2-4-16,-1-6 15,-1-4-15,1-4 16,-1-1-16,2-4 15,4-2 1,-5-33-16,5 29 16</inkml:trace>
  <inkml:trace contextRef="#ctx0" brushRef="#br0" timeOffset="145062.9918">9602 10716 0,'0'0'0,"0"0"0,7-1 0,20 0 16,18 1-1,10 1-15,20 4 0,0-2 16,1 2-16,-2 2 15,-6 0-15</inkml:trace>
  <inkml:trace contextRef="#ctx0" brushRef="#br0" timeOffset="145299.9749">9772 10945 0,'0'0'0,"19"1"0,21 0 0,25-4 15,32 2-15,23-2 16,13 1-16</inkml:trace>
  <inkml:trace contextRef="#ctx0" brushRef="#br0" timeOffset="149729.0988">11466 10399 0,'0'0'0,"0"0"0,1 1 0,3 3 16,6 0-16,10 14 16,-5 5-16,7 11 15,-4 7-15,0 5 16,-6-1-16,-2-1 15,-10-44-15,4 38 0,-4-38 16,0 33-16,0-33 16,-3 28-16,3-28 15,-4 21-15,-1-8 16,1-12 0,4-12-16,2-9 15,0-7-15,4-8 16,-3 0-16,0-2 15,3 3-15,1 1 16,-2 2-16,7 5 0,2 2 16,5 3-16,4 5 15,0 8-15,-23 8 0,21 0 16,1 12 0,-1 15-16,-5 5 15,0 6-15,-9 2 0,0-4 16,-7-36-16,1 37 15,0-5-15,-1-32 32,3 28-32</inkml:trace>
  <inkml:trace contextRef="#ctx0" brushRef="#br0" timeOffset="150130.692">12240 10422 0,'0'0'0,"0"0"0,0 0 0,-1-1 15,1 1 1,-5-4-16,-6 4 15,-14 9-15,-2 5 0,-6 7 0,1 9 32,6 4-32,5 0 15,6 0-15,10-2 16,3-1-16,10-5 16,9-5-16,8-1 15,-25-20-15,31 14 16,2-9-16,3-8 0,-4-5 15,-10-6-15,-5-6 16,-17 20-16,14-25 0,-9-4 16,-6-10-16,-7 0 15,-6 0-15,-11 4 16,-6 2-16,-7 10 16</inkml:trace>
  <inkml:trace contextRef="#ctx0" brushRef="#br0" timeOffset="150292.543">12456 10627 0,'0'0'0,"0"0"15,0-1-15</inkml:trace>
  <inkml:trace contextRef="#ctx0" brushRef="#br0" timeOffset="150730.9077">13169 10357 0,'0'0'0,"-6"-4"0,-6-1 16,-6 0-16,-10 5 15,-2 6-15,-5 3 16,0 7-16,5 7 0,2 4 15,3 3-15,10 2 16,9 1-16,10 1 16,8-4-16,15-5 15,3-5-15,8-8 0,1-6 16,1-6-16,-2-10 16,-4-3-16,-8-6 15,-6-2-15,-9-8 16,-9-2-16,-6-2 0,-11-2 15,-6 5-15,-4 3 16,-6 7-16,31 20 16</inkml:trace>
  <inkml:trace contextRef="#ctx0" brushRef="#br0" timeOffset="150962.5062">13508 10049 0,'0'0'0,"0"5"0,1 8 0,1 15 16,1 18 0,2 10-16,-5 6 15,2 5-15,-2 0 16,-1-4-16,-2 0 15,0-7-15,3-56 16,-6 51-16,6-51 16</inkml:trace>
  <inkml:trace contextRef="#ctx0" brushRef="#br0" timeOffset="151131.0213">13490 9904 0,'0'0'0,"19"0"0,11 1 16,21 4-16,6 2 0,8 9 16,-3 2-16</inkml:trace>
  <inkml:trace contextRef="#ctx0" brushRef="#br0" timeOffset="151297.1253">13502 10432 0,'0'0'0,"14"-3"0,20 0 15,24 2-15,30-7 0</inkml:trace>
  <inkml:trace contextRef="#ctx0" brushRef="#br0" timeOffset="151796.2757">14535 10195 0,'0'0'0,"-7"-6"0,-8-3 15,-8 1-15,-9 5 16,-9 4 0,-2 12-16,-4 16 15,-2 8-15,6 7 16,13 2-16,8 4 16,15-8-16,13-2 0,16-6 0,1-4 15,16-4-15,4-9 16,2-6-16,2-7 15,2-3-15,-8-7 16,-4-4-16,-7-6 0,-5-8 31,-8-7-31,0-6 16,-7-5-16,-6-4 16,-8-3-16,-7-1 0,-10 0 15,-11 2-15,-8 7 16</inkml:trace>
  <inkml:trace contextRef="#ctx0" brushRef="#br0" timeOffset="152565.2699">15511 10411 0,'0'0'0,"0"0"0,0 0 16,2-6-16,-6-3 15,4 9-15,-9-11 0,-5 0 16,-11 6-16,-10 10 31,-4 7-31,4 5 0,3 4 16,12 2-16,8 4 0,11-2 15,10-1-15,10-2 16,4-6-16,9-3 16,-3-6-16,2-4 15,-31-3-15,31-4 16,0-4-16,-7-7 0,-24 15 31,19-18-31,-19 18 16,12-18-16,-12 18 15,5-11-15,-4 10 16,-1 1-16,-3 16 16,4 6-16,13 8 0,8-2 15,12-7-15,2-14 16</inkml:trace>
  <inkml:trace contextRef="#ctx0" brushRef="#br0" timeOffset="152865.3063">15832 9861 0,'0'0'15,"2"7"-15,2 4 0,2 17 16,0 9-16,-5 12 0,0 9 16,-1 8-16,-4 0 15,1-3-15,1-1 16,-2-5-16,-1-6 15,3-9-15,2-42 16,-3 36-16,-1-5 0,4-31 31,-9 28-31,9-28 0</inkml:trace>
  <inkml:trace contextRef="#ctx0" brushRef="#br0" timeOffset="153265.3804">15734 10440 0,'0'0'0,"6"-5"0,10 2 16,14-1-16,16 2 16,4-2-16,2-1 15,0 1-15,-52 4 16,41-5-16,-41 5 0,36-5 15,-36 5-15,25-5 16,-7 4-16,-16 1 16,-4 7-16,-9 8 15,-12 2-15,-3 8 16,3-3-16,23-22 16,-22 24-1,13-2-15,9-1 0,10-2 16,9-5-16,1-4 15,6-6-15,4-6 16,-30 2-16,30-6 16,-1-5-16,-5-6 15,-11-5-15,-8-2 16,-8-2-16,-8-1 0,-12 6 16,-7 6-16,30 15 15</inkml:trace>
  <inkml:trace contextRef="#ctx0" brushRef="#br0" timeOffset="154166.7921">16340 10388 0,'0'0'0,"6"6"0,1 5 0,6 6 15,-2 3 1,-11-20-16,12 24 16,-2 0-16,-10-24 15,6 24-15,-6-24 0,2 18 16,-2-18-16,2 13 16,-2-13-16,0 8 15,-1-14-15,1 6 16,-2-12-16,2-7 15,5-5-15,5 1 16,0 3-16,-10 20 16,14-16-16,4 7 15,2 10 1,-4 7-16,2 9 16,-4 5-16,-3 2 15,-11-24-15,5 24 16,-5-24-16,5 22 15,-5-22-15,1 19 16,-1-19-16,-2 13 16,2-13-16,-1 9 15,-2-12-15,6-12 0,4-6 16,2-4-16,6-1 16,6 3-16,-21 23 15,25-20-15,0 6 0,-25 14 16,25-5-16,-1 7 31,-9 8-31,1 7 0,-16-17 16,13 22-16,-2 2 0,5 2 0,5-1 15,-2-6-15,5-3 16,-1-8-16,-2-6 31,6-3-31,-2-6 16,-3-4-16,6-4 0,-3-5 0,-2-4 15,0-3 1,-4-1-16,-2-1 16,0 0-16,-9 1 15,-8 28-15,0-26 16,0 26-16,-4-22 16,4 22-16,-11-17 15,11 17-15,-13-10 16,0 12-16,5 10 0,7 8 15,8 9-15,6-1 16,8 5-16,6 0 16,4-2-16,4 1 15,1-1-15,-3-3 16,-2 2-16,-7-7 0,-10 0 31,-11-1-31,-9-5 16,-12-1-16,-17-2 15</inkml:trace>
  <inkml:trace contextRef="#ctx0" brushRef="#br0" timeOffset="155134.1917">11199 10934 0,'0'0'0,"0"0"0,5 0 16,13 1-16,4 1 16,10-3-16,11 1 15,7-1-15,9-2 16,9-3-16,8 1 0,7 1 16,6-3-16,6 1 15,8 0-15,7-2 16,0 2-16,5-5 15,3 2-15,3 0 16,5 0-16,6-1 16,6 4-1,1 2-15,5-3 16,3 3-16,1 0 16,6 0-16,6 4 15,2-2-15,2 1 16,-2 3-16,0 0 0,1 2 15,-2 1-15,2 3 16,6-1-16,0 0 16,2-1-16,-6 2 0,0-3 15,2 2-15,-6 2 16,5-1-16,-4-3 16,-3 3-16,-2-2 15,-5 3-15,-1 0 16,-5 1-16,-8-2 0,-1 0 15,-7 0-15,-8-1 16,-5-2-16,-13 2 16,-9-4-16,-13 4 31,-14 0-31,-68-7 16</inkml:trace>
  <inkml:trace contextRef="#ctx0" brushRef="#br0" timeOffset="167333.7434">12586 11207 0,'0'0'0,"0"0"0,0 0 0,-2 0 31,2 0-31,-4-6 0,4 6 16,-6-7-16,0-7 16,6 14-16,2-15 15,2-5-15,-4 20 16,11-19-16,6-1 15,0 1-15,8 0 16,2 5-16,5 6 16,5 5-16,1 6 15,-4 5-15,0 10 16,0 6-16,-4 6 16,-3 11-16,-4 4 0,-5 5 15,-15 4-15,-4 1 16,-11 1-16,-8-3 15,-8-5-15,-1-7 16,-7-2-16,-1-6 16,-3-6-16,-2-4 15,3-5 1,3-6-16,1-7 16,3-5-16,6-4 15,2-8-15,5-7 16,6-5-16,13 24 0,-6-29 15,2-1-15,4 30 16,8-29-16,6 5 16,5 5-16,4 11 15,5 6-15,-3 9 16,7 6-16,-4 7 16,6 1-16,-5 4 0,4 4 15,6-3-15,-2 5 16,1 0-16,8-3 15,7-2-15</inkml:trace>
  <inkml:trace contextRef="#ctx0" brushRef="#br0" timeOffset="168088.7935">13668 11420 0,'0'0'0,"0"0"0,3 2 0,9 6 16,6 5-16,9 5 16,2 7-16,5 1 0,4 4 15,-2-2-15,0 6 16,-4-2-16,-5-1 16,-27-31-16,23 27 15,1 1 1,-24-28-16,15 24 15,-15-24-15,10 21 16,-4-9-16</inkml:trace>
  <inkml:trace contextRef="#ctx0" brushRef="#br0" timeOffset="168289.1233">13985 11417 0,'0'0'0,"-5"6"0,-7 7 0,-14 15 16,-17 9-16,-8 9 16,-8 3-16,-3 6 15,1 1-15</inkml:trace>
  <inkml:trace contextRef="#ctx0" brushRef="#br0" timeOffset="173265.1391">14822 11111 0,'0'0'0,"0"0"0,0-2 0,0 2 16,-6-5-16,-5-2 15,-8 0-15,-1 2 0,-8 3 16,-7 8-16,-5 8 16,-8 6-16,-4 7 15,-2 8-15,7 3 16,2 8-16,8 8 15,6 3-15,10 4 16,9-2-16,8-5 16,11-4-16,9-5 15,7-10-15,2-2 0,2-4 16,2-9-16,4-7 16,-2-2-16,1-8 15,-3-3-15,-4-3 16,-25 3-1,22-8-15,-6-8 16,-2-7-16,-6-2 16,-4 0-16,-6-5 0,-10 0 15,-6 4-15,-10 1 16,-5 5-16,-8 7 16,-3 4-16,44 9 15,-43-5-15</inkml:trace>
  <inkml:trace contextRef="#ctx0" brushRef="#br0" timeOffset="173446.479">14818 11507 0,'0'0'0,"0"0"0,0 0 16,2 0-16,-2 1 16,4 6-16</inkml:trace>
  <inkml:trace contextRef="#ctx0" brushRef="#br0" timeOffset="173963.3228">15450 11386 0,'0'0'0,"0"0"0,1-6 0,-1 6 15,-2-11-15,-4-1 16,-7-1-1,-3 1-15,-7 3 0,-6 8 32,-1 4-32,-7 7 0,-2 9 15,1 7 1,4 9-16,2 3 0,8 4 16,13 4-16,7-5 15,7 0-15,10-3 16,10-6-16,6-3 15,3-8-15,4-2 0,8-6 16,-6-5-16,-3-8 16,0-8-16,-4-5 15,-4-7-15,-7-1 16,-2-8-16,-10-4 16,-7-3-16,-3-7 15,-5 0 1,-11 0-16,-3 2 15,-10 5-15,-8 8 16,-1 11-16,-4 7 16</inkml:trace>
  <inkml:trace contextRef="#ctx0" brushRef="#br0" timeOffset="174466.8707">15707 11319 0,'0'0'0,"0"0"0,8-2 0,5-4 15,7 3 1,8 5-16,3 7 15,4 9-15,-1 11 0,-2 8 32,-9 5-32,-5 2 15,-10 0-15,-12 1 0,-8-4 16,-8-5-16,-6-4 16,0-8-1,-2-5-15,1-3 0,1-8 16,1 0-16,25-8 15,-22 0-15,5-8 0,7-8 16,11-7-16,8-1 16,8-2-16,-17 26 15,22-17-15,1 9 32,-23 8-32,26 8 15,-4 9-15,0 9 0,-2 5 16,-2-1-16,1 0 15,1-3-15,-2-1 16,11-8-16,-1-7 16</inkml:trace>
  <inkml:trace contextRef="#ctx0" brushRef="#br0" timeOffset="174965.7908">16150 11303 0,'0'0'0,"4"-5"0,7-1 16,9 0-16,6 4 15,5 1-15,-2 7 0,1 8 0,-4 7 16,-5 9-16,-3 8 16,-6 3-1,-6 1-15,-8 4 0,-6-5 16,-4-4-16,-9-7 16,-3-5-1,1-4-15,-6-7 0,29-14 16,-32 12-16,1-2 15,31-10-15,-30 4 0,30-4 16,-28-2-16,9-7 31,19 9-31,-7-14 16,11-2-16,12 3 16,-16 13-16,23-3 0,5 7 15,4 9-15,1 9 16,-5 2-16,-1 2 15,-2-1-15,1-1 16,-4-3-16,3 1 16,-2-5-16,2 0 15</inkml:trace>
  <inkml:trace contextRef="#ctx0" brushRef="#br0" timeOffset="175267.5611">16793 11566 0,'0'0'0,"0"0"0,6 9 0,13 13 15,8 6-15,5 7 0,3 2 16,3 1-16,-4-3 16,-2-7-16,-32-28 15,25 28-15,-2-2 16,-1-3-16,-22-23 0,18 20 16,-7-9-16</inkml:trace>
  <inkml:trace contextRef="#ctx0" brushRef="#br0" timeOffset="175522.4011">17096 11550 0,'0'0'0,"0"0"0,0 0 16,0 1-16,-4 5 15,-10 13-15,-7 8 16,-14 11-16,-2 7 0,-9 1 16,-4-5-16,5 1 31,7-11-31,38-31 0,-35 29 16,35-29-16,-27 25 0</inkml:trace>
  <inkml:trace contextRef="#ctx0" brushRef="#br0" timeOffset="175921.2904">17449 11427 0,'0'0'0,"0"0"0,0 0 0,1 1 31,0 6-31,1 9 16,-1 16-16,-3 13 0,0 7 15,-1 10-15,-2 1 16,2-1-16,-4-3 0,2-2 16,-1-10-16,8-6 15,-4-5-15,2-36 16,3 30-16,-3-30 15,2 25-15,2-11 16</inkml:trace>
  <inkml:trace contextRef="#ctx0" brushRef="#br0" timeOffset="176424.8689">17911 11586 0,'0'0'0,"0"0"16,-4-6-16,-9-5 15,-3 3-15,-5 0 16,-5 6-16,-5 6 0,2 14 15,-3 10-15,-7 8 16,5 7-16,6 6 16,7 0-16,7-4 0,15 0 15,7-4-15,9-1 16,8-7-16,6-4 16,4-4-16,4-7 15,0-7-15,-39-11 16,37 6-16,1-8 15,-2-7 1,-5-7-16,-3-3 16,-7-8-16,-4-4 0,-8-4 15,-7-7-15,-3-1 16,-9-2-16,-6-3 16,-5 0-16,-7 3 15,-6 7-15,-3 7 16,37 31-16</inkml:trace>
  <inkml:trace contextRef="#ctx0" brushRef="#br0" timeOffset="176961.4923">18117 11221 0,'0'0'0,"0"0"0,0 0 16,6-2-16,8-3 16,7 2-16,2 11 0,0 2 15,0 8-15,-5 9 16,-6 2-16,-3 0 16,-9 3-16,-5-2 15,-7-4-15,2-1 16,-6-5-16,-2-3 15,18-17 1,-19 12-16,-2 0 16,21-12-16,-26 5 15,26-5-15,-19 1 0,3-7 16,16 6-16,-5-14 16,12-1-16,15 3 15,1 4-15,4 10 16,-3 8-16,3 3 15,-2 6-15,0 3 0,3 0 16,-1 2-16,2 0 31,-3-5-31</inkml:trace>
  <inkml:trace contextRef="#ctx0" brushRef="#br0" timeOffset="177492.8815">18499 11222 0,'0'0'0,"0"0"0,-1-2 0,4-4 31,-3 6-31,9-4 0,11-1 16,12 5-16,4 4 16,-1 7-16,-35-11 0,30 14 0,-6 5 15,-13 2-15,-11-21 16,0 23 0,-6-3-16,-10-4 0,-4-3 15,20-13-15,-23 7 16,3-4-16,20-3 15,-23 0 1,23 0-16,-17-2 16,17 2-16,-12-6 15,13-1-15,17 1 16,7 6-16,12 6 16,2 4-16,1 6 15,-5 6 1,-5 3-16,-6 0 0,-24-25 0,15 27 15,-8-3-15,-10-2 16,-12-4-16,-12-5 16,-5-5-16,-6-5 15,-6-3-15,0-1 16,6-3-16,3-3 0,35 7 31</inkml:trace>
  <inkml:trace contextRef="#ctx0" brushRef="#br0" timeOffset="263360.2904">4187 13014 0,'0'0'0,"0"0"0,0 0 0,4-1 15,-4 1-15,6-4 16,5 3-16,7 7 0,1 9 0,0 9 31,-2 9-31,-2 6 0,-4 2 16,-4 2-1,-3 2-15,0-3 16,-4-42-16,1 38 0,-2-4 16,1-34-16,-3 28 15,3-28-15,-1 23 16,1-23-16,-2 15 16,0-12-16,2-13 15,0-13-15,2-9 16,2-6-16,4-1 0,7-2 15,5 6-15,1-2 16,3 5-16,5 2 16,2 7-16,4 6 15,2 10-15,-5 9 16,3 9-16,-8 11 16,-4 6-16,-10 8 15,-1 1 1,-12 3-16,0-3 15,0-37-15,-1 37 0,2-4 16,-1-33-16,6 28 16,5-6-16</inkml:trace>
  <inkml:trace contextRef="#ctx0" brushRef="#br0" timeOffset="263761.065">5169 13171 0,'0'0'0,"0"0"16,-2-5-16,2 5 16,-10-7-16,-7-5 15,-6 1-15,-1 2 16,-3 7-16,-1 3 15,-2 10 1,1 6-16,1 7 16,2 7-16,5 5 0,5 0 15,12 2-15,6-5 16,11-3-16,6-5 16,5-7-16,7-4 15,0-6-15,3-8 16,2-9-16,-5-4 15,-6-5-15,-4-2 16,-9-3-16,-2-4 16,-5-3-16,-8-2 0,-6 2 15,-3 0-15,-10 4 16,22 26 0,-25-24-1,-7 9-15</inkml:trace>
  <inkml:trace contextRef="#ctx0" brushRef="#br0" timeOffset="263923.8705">5325 13398 0,'0'0'0,"0"0"0,3 3 15,6 1-15</inkml:trace>
  <inkml:trace contextRef="#ctx0" brushRef="#br0" timeOffset="264394.1076">6067 13189 0,'0'0'0,"0"0"0,-1-5 15,-5-7-15,-8-1 16,-5 4-16,-7 2 0,-1 7 15,-7 8-15,-3 7 16,0 9 0,3 9-16,6 2 15,8 5-15,13-4 16,13 2-16,7-6 16,12-4-16,8-6 15,5-5-15,8-7 16,0-8-16,-2-6 0,-4-4 15,-4-6-15,-11-2 16,-11-4-16,-8-5 16,-11-7-16,-10-3 0,-5 0 15,-6 1-15,-3 3 16,29 31 0,-33-28-16</inkml:trace>
  <inkml:trace contextRef="#ctx0" brushRef="#br0" timeOffset="264625.9965">6417 12907 0,'0'0'0,"2"8"0,-2 11 0,3 13 16,-1 16-16,2 7 15,-1 7-15,0 6 16,-1-1-16,1 0 0,1-4 16,-1-10-16,-3-53 15,0 44-15,0-44 16,-1 33-16,-4-19 16,-2-22-16</inkml:trace>
  <inkml:trace contextRef="#ctx0" brushRef="#br0" timeOffset="264826.1294">6256 12755 0,'0'0'0,"8"-11"0,5-7 0,10-8 16,12-4-1,8 4-15,12 8 16,3 10-16,8 10 15,-2 10-15,4 7 16,-10 4-16</inkml:trace>
  <inkml:trace contextRef="#ctx0" brushRef="#br0" timeOffset="264995.5424">6416 13251 0,'0'0'0,"15"3"0,22-4 16,25-1-16,20-2 16,12 1-16</inkml:trace>
  <inkml:trace contextRef="#ctx0" brushRef="#br0" timeOffset="265528.0052">7889 12918 0,'0'0'0,"-4"-7"0,-3-7 15,-7-7-15,-10-4 16,-8 4-16,-6 2 16,-10 8-16,-8 6 15,-1 8-15,-3 10 0,1 13 16,-4 14-16,6 11 15,5 15-15,3 19 16,9 13-16,14-6 16,16-7-16,16-12 15,17-7-15,12-13 0,8-8 16,10-9-16,3-10 16,2-11-16,-2-8 15,0-9-15,-1-9 0,-7-9 16,0-9-16,-4-7 15,-10-2-15,-6-10 16,-7-1-16,-6-5 31,-8-2-31,-9-2 16,-4 4-16,-7-4 0,-4 4 16,-7 2-16,-2 4 15,-2 6-15,-6 12 16,2 8-16</inkml:trace>
  <inkml:trace contextRef="#ctx0" brushRef="#br0" timeOffset="266068.0415">8689 13487 0,'0'0'0,"-1"-6"0,0-5 16,-4-5-16,-3-7 15,-4 0-15,-5-2 0,-7 1 16,-6 8-16,-4 7 15,-2 11-15,-5 8 16,-1 12-16,3 9 16,8 7-16,7 3 0,7-1 15,14-4-15,7-7 32,10-5-32,9-7 0,3-6 15,3-5 1,2-4-16,2-8 15,-3-5-15,-4-8 0,-26 19 16,24-24-16,-24 24 16,16-25-16,-16 25 15,10-21-15,-4 5 16,-5 13-16,-5 11 16,0 13-16,5 7 15,8 4-15,6 1 0,15-5 16,10-10-16,7-6 15,0-13-15</inkml:trace>
  <inkml:trace contextRef="#ctx0" brushRef="#br0" timeOffset="266369.1337">9045 12657 0,'0'0'0,"2"5"0,1 12 0,-3 20 16,3 13-16,-1 17 15,0 9-15,0 4 0,-2 3 16,0 0-16,-2-5 15,0-6-15,2-11 16,2-9-16,-1-10 16,-2-7-16,1-35 15,0 34-15,0-34 16,-2 27 0</inkml:trace>
  <inkml:trace contextRef="#ctx0" brushRef="#br0" timeOffset="266834.4251">9010 13359 0,'0'0'0,"20"2"0,14-3 15,16 0-15,9-1 0,6-2 16,-3 0-16,-9-1 15,-6-3-15,-47 8 16,38-6-16,-38 6 0,25-6 16,-11-1-1,-17 1-15,-12 3 0,-13 5 16,-7 9-16,-5 4 16,6 8-16,1 3 15,11 4-15,14-4 16,10 1-1,8-1-15,13-1 16,8-5-16,6-4 16,3-6-16,1-7 15,-3-5-15,-38 2 16,33-8-16,-7-4 16,-6-9-16,-12-4 15,-7-6-15,-9-2 0,-11-2 16,-3 1-16,-10 4 15,-4 10-15,36 20 16</inkml:trace>
  <inkml:trace contextRef="#ctx0" brushRef="#br0" timeOffset="267729.1916">9690 13321 0,'0'0'0,"3"8"0,8 8 15,0 11-15,4 5 0,3 3 16,-3-2-16,1-4 16,-16-29-16,11 26 15,-11-26-15,8 22 16,-8-22-16,6 15 15,-4-5-15,-2-13 0,-1-6 16,1 9-16,-3-19 16,-2-5-16,4-2 15,1 0-15,0 26 16,4-25-16,3 6 16,7 5-16,5 11 0,0 6 15,2 8-15,3 5 16,-9 3-1,-15-19-15,16 21 16,-16-21-16,9 21 16,-9-21-16,6 21 15,-6-21 1,-2 15-16,2-15 0,-3 8 16,-1-10-16,1-18 15,6-5-15,6-2 0,10 0 16,2 2-16,5 8 15,0 8-15,3 9 16,-29 0-16,28 4 31,-5 11-31,-1 11 0,-6 4 16,-10-1-16,3-2 16,-5 1-16,-4-28 15,9 20-15,4-1 16,4-6-16,2-2 15,3-8-15,2-6 0,3-7 16,-2-5-16,3-7 0,1-8 16,-5 0-1,-3-2-15,-3 2 16,-4 0-16,-4 1 16,-10 29-16,6-26 15,-8 4-15,2 22 16,-11-16-16,-5 6 15,-3 10-15,0 10 0,5 4 16,10 7-16,7 3 16,11 5-16,7 1 15,11 5-15,9 2 16,0-2-16,1 1 16,-42-36-16,35 32 0,-10-5 31,-25-27-31,14 23 15,-15-5-15,-17-7 16,-7-9-16,-10-4 0,0-11 16,4-3-1</inkml:trace>
  <inkml:trace contextRef="#ctx0" brushRef="#br0" timeOffset="267929.8006">11165 13259 0,'0'0'0,"11"0"0,18-2 0,20-2 16,16 1-16,11-1 0</inkml:trace>
  <inkml:trace contextRef="#ctx0" brushRef="#br0" timeOffset="268098.57">11272 13412 0,'0'0'0,"27"2"0,30 2 16,32 5-1</inkml:trace>
  <inkml:trace contextRef="#ctx0" brushRef="#br0" timeOffset="277162.0802">5691 17793 0,'0'0'0,"0"0"0,0 0 0,-2 0 16,2 0-16,-4 1 15,-8-2-15,-14 2 16,-9-3-16,-6 0 16,-6 0-16,-10 0 15,-3 1-15,-2 3 16,-6 1-16,-5-3 0,2-3 16,-8-2-16,-3-3 15,-3 0-15,-5 1 16,-5-2-16,-1 4 15,-6-4 1,-4 3-16,-3 0 16,-5 2-16,-4 0 15,-3 2-15,-6 4 16,-5 2-16,-1 2 0,-8 6 0,3 2 16</inkml:trace>
  <inkml:trace contextRef="#ctx0" brushRef="#br0" timeOffset="295496.3192">12137 12991 0,'0'0'0,"0"0"0,-2-5 0,2-7 0,0-8 16,0 20-16,7-22 16,1-4-1,6 2-15,7 1 0,5 7 16,2 1-16,2 7 16,5 7-16,6 8 15,-3 6-15,4 10 16,-4 11-16,-7 9 15,-4 8-15,-7 10 16,-12 5-16,-13 6 16,-9 1-16,-10-2 15,-11-3-15,-4-4 16,-3-8-16,-5-11 16,4-7-16,-3-6 15,5-10-15,41-22 0,-39 13 16,0-8-16,8-10 15,8-11-15,8-8 16,9-6-16,12-6 16,3 3-16,10 3 0,4 10 15,-23 20 1,28-11-16,3 9 0,6 10 16,-5 5-16,-2 3 15,-1 8-15,-4 1 16,-6 2-16,1 5 15,3 1-15,-2-2 16,8 2-16,-3-4 16,3-4-1,3-7-15</inkml:trace>
  <inkml:trace contextRef="#ctx0" brushRef="#br0" timeOffset="295650.0838">12869 13389 0,'0'0'0,"0"0"0,0 0 15,1 1-15,-1-1 16</inkml:trace>
  <inkml:trace contextRef="#ctx0" brushRef="#br0" timeOffset="296366.7801">13604 13030 0,'0'0'0,"0"0"0,-2 4 16,-6 9 0,-11 9-16,-5 7 15,-11 9-15,-7 2 0,-6 4 16,-5-3-16,6-1 15,-5 0-15,5-5 16,9-6-16,9-7 16,29-22-16,-23 20 15,14-2-15,15-5 16,13 0-16,10-4 16,13-4-16,4-2 15,4 1-15,-3-1 0,-2 0 16,-3-1-16,-42-2 15,38 5-15,-38-5 16,35 2-16,-35-2 0,30 1 16,-10-3-16,-5-8 15,-9-5-15,-6-7 16,-3-2-16,-1-5 16,2-3-16,-2-4 31,7-1-31,2 2 15,2 3-15,-7 32 0,5-32 16,-5 32-16,7-24 16,-7 24-16,7-14 15,-1 12-15,-3 17 16,-1 17-16,-1 10 16,-1 13-16,-3 11 15,-9 5-15,5 5 0,1-1 16,0-3-16,1-8 15,1-9 1,0-12-16,4-43 0,-3 35 16,3-35-16,-6 24 15,4-10-15,2-20 16</inkml:trace>
  <inkml:trace contextRef="#ctx0" brushRef="#br0" timeOffset="296700.4971">14004 13014 0,'0'0'0,"0"0"0,2 9 15,2 11-15,-3 11 16,3 13-16,4 11 0,-5 8 16,0 10-16,2 7 15,-7-2-15,1-4 16,-2-6-16,-2-12 16,1-6-16,0-6 15,-1-6-15,2-2 16,3-36-1,-1 31-15,1-10 16</inkml:trace>
  <inkml:trace contextRef="#ctx0" brushRef="#br0" timeOffset="296967.61">14636 13453 0,'0'0'0,"7"5"0,1 7 16,3 9 0,13 7-16,3 8 15,6 3-15,2 1 16,0 0-16,1-6 15,-4-2-15,-7-1 16,0-5-16,-25-26 16,19 25-16,-5-5 15</inkml:trace>
  <inkml:trace contextRef="#ctx0" brushRef="#br0" timeOffset="297232.543">14959 13443 0,'0'0'0,"0"0"0,-2 8 0,-11 12 16,-12 11-1,-7 8-15,-10 6 0,0-1 0,-6 2 31,3-6-31,5-4 16,6-6-16,34-30 16,-27 20-16,9-7 0</inkml:trace>
  <inkml:trace contextRef="#ctx0" brushRef="#br0" timeOffset="297532.9188">15405 13147 0,'0'0'0,"0"0"0,5 12 15,-2 16-15,1 14 16,-1 7 0,-1 12-16,-4 5 0,1 1 15,-4 1-15,-1 3 0,1-6 16,1-4-16,-2-9 16,4-8-16,2-44 15,1 39-15,-1-39 16,1 32-16</inkml:trace>
  <inkml:trace contextRef="#ctx0" brushRef="#br0" timeOffset="298032.965">16055 13317 0,'0'0'0,"0"0"0,-5-4 0,-3-4 16,-11-3-16,-10 4 0,-8 1 16,-6 12-16,-8 14 15,-6 12-15,1 16 16,2 8-16,9 13 15,11 2-15,21-1 16,12-5-16,13-3 0,16-10 16,7-4-16,5-9 15,6-6-15,0-8 16,2-9 0,1-7-16,1-7 15,-2-9-15,-3-10 16,-5-4-16,-2-9 15,-7-8-15,-7-9 16,-7-1-16,-8-11 16,-8-2-16,-9-4 15,-4 1-15,-7-3 0,-5 4 16,-10 5-16,-2 13 16,-6 8-16,42 37 15</inkml:trace>
  <inkml:trace contextRef="#ctx0" brushRef="#br0" timeOffset="298531.943">16248 12681 0,'0'0'0,"0"0"0,4-3 0,7-3 16,14-2-16,7 3 15,2 5-15,4 7 0,-4 10 16,-4 8-16,-5 4 15,-9 6-15,-3 6 16,-12 3-16,-9-1 16,-9 1-16,-8-6 0,-7-5 15,-4-8-15,-4-4 32,5-11-32,-1-6 15,36-4-15,-32-1 0,3-5 16,6-8-16,8-6 15,12-3-15,8-1 16,-5 24-16,15-20 16,8 8-16,7 11 15,-4 8 1,0 8-16,-4 8 0,-2 7 16,3 2-16,-1 1 0,5 2 15,-3-5-15,3-7 16,5-9-16</inkml:trace>
  <inkml:trace contextRef="#ctx0" brushRef="#br0" timeOffset="299156.38">16927 12708 0,'0'0'0,"0"0"0,0 0 15,2 0-15,-2 7 16,-6 12-16,-7 6 16,-4 7-16,-8 5 15,-9-1-15,-1-4 0,4-6 16,-2-5-16,33-21 15,-24 19-15,24-19 16,-19 14-16,10-2 16,9-1-16,10-1 15,11-4-15,4-1 16,2-1 0,2-1-16,-29-3 15,29 2-15,-29-2 0,26 0 16,-26 0-16,21-2 15,-8-9-15,-4-4 16,-6-4-16,-1-5 16,-1-4-16,-1-3 0,0 31 15,-2-30-15,2 30 16,-1-30-16,1 30 16,-3-24-1,3 9-15,-1 15 0,-2 12 16,2 16-16,-1 8 15,-3 9-15,4 5 16,0 1 0,-1-1-16,8-2 15,-5-5-15,1-8 16,-4-2-16,2-33 16,4 27-16,-3-1 15,-1-26-15,3 25 16</inkml:trace>
  <inkml:trace contextRef="#ctx0" brushRef="#br0" timeOffset="299699.2928">17695 13737 0,'0'0'0,"0"-6"0,1-10 16,-2-8 0,1-4-16,-4-1 15,-7 0-15,-5 4 16,-4 7-16,-7 3 15,-6 7-15,-8 6 16,-9 11-16,-1 10 16,-2 7-16,7 6 15,12-2-15,11 2 0,12-2 16,13 1-16,8-4 16,12-4-16,7 1 15,6-8-15,6-4 16,6-3-16,-6-10 15,-8-8-15,-4-5 0,-8-3 32,-7-4-32,-14 21 15,11-22-15,-11 22 16,7-22-16,-7 22 16,3-16-16,-3 13 15,-3 17-15,1 8 16,6 11-16,5 0 15,9 2-15,10-5 0,7-6 16,9-7 0</inkml:trace>
  <inkml:trace contextRef="#ctx0" brushRef="#br0" timeOffset="300068.2921">18073 13031 0,'0'0'0,"0"0"0,0 9 16,4 20-1,-7 13-15,2 17 16,-6 10-16,4 8 16,-3 0-16,3-2 0,0-6 15,4-3-15,-1-10 0,5-6 16,-2-6-16,3-5 31,0-5-31,1-2 16,3-5-16,4-3 0,9-6 15,2-10 1,2-8-16</inkml:trace>
  <inkml:trace contextRef="#ctx0" brushRef="#br0" timeOffset="300521.2842">18008 13577 0,'0'0'0,"6"-1"0,10 0 0,15 0 15,17 6-15,13 1 16,4 4-16,2 1 16,-13-1-16,-54-10 15,47 11 1,-47-11-16,35 8 15,-35-8-15,23 5 16,-16-1-16,-14 2 16,-13 2-16,-5-2 0,-2 8 15,0 5-15,6 3 16,4 2-16,12 3 16,8 0-16,13 4 15,8-3-15,10-2 0,5-4 16,2-5-16,2-6 15,-3-5-15,-40-6 16,37 3-16,-5-9 16,-4-10-16,-8-9 15,-8-5-15,-11-5 0,-6-2 16,-13 1 0,-2 5-16,-13 2 0,-2 5 15,-6 4-15,41 20 16</inkml:trace>
  <inkml:trace contextRef="#ctx0" brushRef="#br0" timeOffset="301464.8706">18850 13669 0,'0'0'0,"1"6"0,4 7 16,-3 10 0,1 3-16,1 6 15,-2-4-15,-2-28 0,0 26 16,0-26-16,2 24 16,-2-24-1,-3 21-15,3-21 16,-4 12-16,4-5 15,0-11-15,1-7 16,1-7-16,7-3 16,4-3-16,-1 1 15,7 8-15,-19 15 16,18-13-16,3 6 0,-21 7 16,24 5-16,1 10 15,0 7-15,-4 3 0,-7 0 16,-14-25-1,10 25-15,-10-25 0,5 18 16,-5-18-16,2 18 16,-2-18-16,-4 11 0,4-11 15,-5 6-15,1-11 16,2-10-16,6-4 16,5-5-16,7 1 15,4 1-15,-20 22 31,21-16-31,-21 16 16,20-10-16,-20 10 0,20-3 16,-3 10-16,-17-7 15,18 16-15,-7 4 16,-11-20-16,5 22 16,-5-22-16,5 22 15,-5-22-15,7 17 0,5-8 16,7-4-16,2-10 15,4-5-15,0-5 16,1-3-16,3-3 16,1-1-16,0-3 15,-1-2-15,-5-3 16,-3 2-16,-5 2 16,-16 26-16,9-26 0,-7 1 31,-10 1-31,8 24 15,-14-17-15,-5 6 16,-5 9-16,4 7 16,1 8-16,11 2 0,6 5 15,10 6-15,9 1 0,8 5 16,6 4 0,11 6-16,1 2 15,-2-2-15,-2-2 16,-9-1-16,-30-39 15,20 30-15,-20-30 0,13 26 16,-15-7-16,-16-10 16,-6-9-16,-13-8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9T07:51:55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8037 6223 0,'0'0'0,"10"0"0,10-4 0,10 5 32,19-5-32,1-1 0,10 5 15,0 2-15,9-2 16,2 3-16,4 3 16,10-1-16,13-4 15,4 4-15,5-2 16,11-1-16,-1-3 15,3 1-15,7 0 0,2-2 16,10 4-16,6-1 16,2-1-1,13 1-15,6 1 0,-2-2 16,4-2-16,0 2 16,1 2-16,-3 2 15,2-3 1,-7 1-16,-6 2 15,-10-4-15,-16 1 16,-13 2-16,-16-7 0,-13 2 16,-17 0-16,-70 2 15,56-3-15,-56 3 16,40-3-16,-40 3 16,26-1-16</inkml:trace>
  <inkml:trace contextRef="#ctx0" brushRef="#br0" timeOffset="46797.7355">11102 7261 0,'0'0'0,"0"0"0,0 0 0,0-3 15,0 3-15,2-4 16,2 4-16,3 6 15,0 9-15,6 5 0,3 7 16,-5 4-16,-1 7 16,1 6-16,-2 0 15,-7-3-15,1-4 16,-1-7-16,-2-30 16,1 26-16,-1-26 0,-1 23 31,1-23-31,1 20 15,-1-20-15,1 15 16,-1-7-16,-1-11 0,2-7 16,-2-9-16,-2-8 15,1-4-15,3 0 16,-2-3 0,2-2-16,5 0 0,0 0 0,8 0 15,-1 7 1,2 3-16,2 4 0,-17 22 15,17-15-15,4 6 16,7 5-16,0 8 16,-2 7-16,-1 4 15,-7 7-15,-5 4 0,-1 4 32,-6 3-32,0 1 15,-4 1-15,-3 0 16,-3-3-16,-3-1 15,7-31-15,-5 28 16,5-28-16,-5 29 16,3-4-16,2-25 0,6 20 15</inkml:trace>
  <inkml:trace contextRef="#ctx0" brushRef="#br0" timeOffset="47236.0519">11838 7338 0,'0'0'0,"0"0"0,0 0 15,-2-5 1,-7-5-16,9 10 15,-15-11-15,-3 1 16,-13 10-16,0 8 0,-2 6 16,1 9-16,1 8 15,10 0 1,4 5-16,8-1 0,11-6 16,3-2-16,8-3 0,6-10 15,2-1-15,3-3 16,4-9-16,-28-1 15,28 0-15,-2-7 16,3-9 0,-6-5-16,-6-2 0,-4-2 31,-3-3-31,-7 2 0,-4-2 16,-5 4-16,6 24 15,-10-26-15,-8 3 16,-7 11-16,25 12 0</inkml:trace>
  <inkml:trace contextRef="#ctx0" brushRef="#br0" timeOffset="47399.0662">11927 7557 0,'0'0'0,"0"0"0,0 0 0,1 0 31,4-1-31</inkml:trace>
  <inkml:trace contextRef="#ctx0" brushRef="#br0" timeOffset="47898.0182">12559 7332 0,'0'0'0,"0"0"0,-3-4 0,3 4 0,-7-12 31,0-2-31,7 14 0,-17-14 0,-7 5 16,-9 9-16,-1 7 15,-1 4 1,7 7-16,-1 8 16,5 3-16,9 3 15,7 5-15,6-4 16,12 0-16,9-5 15,4-5-15,4-7 16,2-5-16,-2-7 16,1-5-16,1-3 0,-6-5 15,4-10-15,-4-2 16,-6-2-16,-4-6 16,-6-4-16,-6 3 15,-5 2-15,-9 1 16,-2 0-16,-10 6 15,-4 6-15</inkml:trace>
  <inkml:trace contextRef="#ctx0" brushRef="#br0" timeOffset="48167.2395">12697 6982 0,'0'0'0,"0"0"0,0 9 0,2 17 16,-3 10-16,3 12 0,-2 8 16,3 4-16,-4-3 15,5 4-15,-8-6 16,3-1-16,-3-5 15,6-6-15,-2-5 0,0-38 32,2 32-32,-2-32 15</inkml:trace>
  <inkml:trace contextRef="#ctx0" brushRef="#br0" timeOffset="48398.9308">12639 6808 0,'0'0'0,"8"-6"0,9-1 15,12 1 1,8 1-16,8 7 15,4 10-15,-3 8 0,-3 2 0,-43-22 16</inkml:trace>
  <inkml:trace contextRef="#ctx0" brushRef="#br0" timeOffset="48599.2412">12624 7352 0,'0'0'0,"12"-1"0,12-4 0,13-2 0,17 1 16,11-1-16,8 2 15</inkml:trace>
  <inkml:trace contextRef="#ctx0" brushRef="#br0" timeOffset="49136.3564">13384 7370 0,'0'0'0,"0"0"0,-3-5 0,-2-7 16,-6-5-16,-3-4 16,-5 3-16,-8 3 15,-2 7-15,-6 5 16,-1 7-1,-3 3-15,2 10 16,4 10-16,7 8 16,4 1-16,11 3 15,9-3-15,7-5 16,11-9-16,4-4 16,5-7-16,2-5 15,-27-6-15,27 0 16,0-4-16,4-10 0,-2-4 15,-7 0 1,-3-3-16,-19 21 0,14-21 16,-14 21-1,8-19-15,-8 19 16,0-13-16,0 6 0,-4 14 16,3 6-16,1 5 0,8 1 15,4-1-15,3 3 16,7-4-1,7-6-15,4-4 16</inkml:trace>
  <inkml:trace contextRef="#ctx0" brushRef="#br0" timeOffset="49504.0527">13662 6735 0,'0'0'0,"0"0"0,1 9 0,-4 14 0,1 15 15,1 15 1,1 9-16,-6 3 16,5 6-16,-3 4 15,1-6-15,-3-3 0,3-3 16,3-7-16,-1-14 16,1-42-16,1 42 15,0-6-15,-2-4 16,1-32-16,-5 30 15,5-30-15</inkml:trace>
  <inkml:trace contextRef="#ctx0" brushRef="#br0" timeOffset="50036.3722">13548 7390 0,'0'0'0,"7"-2"0,8-3 31,10 0-31,12-3 0,6 1 16,5 1-16,0 0 16,-3 1-16,-7 0 15,-2 1-15,-3 0 16,-33 4-16,26-4 15,-26 4-15,20-4 16,-20 4-16,13-3 16,-13 3-16,6-5 0,-12 5 0,-10 6 31,-8 6-31,0 6 16,-2 4-16,4 0 0,4 5 15,6-1-15,1-1 16,10 0-16,7-3 15,8-1-15,-14-21 16,19 14-16,4-7 16,3-3-16,2-4 15,-4-7-15,-3-5 16,0-3-16,-8-2 16,-6-4-16,-6-3 15,-4-1-15,-2-1 0,-7 1 16,-4 1-16,-8 4 15,-4 8-15,28 12 16</inkml:trace>
  <inkml:trace contextRef="#ctx0" brushRef="#br0" timeOffset="50905.0895">14134 7311 0,'0'0'0,"0"0"0,4 7 16,4 15-16,2 6 0,3 1 16,-2 3-1,-11-32-15,12 30 0,-12-30 16,5 25-16,-5-25 15,1 20-15,-1-20 16,0 14-16,-2-9 16,2-5-16,-6-2 0,1-9 15,0-6-15,2-7 0,2-2 16,1 26-16,4-28 31,6 5-31,-10 23 16,15-17-16,-15 17 0,16-8 15,2 12-15,-3 10 16,-2 6-16,-13-20 16,6 21-16,-6-21 15,5 21-15,-5-21 16,1 18-16,-1-18 16,-3 13-16,3-13 15,-2 6-15,0-7 0,3-13 16,2-9-16,6-4 15,7-3-15,1 2 16,-17 28-16,18-20 16,-18 20-16,22-12 15,-4 12-15,3 13 16,-7 6-16,-2 5 16,-6 2-1,-6-26-15,1 25 16,2 0-16,2 0 15,-5-25-15,9 19 0,2-7 16,-11-12-16,14 8 16,1-8-16,3-7 15,-2-12-15,0 1 16,4-6-16,-3-1 16,-4-1-16,-2 1 15,-11 25-15,11-28 16,-5 0-16,-6 2 15,0 26-15,-4-23 16,4 23 0,-10-15-16,10 15 0,-9-9 0,-2 14 15,11-5 1,-10 16-16,14 7 16,14 5-16,12 0 15,5 1-15,1-4 16,0-3-16,-36-22 0,29 22 15,-9-1 1,-14 2-16,-13-4 0,-13 4 16,-16 0-16</inkml:trace>
  <inkml:trace contextRef="#ctx0" brushRef="#br0" timeOffset="109499.8089">12950 7756 0,'0'0'0,"0"0"0,0 0 0,2-1 16,-2 1-16,2-5 15,-2 5-15,3-4 16,-3 4-16,2-1 16,-2 6-16,-6 9 0,-4 1 15,-1 6-15,0 0 16,-2 3-16,-3-4 16,0 3-16,6-1 15,10-22-15,-14 18 16,14-18-16,-12 14 15,12-14 1,-8 14-16,8-14 16,-6 10-16,4-9 15,7-1-15,4-10 16,0-5-16,3-5 16,-2-3-16,3-2 15,2-3-15,-7 2 16,-8 26-16,12-24 15,-12 24-15,10-22 16,-10 22-16,10-18 16,-10 18-16,7-14 15,2 8-15,0 10 16,2 6-16,0 4 16,-3 7-16,0 2 15,0 7-15,-2-3 0,-5 1 16,4 2-16,-5-30 15,2 29-15,-2-29 16</inkml:trace>
  <inkml:trace contextRef="#ctx0" brushRef="#br0" timeOffset="110164.6218">12922 6304 0,'0'0'0,"0"0"0,0 0 0,2 0 15,-2 0-15,2 2 16,4 9-16,3 10 0,-6 13 16,1 10-16,-5 5 15,-3 1-15,-4 2 16,1-1-16,4-8 16,2-9-16,5-4 15,5-8-15,4-3 16,5-3-16,9-3 0,2-4 15,6-9-15</inkml:trace>
  <inkml:trace contextRef="#ctx0" brushRef="#br0" timeOffset="110638.7275">12951 6650 0,'0'0'0,"0"0"0,8-4 16,17-4-16,5 2 16,5 0-1,-35 6-15,32-6 0,-32 6 16,31-4-16,-31 4 0,24-3 15,-24 3-15,14-1 16,-7 0-16,-10 4 31,3-3-31,-11 8 16,-1 6-16,12-14 16,-13 20-16,7 1 0,6-21 15,3 24-15,6-4 16,-9-20-16,20 15 15,5-6-15,-25-9 16,27 0-16,-2-6 16,-25 6-16,24-14 15,-10-1-15,-7-7 0,-7 22 16,0-21-16,-8 3 16,-10 3-16,-3 3 15,21 12-15,-27-8 16,3 0-16</inkml:trace>
  <inkml:trace contextRef="#ctx0" brushRef="#br0" timeOffset="110928.2032">13333 6259 0,'0'0'0,"0"0"0,0 2 0,-1 12 16,-2 10-16,0 6 0,1 12 15,0 5-15,1 1 16,1 0-16,3 1 16,-1-5-16,-2-6 15,2-8-15,-2-30 16,1 27-16,-1-27 0,3 25 15,-3-25-15,6 20 16,4-8-16,0-12 16</inkml:trace>
  <inkml:trace contextRef="#ctx0" brushRef="#br0" timeOffset="111730.9286">13323 6589 0,'0'0'0,"0"0"0,6 0 16,10-3-16,9-1 0,8-1 15,2 2-15,0-3 0,-1-1 16,-34 7 0,31-4-16,-31 4 15,30-5-15,-30 5 16,26-3-16,-12-2 15,-14 5-15,2-5 16,-9 5-16,-15 4 16,-5 2-16,2 3 15,-3 4-15,5 2 16,7 2-16,16-17 16,-13 19-16,13-19 15,-6 19-15,12 1 16,6-6-16,-12-14 0,22 11 15,-22-11 1,20 7-16,-20-7 0,20 2 16,-5-10-16,-15 8 15,11-13-15,-11 13 0,5-18 16,-5 18-16,4-16 16,-2 8-16,-2 8 15,-2 3-15,4 8 16,9 5-16,-11-16 15,18 14-15,1-4 0,7-4 16,2-7 0,-4-4-16,-24 5 0,22-11 15,1-5-15,4-9 16,-4-6 0,-10-1-1,0-1-15,-2-2 0,-7-2 16,-3 2-16,-3 0 15,-4 0-15,-4 3 16,0 3-16,1 3 16,3 1-16,6 25 0,-9-22 15,9 22-15,-4-17 16,4 17-16,0-13 31,0 13-31,0-6 0,0 8 0,0 12 16,-1 3-1,4 8-15,-5 7 16,2 7-16,0 1 16,0 2-16,-4 3 15,2-2-15,-2-2 16,5-7-16,6-4 16,8-5-16,1-2 15,5-2-15,10 0 16,2-7-16</inkml:trace>
  <inkml:trace contextRef="#ctx0" brushRef="#br0" timeOffset="112230.9532">14999 7239 0,'0'0'0,"8"1"0,9-2 15,8-2-15,15 1 16,4-1-16,2 4 16</inkml:trace>
  <inkml:trace contextRef="#ctx0" brushRef="#br0" timeOffset="112429.6663">15125 7444 0,'0'0'0,"17"-1"0,15 0 0,16-1 16,25 2-16</inkml:trace>
  <inkml:trace contextRef="#ctx0" brushRef="#br0" timeOffset="113572.5671">15693 7144 0,'0'0'0,"0"0"0,0 0 0,-1-1 16,1 1-1,-1-2-15,3 6 16,2 7-16,-1 7 16,2 7-16,1 8 15,-2-3-15,-1 0 16,-3-30-16,2 29 0,-2-29 15,2 24 1,-2-24-16,-1 21 0,1-21 0,0 19 16,0-19-16,-1 11 15,1-11-15,-1 6 16,0-8-16,-1-9 16,2-7-16,0 18 15,5-22-15,4-6 16,3-7-1,3 3-15,-1 5 16,4 8-16,-1 1 16,-17 18-16,19-10 15,1 8-15,0 9 16,-2 3-16,2 4 16,-10 5-16,-3 2 15,-1-2-15,-2 4 0,-4-23 16,1 23-16,-1 1 15,3 2-15,3-2 16,-6-24-16,8 21 16,1-5-16</inkml:trace>
  <inkml:trace contextRef="#ctx0" brushRef="#br0" timeOffset="113935.8435">16219 7186 0,'0'0'0,"0"0"0,-5-2 0,-9-4 15,0 0-15,-9 7 0,0 3 16,1 5-16,1 7 15,4 2-15,2 4 16,7 0-16,8-22 16,-7 24-16,12-1 0,4-2 31,6-7-31,-15-14 16,20 10-16,5-8 15,-25-2-15,28-4 16,0-5-16,-28 9 0,23-18 15,-2-2-15,-21 20 16,11-26-16,-8-2 16,-10 0-16,-5 5 15,-7 7-15,19 16 16,-20-8-16</inkml:trace>
  <inkml:trace contextRef="#ctx0" brushRef="#br0" timeOffset="114098.9559">16342 7310 0,'0'0'0,"0"0"0,0 0 0,0 2 16</inkml:trace>
  <inkml:trace contextRef="#ctx0" brushRef="#br0" timeOffset="114523.7729">16732 7173 0,'0'0'0,"0"0"0,-6-5 15,-3 0 1,-6 2-16,-10 3 16,-2 5-16,-2 8 15,2 5-15,4 4 16,2 3-16,21-25 15,-17 28-15,9-3 16,7 0-16,8-4 0,9-3 16,8-7-1,2-6-15,1-9 16,-2 0-16,0-4 16,-7-5-16,-18 13 15,21-18-15,-7-1 0,-1-7 16,-9 0-16,-4 0 0,-10 2 31,-9 2-31,-5 8 0,24 14 16</inkml:trace>
  <inkml:trace contextRef="#ctx0" brushRef="#br0" timeOffset="114774.8046">16862 6902 0,'0'0'0,"0"5"0,1 11 16,0 8-16,0 7 16,1 11-16,1 6 15,1 2 1,-4-3-16,1-2 15,-1-2-15,-1-7 16,-3-3-16,4-33 16,-3 30-16</inkml:trace>
  <inkml:trace contextRef="#ctx0" brushRef="#br0" timeOffset="114991.095">16785 6697 0,'0'0'0,"8"-4"0,8-3 16,12 2-16,12 6 15,7 8-15,-1 12 16,-1 5-16</inkml:trace>
  <inkml:trace contextRef="#ctx0" brushRef="#br0" timeOffset="115191.6644">16879 7171 0,'0'0'0,"13"-1"0,14-5 0,14 1 0,14-4 16</inkml:trace>
  <inkml:trace contextRef="#ctx0" brushRef="#br0" timeOffset="116225.8751">17203 7139 0,'0'0'0,"0"0"0,3 5 0,3 11 15,1 3-15,0 4 0,-7-23 16,9 22-16,-4 2 16,-5-24-16,1 23 15,-1-23-15,1 16 16,-1-16-16,1 14 0,-1-14 15,-2 6-15,2-6 16,-1-1 0,1-10-16,1-11 0,2-1 15,0-3-15,-3 26 16,3-26 0,-3 26-16,7-21 15,0 4-15,-7 17 16,10-8-16,-10 8 15,11 1-15,-11-1 16,10 8-16,-3 8 16,-7-16-16,13 21 0,-13-21 15,6 17-15,-6-17 16,3 12-16,-3-12 16,1 8-16,-1-8 15,1 3-15,0-4 16,-1 1-16,5-11 15,4-5-15,3-4 0,3 2 32,-15 18-32,20-12 15,-4 6-15,-1 10 16,-15-4-16,16 11 16,-4 4-16,-2 3 15,-10-18-15,9 21 16,-2-2-16,-7-19 0,10 18 15,3-2-15,6-5 16,1-3-16,0-7 0,-20-1 16,24-7-1,-2-4-15,-22 11 0,27-15 16,-6-8-16,-21 23 16,18-23-16,-5 0 15,-13 23 1,4-22-16,-4 22 15,-3-16-15,-5 7 16,-7 3-16,15 6 16,-17 7-16,1 8 0,-4 6 15,20-21 1,-13 25-16,5 0 0,8-25 16,4 20-16,7-3 15,-11-17-15,21 10 16,3-6-16,6-3 0,-30-1 31,25-9-31,-5-2 0,-7-6 0,-13 17 31,5-18-31,-5-3 0,-9-1 0,-8 5 16,-8 3-16,-2 2 16,-1 5-16,28 7 15</inkml:trace>
  <inkml:trace contextRef="#ctx0" brushRef="#br0" timeOffset="116531.2494">17858 6769 0,'0'0'0,"0"0"0,1 10 16,-2 17-1,6 13-15,-3 8 16,3 6-16,-4-1 16,3-3-16,-4-50 0,1 49 15,1-2-15,-4-2 16,4-6-16,-3-5 15,1-34-15,-2 31 16,1-5-16,1-26 16,2 29-16</inkml:trace>
  <inkml:trace contextRef="#ctx0" brushRef="#br0" timeOffset="117772.1533">18037 7184 0,'0'0'0,"0"0"0,2-2 0,4-5 16,7-1-16,-13 8 0,19-6 15,1-1-15,-20 7 16,22-6-16,-22 6 16,18-9-16,-18 9 0,16-10 15,-12-4 1,-4 14-16,-3-12 0,-9 4 16,-5 4-16,-7 10 15,1 3 1,0 7-16,23-16 15,-22 19-15,5 4 16,17-23 0,-11 26-16,7-2 0,7 1 15,6-4-15,7-6 16,3-4-16,6-4 16,3-4-16,0-7 15,1-3-15,-2-5 16,-4-1-16,-2-1 15,-3-5-15,-7-1 16,1-2-16,-5 0 0,-7 22 16,2-25-16,-2 0 15,0 25-15,-3-23 16,3 23-16,-3-18 16,3 18-16,-6-9 15,6 9-15,-1 0 0,-2 8 16,3-8-16,3 19 15,5 4-15,4 0 16,3 2-16,0-2 16,-15-23-16,19 22 15,1-1-15,-20-21 16,20 21-16,-7-1 16,-13-20-1,2 18-15,-11-3 16,-16-4-16,-6-3 15,31-8-15,-29 5 0</inkml:trace>
  <inkml:trace contextRef="#ctx0" brushRef="#br0" timeOffset="118101.0196">18655 7071 0,'0'0'0,"0"0"0,1 1 0,4 4 16,8 7-16,10 2 0,4 7 16,12 2-16,-2 1 15,-3-1-15,-6-3 16,-28-20-16,27 20 16,-27-20-16,20 16 15,-20-16-15,17 12 16</inkml:trace>
  <inkml:trace contextRef="#ctx0" brushRef="#br0" timeOffset="118332.0255">18883 7009 0,'0'0'0,"0"0"0,0 7 0,-8 16 16,-11 4-16,-2 11 16,-8 5-1,-9 0-15,3 1 0,-2-1 16,-1-4-16</inkml:trace>
  <inkml:trace contextRef="#ctx0" brushRef="#br0" timeOffset="120135.285">19231 6907 0,'0'0'0,"0"0"0,0 0 16,8 8 0,2 5-16,4 2 15,1 8-15,4 4 0,-6 2 16,-3 0-16,-10-29 0,11 26 16,-11-26-16,5 25 15,-5-25-15,1 23 16,-1-23-16,-2 17 15,2-17-15,-2 8 0,-3-10 16,-2-11-16,4-6 31,-2 0-31,6-7 0,1-3 16,3 3-16,0-2 16,4 6-16,3 4 15,5 2-15,1 4 16,2 7-16,-20 5 15,27 0-15,-1 8 0,-1 12 16,-1 4-16,-6 5 16,-6 0-16,-6-2 15,-3-3-15,-3-24 16,-1 24-16,1-3 16,0-21-16,2 21 15,6-5-15,9-10 16</inkml:trace>
  <inkml:trace contextRef="#ctx0" brushRef="#br0" timeOffset="120638.9393">19844 6907 0,'0'0'0,"0"0"0,-2-1 0,2 1 15,-8-10-15,8 10 16,-5-11-16,-7 3 16,-10 8-1,-3 5-15,-3 9 16,4 4-16,2 2 16,6 2-16,16-22 15,-12 23-15,7 1 16,11-3-16,9-3 15,7-4-15,1-6 16,4-8-16,2-4 0,-3-4 31,-4-3-31,-22 11 0,20-13 0,-6-4 16,-14 17-16,10-23 16,-7-3-16,-9-5 15,-5 3-15,-7 10 16,-4 6-1,22 12-15,-30-3 16</inkml:trace>
  <inkml:trace contextRef="#ctx0" brushRef="#br0" timeOffset="120782.6621">20000 6953 0,'0'0'0,"0"0"0,0 0 16,0 1-16,0-1 15</inkml:trace>
  <inkml:trace contextRef="#ctx0" brushRef="#br0" timeOffset="121304.9801">20278 6817 0,'0'0'0,"0"0"0,-7-2 0,-3 5 31,-4 1-31,-8 7 0,1 3 15,4 7-15,17-21 16,-19 27-16,3 3 16,10 2-16,10-4 15,6-6-15,-10-22 16,19 15-16,6-5 16,7-8-16,-4-5 15,-1-3-15,-27 6 0,24-12 16,-6-6-1,-5-6-15,-6-1 16,-7 25-16,0-29 16,-12 4-16,-12 3 0,-6 7 15,30 15 1,-28-11-16</inkml:trace>
  <inkml:trace contextRef="#ctx0" brushRef="#br0" timeOffset="121567.8917">20498 6599 0,'0'0'0,"0"0"0,-2 9 0,-1 16 15,-1 12 1,6 8-16,2 7 0,-3 0 15,3 1-15,-1-5 16,-1-3-16,-2-45 0,-2 40 16,2-40-16,-2 35 15,2-35-15</inkml:trace>
  <inkml:trace contextRef="#ctx0" brushRef="#br0" timeOffset="121768.109">20427 6454 0,'0'0'0,"7"-5"0,8-2 0,13 5 16,16 10-16,5 7 15,1 7-15</inkml:trace>
  <inkml:trace contextRef="#ctx0" brushRef="#br0" timeOffset="121936.9883">20513 6867 0,'0'0'0,"11"0"0,14 0 0,15 0 16,10-2-16,11 1 16</inkml:trace>
  <inkml:trace contextRef="#ctx0" brushRef="#br0" timeOffset="122400.8171">21082 6845 0,'0'0'0,"0"0"0,-5-3 0,-6-7 0,-5 1 16,-9-1-16,-4 2 16,2 7-16,-2 5 15,0 7-15,3 6 16,4 7-16,2-2 16,20-22-16,-12 26 15,6 1-15,6-27 0,8 25 16,9-6-16,8-7 15,6-7-15,-1-6 16,-3-6-16,-27 7 16,23-12-16,-5-3 15,-18 15-15,13-18 16,-13 18 0,6-16-16,-6 16 15,2-11-15,-4 11 16,2 0-16,-3 12 15,2 9-15,10 7 16,5-5-16,6-10 16,9-10-16</inkml:trace>
  <inkml:trace contextRef="#ctx0" brushRef="#br0" timeOffset="122739.0309">21239 6368 0,'0'0'0,"0"0"0,-1 8 0,5 16 31,-2 7-31,2 16 15,-1 10-15,3 8 16,-3-1-16,-3-3 0,-2-7 16,1-4-16,1-7 15,2-8-15,-2-35 16,-1 31-16,1-31 16,0 27-16,0-27 15,1 23-15</inkml:trace>
  <inkml:trace contextRef="#ctx0" brushRef="#br0" timeOffset="123171.2661">21212 6817 0,'0'0'0,"0"0"0,10-2 0,15-2 15,12 3-15,4-4 16,1 4-16,-42 1 16,38-5-16,-38 5 15,33-3-15,-33 3 0,25-2 16,-25 2-16,15-1 16,-11 6-16,-13 6 15,-7 7-15,-4 2 16,3 1-16,17-21 15,-15 22-15,11 0 16,4-1-16,0-21 0,11 18 31,8-6-31,7-8 16,2-5-16,-28 1 0,29-5 16,-4-7-16,-25 12 15,18-18-15,-4-4 16,-14-8-16,-12 1 15,-3 3-15,-14 7 16,-2 6-16,1 9 0,30 4 16</inkml:trace>
  <inkml:trace contextRef="#ctx0" brushRef="#br0" timeOffset="124003.4076">21641 6772 0,'0'0'0,"0"0"0,2 7 15,3 7 1,-5-14-16,7 22 16,-1 6-16,-6-28 0,5 31 15,-5-31-15,3 30 16,-3-30-16,-2 24 15,2-24-15,-2 15 16,-2-9-16,4-6 16,-6-3-16,2-11 0,6-8 15,2-2-15,2-1 16,-6 25-16,9-22 16,-9 22-16,12-18 15,-12 18-15,10-10 16,0 13-16,-10-3 15,9 13-15,2 4 32,-11-17-32,7 20 0,-7-20 15,4 17-15,-4-17 16,3 11-16,-3-11 16,2 8-16,-2-8 15,1-1-15,3-9 16,4-5-16,4-5 15,4 2-15,-16 18 0,16-16 16,5 9-16,-21 7 16,20-2-16,-20 2 15,17 8-15,-17-8 16,12 16-16,2 3 16,-14-19-16,9 23 0,-9-23 15,10 15-15,1-5 16,-11-10-16,14 1 15,0-7-15,3-12 0,-1-2 32,-4-2-32,-12 22 15,10-23-15,-3-3 16,-7 26-16,-2-30 16,-3 3-16,5 27 0,-8-24 15,8 24 1,-12-17-16,12 17 15,-15-11-15,5 12 0,7 10 16,8 5 0,3 4-16,13 2 0,7-1 15,1 3-15,1-3 0,0 2 16,-4-3-16,-26-20 16,19 19-16,-10 1 15,-16-1-15,-17-3 16,-20-2-16</inkml:trace>
  <inkml:trace contextRef="#ctx0" brushRef="#br0" timeOffset="124561.0941">19454 7489 0,'0'0'0,"0"0"0,0 0 0,0 0 16,2 3-16,2 7 15,2 7-15,0 7 0,1 6 16,-2 3-16,-3 1 15,0 3-15,-2-37 32,1 33-32,-1-33 0,1 26 15,0-12 1</inkml:trace>
  <inkml:trace contextRef="#ctx0" brushRef="#br0" timeOffset="124710.9754">19463 7363 0,'0'0'16,"0"0"-16,0 0 0,0 0 0,7 5 15</inkml:trace>
  <inkml:trace contextRef="#ctx0" brushRef="#br0" timeOffset="125105.6728">19651 7511 0,'0'0'0,"0"0"0,5 7 0,2 9 16,-7-16-16,14 22 15,-14-22-15,10 23 16,-10-23-16,5 25 16,-5-25-16,2 21 15,-2-21-15,0 13 0,0-13 16,-2 5-16,1-10 16,6-11-16,1-4 15,-6 20-15,8-21 16,7 3-16,-15 18 15,20-11-15,0 9 16,3 9 0,-23-7-16,17 14 15,0 5-15,-5 3 16,-12-22-16,9 21 16,-9-21-16,9 20 15,4-9-15</inkml:trace>
  <inkml:trace contextRef="#ctx0" brushRef="#br0" timeOffset="125405.4596">20260 7235 0,'0'0'0,"0"0"0,0 3 16,3 16-16,3 9 16,-1 7-16,2 8 0,-1-1 15,1 6-15,-5-2 16,-2 0-16,0-46 16,0 44-16,0-44 15,0 39-15,0-39 16,0 34-16,-1-15 15,-3-11-15</inkml:trace>
  <inkml:trace contextRef="#ctx0" brushRef="#br0" timeOffset="125605.4649">20298 7218 0,'0'0'0,"-5"2"0,-6 6 15,0 7-15,-5 4 16,-8 8-16,-3 6 16,-6 3-16,-7 1 15</inkml:trace>
  <inkml:trace contextRef="#ctx0" brushRef="#br0" timeOffset="125797.3353">20096 7766 0,'0'0'0,"11"0"0,11-2 0,9-1 16,20 2-16,5-3 0,7 1 15,-1 0-15</inkml:trace>
  <inkml:trace contextRef="#ctx0" brushRef="#br0" timeOffset="126730.0509">20653 7509 0,'0'0'0,"0"0"0,2 6 31,2 10-31,4 5 0,-1 2 16,0 2-16,1-1 15,-8-24-15,1 21 16,-1-21-16,0 20 16,0-20-16,-3 14 15,3-14-15,-3 9 16,-1-11-16,2-9 15,4-9-15,1-2 16,0 1-16,3-1 0,-6 22 0,14-20 16,-1 4-16,-13 16 15,20-11-15,-2 10 16,2 5-16,-6 8 31,-14-12-31,14 15 16,-14-15-16,12 17 15,-12-17-15,11 17 0,-11-17 16,6 10-16,-6-10 0,1 8 16,-1-8-16,1 4 15,0-9-15,-1 5 16,6-17-16,8 0 16,-14 17-16,21-19 15,-21 19-15,24-14 16,1 5-16,-25 9 0,24 4 15,-5 3-15,-19-7 16,18 11-16,-4 1 16,-14-12-16,17 11 15,-1 0-15,5-4 16,-21-7-16,24 0 16,1-4-16,3-4 15,-28 8-15,21-12 16,-2-5-16,-7 0 15,-12 17-15,10-20 16,-9 4 0,-1 16-16,-10-13 15,-6 8-15,-7 10 16,3 6-16,20-11 16,-19 17-16,4 7 15,7 3-15,11-2 16,8-2-16,6-8 15,6-6-15,5-2 0,-2-8 16,1-3 0,-27 4-16,30-6 15,-30 6-15,25-12 0,-7-6 16,-11-7-16,-7 0 16,-11-3-16,-11 6 15,-9 5 1,31 17-16,-34-14 0</inkml:trace>
  <inkml:trace contextRef="#ctx0" brushRef="#br0" timeOffset="127030.8876">21448 7111 0,'0'0'0,"0"0"0,-1 7 16,-3 19-16,3 9 15,-2 9 1,6 4-16,-3-1 16,1 2-16,1-1 15,-4-6-15,-4-1 16,4-4-16,-1-5 0,3-32 0,-1 27 31,1-27-31,1 22 16</inkml:trace>
  <inkml:trace contextRef="#ctx0" brushRef="#br0" timeOffset="127367.6015">21562 7520 0,'0'0'0,"0"0"0,5 0 16,6-2-16,6 2 16,3-4-16,4-1 15,1 2-15,-25 3 16,17-8-16,0-4 16,-17 12-16,8-15 15,-7-4 1,-6-3-16,-4 3 15,-7 5-15,0 8 16,-8 6-16,1 8 16,-3 9-16,-1 3 15,7 8-15,0 0 0,8 1 0,8-2 16,4-27 0,4 27-16,10-2 15,15-8-15,4-3 0,10-7 16,7-6-1</inkml:trace>
  <inkml:trace contextRef="#ctx0" brushRef="#br0" timeOffset="127695.8528">21945 7430 0,'0'0'0,"0"0"0,0 0 16,-1-1-16,1 1 0,-5-7 15,-8 2-15,-5 4 16,-5 4-16,-1 9 16,1 5-16,2 6 0,4 2 15,3 4-15,5-2 16,8-4-16,9-1 15,5-5-15,10-5 16,9-6-16,1-6 16,1-4-16,0-3 15,-6-3-15,-2-1 16</inkml:trace>
  <inkml:trace contextRef="#ctx0" brushRef="#br0" timeOffset="128004.3548">22043 7492 0,'0'0'0,"0"0"0,-2 0 16,-4 4-16,6-4 0,-6 12 15,6-12-15,-8 14 16,8 4-16,0-18 16,8 18-16,0-3 15,-8-15-15,12 5 16,-12-5-16,14-1 15,-14 1-15,14-9 16,-14 9-16,8-15 0,-8 15 31,5-16-31,-5 16 16,2-12-16,-1 8 16,-1 4-16,3 10 15,2 6-15,-5-16 0,9 23 16,7-2-16,-16-21 15,26 15-15,5-13 16</inkml:trace>
  <inkml:trace contextRef="#ctx0" brushRef="#br0" timeOffset="128296.751">22225 7078 0,'0'0'0,"1"7"0,-2 4 15,4 12-15,-2 11 16,1 6-16,2 9 16,-4 1-16,-2 3 15,-2-4 1,0 3-16,-1-5 15,1-6-15,3-7 16,1-34-16,0 31 16,0-31-16,5 18 15</inkml:trace>
  <inkml:trace contextRef="#ctx0" brushRef="#br0" timeOffset="128668.6502">22367 7468 0,'0'0'0,"0"0"0,4-3 0,5-2 16,9 2-16,-18 3 15,17-10-15,2-2 16,-19 12-16,16-15 0,-16 15 15,14-17-15,-6-4 0,-6 0 16,-2 21 0,-6-16-16,-8 6 0,-12 10 15,-1 12-15,-2 9 16,-3 11-16,1 4 16,8 0-16,8-2 15,11-2-15,12-6 16,8-4-16,13-5 15,10-4-15,10-13 0,2-9 32</inkml:trace>
  <inkml:trace contextRef="#ctx0" brushRef="#br0" timeOffset="128995.5437">22690 6695 0,'0'0'0,"0"0"0,0 0 0,0-2 16,6 6-16,7 11 16,7 4-16,3 7 15,5 6 1,5 0-16,2-1 16,-4-2-16,0-3 15,-4-5-15,-27-21 16,24 17-16,-24-17 15,22 17-15,-22-17 16</inkml:trace>
  <inkml:trace contextRef="#ctx0" brushRef="#br0" timeOffset="129269.6383">23009 6682 0,'0'0'0,"0"0"0,-7 10 15,-14 19 1,-12 10-16,-4 3 0,-5 2 16,3 0-1,1-9-15,38-35 0,-34 32 16,34-32-16,-29 28 0,6-11 15,10-13-15</inkml:trace>
  <inkml:trace contextRef="#ctx0" brushRef="#br0" timeOffset="129566.2358">23234 6416 0,'0'0'0,"0"8"15,5 10 1,-1 9-16,0 10 16,-4 9-16,5 5 15,-5 0-15,-4 2 16,1 3-16,-3-5 0,0-6 15,5-6-15,1-39 16,0 34-16,0-34 16,2 29-16,-2-29 15,3 23-15,1-15 0,-2-16 16</inkml:trace>
  <inkml:trace contextRef="#ctx0" brushRef="#br0" timeOffset="129966.4762">23211 6419 0,'0'0'0,"0"0"0,0 0 16,3-2-16,7 7 15,8 7-15,12 9 0,5 13 16,1 9-16,6 3 15,-4 1-15,-5 3 16,-5-6-16,-6-6 16,-4-5-16,-18-33 15,15 31-15,-15-31 16,14 22-16,-14-22 16,14 15-16,-14-15 0,11 9 15,-1-8-15,-3-13 31,0-8-31,-6-7 16,2-9-16,-2-5 16,0-2-16,0 0 0,1-5 15,-2 0-15,1 1 16,-1 47-16,1-40 16,-1 40-16,-1-36 15,-2 13-15</inkml:trace>
  <inkml:trace contextRef="#ctx0" brushRef="#br0" timeOffset="130572.1495">23774 6852 0,'0'0'0,"0"0"0,1 1 0,2 7 0,-8 8 15,0 8-15,-3 7 16,-3 8-16,-4 0 16,-5 0-16,1-2 15,19-37-15,-19 37 16,19-37-16,-19 31 0,19-31 15,-14 25-15,14-25 16,-8 16-16,4-8 16,4-8-16,0-3 15,4-11-15,4-8 0,1-7 32,8-2-32,-2-2 0,0-2 0,-2 1 15,3 0-15,-3 4 16,0 1-1,-13 29-15,14-26 0,-14 26 16,14-24-16,-14 24 16,12-20-16,-3 10 15,-1 15 1,0 9-16,-4 9 16,-1 8-16,2 4 15,-1-2-15,1 1 16,2 1-16,4-6 15,-1-1-15,-10-28 0,10 26 16,-10-26-16,10 18 16,-10-18-16,8 20 15,-8-20-15,9 15 16</inkml:trace>
  <inkml:trace contextRef="#ctx0" brushRef="#br0" timeOffset="130735.1897">23626 7056 0,'0'0'0,"10"0"0,15-3 15,24 3-15,17 2 16,21 0-16</inkml:trace>
  <inkml:trace contextRef="#ctx0" brushRef="#br0" timeOffset="153645.7425">14247 8857 0,'0'0'0,"9"-1"0,13 0 16,12-3-16,16 3 15,5-2-15,6 0 0,-2 2 16,2 3-16,-5 2 16,-1 0-16</inkml:trace>
  <inkml:trace contextRef="#ctx0" brushRef="#br0" timeOffset="153903.7034">14359 9122 0,'0'0'0,"9"-3"0,16-1 15,18-1 1,13-1-16,11 4 16,5 2-16,6 0 15</inkml:trace>
  <inkml:trace contextRef="#ctx0" brushRef="#br0" timeOffset="154799.442">15439 8658 0,'0'0'0,"0"0"0,0 0 0,-5-2 16,3-8-16,2 10 16,-4-15-16,4-4 0,0 19 15,6-23-15,7 1 16,4 1-16,8 3 15,0 1-15,3 5 0,2 3 16,-1 8-16,0 7 31,-2 8-31,3 10 16,-3 2-16,1 8 0,-4 4 16,-2 6-1,-10 3-15,-5 6 16,-14-3-16,0 4 15,-10-4-15,-5-3 16,-4-7-16,-3-2 16,-2-2-16,-1-5 0,-5-3 15,-5-7-15,4-5 16,-1-4-16,1-4 0,38-8 16,-31 3-16,2-5 15,6-8-15,10-6 0,5-2 16,10-7-1,6 0-15,3-2 0,2 3 16,-13 24-16,15-20 16,5 5-16,-1 3 15,-19 12-15,24-3 32,3 5-32,4 9 15,3 4-15,-4 3 16,-2 1-16,1 4 15,-1-1-15,-7 0 0,6 4 16,-2-6-16,1 1 16,1 1-16,2-5 15,0-3-15,-1-4 16</inkml:trace>
  <inkml:trace contextRef="#ctx0" brushRef="#br0" timeOffset="155165.3173">16226 8849 0,'0'0'0,"0"0"0,5 2 16,4 4-16,6 6 15,4 2-15,5 6 16,0 2-16,4 6 0,3 1 16,1 4-16,-4-3 15,-4 1-15,2-6 16,-9 0-16,0-3 15,-3-2-15,-14-20 16,17 18-16,-17-18 0,10 13 31</inkml:trace>
  <inkml:trace contextRef="#ctx0" brushRef="#br0" timeOffset="155431.2569">16609 8839 0,'0'0'0,"0"0"0,0 0 16,-10 11-16,-12 7 0,-8 10 15,-10 9-15,-6 11 32,-4 0-32,-5 5 0,2 0 15,2-3-15,11-1 16,40-49-16</inkml:trace>
  <inkml:trace contextRef="#ctx0" brushRef="#br0" timeOffset="160005.7242">17031 8435 0,'0'0'0,"0"0"0,-4-4 15,4 4-15,-5-10 16,5-1-16,5-4 15,1-2-15,9 2 16,3 5-16,9 3 16,4 4-16,9 7 15,0 6 1,-6 7-16,-1 6 16,-8 5-16,-5 7 15,-10 4-15,-5 4 0,-9 0 16,-8-1-16,1-4 15,-5-1-15,-1-3 16,1-2-16,-8-7 16,-2 1-16,26-26 0,-29 20 31,4-4-31,0-3 16,25-13-16,-22 4 0,22-4 15,-19 1-15,5-7 0,8-10 16,5-3-16,1 19 15,10-15-15,4-1 0,8 7 16,2 6-16,6 4 31,-3 1-31,1 7 16,-1 5-16,-5 2 16,-5 7-16,-5 3 15,0 2-15,-5 2 0,-4 3 16,-4 0-16,-8-1 15,-2-3-15,0-1 16,-4-7-16,-1 0 0,-2-7 31,-2-4-31,-2-2 16,22-8-16,-25 8 16,0-4-16,-7-8 0,2-4 0,2-4 15,0-5-15,1-6 16,10 2-1</inkml:trace>
  <inkml:trace contextRef="#ctx0" brushRef="#br0" timeOffset="160337.706">17664 8789 0,'0'0'0,"0"0"0,4 1 15,2 10-15,13 2 16,0 3-16,11 5 15,1 6 1,0-2-16,4 3 16,-1-5-16,-3 1 0,-3-2 0,2 2 15,-30-24-15,22 20 16,-22-20-16,19 19 31,-19-19-31</inkml:trace>
  <inkml:trace contextRef="#ctx0" brushRef="#br0" timeOffset="160605.7095">17951 8796 0,'0'0'0,"-4"7"0,-2 4 16,-10 13-16,-9 9 16,-2 2-16,2 2 0,-3 1 31,2-6-31,26-32 16,-23 28-16,23-28 15</inkml:trace>
  <inkml:trace contextRef="#ctx0" brushRef="#br0" timeOffset="161193.3613">18808 8389 0,'0'0'0,"0"0"0,-4 0 0,-6-3 0,-7 3 15,-9 5-15,-4 3 16,-2 4-16,-8 9 16,-11 8-16,-1 10 0,-5 7 15,2 2-15,9 3 16,8 0 0,7 0-16,15 3 0,6-1 15,10-5-15,5-4 16,14-3-16,5-10 31,3-6-31,8-3 16,1-9-16,-4-5 0,0-8 15,1-2-15,-4-6 16,-3-4-16,3-5 16,-6-3-16,-6-5 0,-4-2 15,-4-1-15,-7-2 16,-9 2-16,-4-1 15,-3 3-15,-11 2 16,-8 5-16,-2 3 16,-7 6-16,0 4 15,42 6-15</inkml:trace>
  <inkml:trace contextRef="#ctx0" brushRef="#br0" timeOffset="161362.2118">18775 8807 0,'0'0'0,"0"0"0,2 3 0,-2-3 15,5 11-15</inkml:trace>
  <inkml:trace contextRef="#ctx0" brushRef="#br0" timeOffset="161897.9318">19411 8571 0,'0'0'0,"-4"-7"0,-3-6 0,-2-3 16,-4-1-16,-7 2 15,-2 1-15,-4 3 0,-1 5 16,-7 10-16,1 6 16,-1 7-16,-3 9 15,3 12 1,-2 5-16,7 7 16,6 1-16,6-2 0,13-2 15,8-5-15,14-7 16,4-4-16,6-6 15,7-5-15,2-8 16,2-8 0,0-6-16,-1-7 15,-4-4-15,0-3 0,-6-8 16,-3-6-16,-5-5 16,-3-2-16,-8-5 15,-6-1-15,-3 0 16,-9 0-16,-11 3 0,-3 4 15,-10 5-15,-5 10 16,0 9-16,38 12 16</inkml:trace>
  <inkml:trace contextRef="#ctx0" brushRef="#br0" timeOffset="162464.8908">19579 8457 0,'0'0'0,"0"0"0,3-6 0,12-4 16,-15 10-1,19-10-15,6 1 0,6 8 16,0 6-16,0 8 16,-3 7-16,-4 9 0,-8 2 15,-5 7 1,-12 3-16,-4-1 0,-7 3 31,-9-5-31,-1-4 0,-4-4 16,-3-5-16,3-4 15,-3-5-15,1-5 16,28-11 0,-29 8-16,1-5 0,28-3 15,-25-5-15,7-6 16,10-9-16,9-2 16,8 3-16,7 5 0,3 6 31,4 5-31,1 8 0,0 8 0,3 4 15,-4 8-15,-1-2 16,2 5-16,-1-1 16,1 1-16,3-2 0,7-1 15,-6-3-15,1-4 32,1-9-17</inkml:trace>
  <inkml:trace contextRef="#ctx0" brushRef="#br0" timeOffset="162965.5869">20006 8426 0,'0'0'0,"0"0"0,5-6 0,3-6 0,10 4 16,4-1-16,3 3 16,4 6-16,2 11 0,-2 4 15,2 7-15,-10 9 16,-3 4-16,-9 6 15,-8 6-15,-10-2 16,-8-1-16,-3-4 16,-6-6-16,-2-6 15,0-6-15,-1-5 16,-3-5-16,2-3 0,30-9 16,-28 7-16,28-7 31,-23-1-31,5-7 0,18 8 0,-8-15 15,12 1-15,10 5 32,6 6-32,6 4 15,2 11-15,2 5 0,1 3 16,1 3-16,3 1 16,0-2-16,-2-3 15,2-2-15,-35-17 16</inkml:trace>
  <inkml:trace contextRef="#ctx0" brushRef="#br0" timeOffset="163297.2608">20580 8650 0,'0'0'0,"0"0"0,8 7 0,8 10 16,13 1-16,7 8 16,1 5-16,-4-6 0,-2-2 15,0-1-15,-31-22 16,25 20-16,-25-20 15,21 18-15,-21-18 16,16 17-16,-16-17 16,13 9-16</inkml:trace>
  <inkml:trace contextRef="#ctx0" brushRef="#br0" timeOffset="163531.7356">20780 8624 0,'0'0'0,"0"0"0,-6 7 0,-10 15 16,-4 6-16,-6 5 16,-5 3-1,1-1-15,1-4 16,0-1-16,3-5 15,26-25-15,-26 22 16,26-22-16,-20 17 16,13-10-16,16-13 15</inkml:trace>
  <inkml:trace contextRef="#ctx0" brushRef="#br0" timeOffset="163905.6482">21260 8380 0,'0'0'0,"0"0"0,0 0 0,1 1 15,-2 8-15,1 12 16,3 7-16,1 9 16,1 11-16,-3 4 0,2 3 15,-6 1 1,7-3-16,-3-4 16,-6-7-16,2-4 15,1-4-15,1-34 16,-3 29-16,3-29 0,2 25 0,-2-25 31</inkml:trace>
  <inkml:trace contextRef="#ctx0" brushRef="#br0" timeOffset="164367.5519">21706 8441 0,'0'0'0,"0"0"0,-2-3 0,2 3 0,-12-10 16,-9 6-1,-9 6-15,-7 12 16,-1 10-16,-3 9 15,6 9-15,5 5 16,8-1-16,8-2 16,17 0-16,7-6 15,9-4-15,9-4 16,3-2-16,1-7 16,3 0-16,3-11 0,1-4 15,-3-4-15,-3-4 16,0-6-16,-4-3 15,-1-4-15,0-8 16,-7-3-16,-2-9 16,-6-5-16,-8-7 15,-9-3-15,-5-2 0,-15 2 32,-7 3-32,-9 3 15,-6 10-15,-1 8 16</inkml:trace>
  <inkml:trace contextRef="#ctx0" brushRef="#br0" timeOffset="164837.3909">21888 7975 0,'0'0'0,"0"0"0,3-3 0,-3 3 15,8-10-15,4-3 16,-12 13-16,21-12 15,5 7-15,3 4 16,-2 7-16,-2 8 16,-9 6-1,-3-1-15,-5 9 16,-5 1-16,-6 1 16,-5 1-16,-7 1 0,-5-3 15,-1-4-15,21-25 16,-19 23-16,19-23 15,-21 19-15,7 2 16,8-1-16,11-4 0,11-3 16,12-1-1,11-7 1,9-6-16,7-4 16,-3-6-16,-4-3 0</inkml:trace>
  <inkml:trace contextRef="#ctx0" brushRef="#br0" timeOffset="165434.9944">22242 7890 0,'0'0'0,"0"0"0,4-4 16,6-5-16,12 2 0,7 0 0,4 5 16,2 4-16,1 3 15,-6 5-15,-30-10 16,27 17-16,-5 3 15,-9 12-15,-8-4 16,-9 2-16,-5-3 16,-3-2-1,12-25-15,-17 19 16,17-19-16,-19 17 16,0-3-16,19-14 15,-20 10-15,20-10 16,-19 5-16,19-5 15,-11 3-15,11-3 0,14-3 16,8 2-16,5 2 16,8 6-16,0 3 0,2 7 15,-7 2-15,-6 1 16,-24-20-16,18 23 31,-8 4-31,-7 2 16,-11-3-16,-7-3 0,-8-6 15,-6-4-15,-3-9 16,-4-3-16,-5-1 16,2-4-16,-4-3 15,-2-1-15,1-3 16</inkml:trace>
  <inkml:trace contextRef="#ctx0" brushRef="#br0" timeOffset="185875.72">3278 9339 0,'0'0'0,"0"0"0,0 0 15,2 0-15,4-1 0,10 1 16,6-1-16,9-1 16,2 3-1,11-1-15,-1 0 16,12-5-16,9 1 16,3 2-16,7-4 15,8 5-15,4 0 16,4 1-16,1-2 15,9 3-15,-1 0 16,2-1-16,4 1 0,-2 2 16,1-1-16,4 0 15,4 0-15,0-2 16,0-2-16,-1 2 16,8-1-16,0-4 15,2 3 1,-2 1-16,0-2 0,-6 3 0,-4-4 15,-2 2-15,-6 1 16,-4-1-16,-4 0 16,-7 4-16,-9 1 15,-5-4-15,-13 1 32,-4-2-32,-8-1 15,-47 3-15,42-2 0,-42 2 16,32-1-16,-9 0 15,-13-3-15</inkml:trace>
  <inkml:trace contextRef="#ctx0" brushRef="#br0" timeOffset="186459.4863">3367 9587 0,'0'0'0,"16"0"0,20 2 16,20 3-16,26-5 15,16 2-15,5-4 16,14 1-1,10-5-15,2 1 16,13-4-16,9 0 16,8-2-16,12 5 15,-1-5-15,9 4 16,6-1-16,1 1 16,0 3-16,-1-2 0,-1 1 15,-9 3-15,-9 2 16,-8 2-16,-9 0 15,-13 3-15,-15-5 16,-12 0-16,-22-1 0,-20-4 16,-67 5-16,49-5 15,-49 5-15,32-5 16,-19 1-16,-20 0 16</inkml:trace>
  <inkml:trace contextRef="#ctx0" brushRef="#br0" timeOffset="255669.2346">11097 12399 0,'0'0'0,"0"0"0,0 0 0,0 0 0,0 0 15,3 3-15,-3-3 16,5 2 0,4 10-1,2 8-15,-2 2 16,-1 4-16,2 2 0,-3 0 16,-7-28-16,6 29 15,0 0-15,-6-29 16,6 32-16,0 0 15,-6-32-15,5 29 16,-5-29-16,4 28 0,-4-28 16,2 24-16,-2-24 15,1 15-15,-1-15 16,0 10-16,-1-7 16,1-3-16,-1-9 15,-1-6-15,3-3 16,0-4-1,0-2-15,2-1 16,2 3-16,-1-2 16,1 2-16,-5 22 15,11-21-15,-1-2 16,3 2-16,-13 21 16,17-21-16,-1 4 15,-16 17-15,16-14 0,2 6 16,-18 8-16,17-7 15,-17 7-15,19-4 16,-2 5-16,0 6 16,-4 6-16,0 2 15,-6 9-15,-1-2 16,-6-22-16,1 25 0,-2 2 16,1-27-16,-3 30 15,0-3-15,3-27 16,-6 28-16,3 1 0,3-29 31,3 26-31,7-7 16,-10-19-16</inkml:trace>
  <inkml:trace contextRef="#ctx0" brushRef="#br0" timeOffset="256201.3971">11860 12561 0,'0'0'0,"0"0"0,0 0 0,0-2 15,-2-7 1,2 9-16,-5-16 15,-4-2-15,0-2 16,-6 3-16,15 17 16,-16-12-16,-5 2 15,-6 5-15,-2 5 16,1 5-16,1 2 16,8 5-16,0 9 15,3 2-15,2 3 0,9 4 16,3 0-16,7-3 15,-5-27-15,9 24 16,7-2-16,7 2 16,0-8-16,2-1 15,-25-15-15,24 8 16,-1-7-16,-23-1 0,24-6 16,-5-8-16,-1-7 15,-5-2-15,-5 1 16,-1-5-16,-7 0 15,-3 2-15,-5 1 16,1 1 0,-3 3-16,10 20 15,-17-15-15,17 15 0</inkml:trace>
  <inkml:trace contextRef="#ctx0" brushRef="#br0" timeOffset="256388.3833">11988 12727 0,'0'0'0,"0"0"0,0 0 16,0 0-1,0 0-15,1 1 16,-1-1-16</inkml:trace>
  <inkml:trace contextRef="#ctx0" brushRef="#br0" timeOffset="256934.0719">12479 12555 0,'0'0'0,"0"0"0,0 0 0,0-5 15,-4-4 1,4 9-16,0-13 0,-6-1 16,6 14-1,-7-18-15,-5 1 16,-6 1 0,-3 4-16,-5 4 15,1 5-15,0 3 0,-1 8 16,1 9-16,1 1 15,2 6-15,6 2 16,9 3-16,5-4 16,9 2-16,8-4 15,7-5-15,1-3 0,7-3 16,-1-5-16,0-4 16,-29-3-16,29-2 15,0-3-15,-29 5 16,28-12-1,-7-6-15,-6-5 16,-6-2-16,-6-1 16,-8-1-16,-6-1 15,11 28-15,-21-26 16</inkml:trace>
  <inkml:trace contextRef="#ctx0" brushRef="#br0" timeOffset="257271.8029">12660 12165 0,'0'0'0,"0"0"0,1 4 16,6 9-16,-4 10 0,5 9 16,4 9-16,0 7 15,1 3-15,0 4 0,-1-1 16,-3 0-16,0-8 16,-10-7-1,1-39-15,1 33 0,-1-33 16,0 29-16,0-29 15,-3 21-15,-5-15 16</inkml:trace>
  <inkml:trace contextRef="#ctx0" brushRef="#br0" timeOffset="257472.1002">12660 12069 0,'0'0'0,"0"0"0,11-6 0,11-9 15,14 5-15,7 3 16,6 8-16,-1 7 16,1 8-16,-8 7 15</inkml:trace>
  <inkml:trace contextRef="#ctx0" brushRef="#br0" timeOffset="257659.5106">12751 12433 0,'0'0'0,"11"2"0,15-2 0,11 0 15,16 5-15</inkml:trace>
  <inkml:trace contextRef="#ctx0" brushRef="#br0" timeOffset="258458.6405">13208 12436 0,'0'0'0,"0"0"0,1 1 16,3 4-16,8 5 16,-2 5-16,4 4 15,-14-19-15,11 21 0,-1 1 16,-10-22-16,8 21 15,-8-21-15,5 20 16,-5-20-16,0 18 16,0-18-16,-2 13 15,2-13-15,-4 7 16,-2-10 0,6 3-16,-3-10 15,4-7-15,3-10 0,8-1 16,-12 28-16,11-27 15,2 2-15,-13 25 0,22-17 32,-22 17-32,17-11 0,1 10 15,3 10-15,-2 6 16,-19-15-16,13 20 0,-13-20 31,11 22-31,-11-22 16,7 24-16,-7-24 0,6 22 15,-6-22-15,-1 16 16,1-16-16,-1 8 16,-3-8-16,1-12 15,3-4-15,3-4 16,3 0-16,-6 20 0,14-20 16,-14 20-16,19-15 15,2 4-15,-21 11 16,22-4-16,0 11 15,0 9-15,-22-16 16,18 20-16,-1 2 16,-17-22-16,10 23 15,-2 0-15,-8-23 16,7 23-16,-7-23 16,7 21-16,3-3 15</inkml:trace>
  <inkml:trace contextRef="#ctx0" brushRef="#br0" timeOffset="258859.4043">13890 12545 0,'0'0'0,"0"0"0,0 0 0,2-2 16,-4-8-16,2 10 16,-7-10-16,7 10 15,-9-9-15,-7 1 0,-8 8 0,24 0 16,-23 9-16,1 4 31,7 5-31,4 3 16,11-21-16,0 19 0,12 0 15,-12-19-15,20 15 16,8-5-16,-28-10 16,34 5-1,-3-7-15,-31 2 0,24-10 16,-6-8-16,-10-5 16,-14-6-16,-6-2 15,-9-1-15,-9 5 16,30 27-16,-31-25 15</inkml:trace>
  <inkml:trace contextRef="#ctx0" brushRef="#br0" timeOffset="259207.0584">14087 11944 0,'0'0'0,"0"0"0,1 3 0,5 15 16,0 7 0,4 11-16,1 9 15,-4 7-15,-1 2 16,-1-1-16,0 3 0,-4-3 15,-3-2 1,3-4-16,-1-6 16,-1-4-16,1-37 15,3 35-15,4-4 0,-7-31 16,3 29-16,-3-29 16</inkml:trace>
  <inkml:trace contextRef="#ctx0" brushRef="#br0" timeOffset="259861.0407">14307 12536 0,'0'0'0,"0"0"15,4 2-15,6 2 16,-10-4-16,17 4 0,7-4 15,7-1-15,0-4 16,-4-3-16,-4-5 0,-1-1 16,-9-5-16,-13 19 15,7-20-15,-6 0 16,-1 20 0,-7-20-16,-7 4 0,-12 6 15,2 12 1,-8 4-16,-2 13 15,3 7-15,3 5 0,4 3 16,14-1-16,8-2 16,5-3-16,9-4 15,9-1-15,1-7 16,3-5-16,6-5 16,5-4-16,-2-6 15,5-4-15,-3 1 16,-3-8-16,-1-5 15,-4-2-15,-9 0 0,-3-4 16,-6-1 0,-5 1-16,-5 26 0,-2-22 15,2 22-15,-7-18 16,7 18-16,-11-14 16,11 14-16,-10-6 15,0 8-15,5 10 0,11 6 16,6 4-1,8 4-15,4-1 0,4 2 32,-4 0-32,-24-27 15,27 28-15,-5-1 0,-22-27 16,15 28 0,-9-10-16,-10-2 15,-10-5-15,-8-6 16,-3-7-16,25 2 15</inkml:trace>
  <inkml:trace contextRef="#ctx0" brushRef="#br0" timeOffset="260161.7145">15113 12435 0,'0'0'0,"0"0"0,4 0 0,10-6 16,12 3-16,7-2 15,8 1-15,3 3 0,5 1 16,-3 1 0</inkml:trace>
  <inkml:trace contextRef="#ctx0" brushRef="#br0" timeOffset="260340.1689">15150 12575 0,'0'0'0,"17"3"0,21 4 16,22 2 0,20 2-16,14 2 0</inkml:trace>
  <inkml:trace contextRef="#ctx0" brushRef="#br0" timeOffset="263572.7839">16183 12150 0,'0'0'0,"0"0"0,0 0 0,0 0 0,0 0 15,-1-3 1,1 3-16,-1-3 0,1 3 15,2 0 1,2 4-16,4 7 0,5 9 16,-1 6-16,-3 1 0,4 4 15,-4-3-15,-9-28 16,10 28-16,-1 0 16,-9-28-16,6 28 15,-6-28 1,4 23-16,-4-23 15,5 21-15,-5-21 16,1 17-16,-1-17 16,0 10-16,1-10 0,1-7 15,1-6-15,0-8 16,2 0-16,-1-1 0,-3-4 16,1 0-1,3 2-15,1 1 16,-6 23-16,7-22 15,3 3-15,3 2 0,-13 17 16,17-14-16,1 4 31,4 4-31,0 6 0,-22 0 0,21 8 16,0 6-16,-3 10 16,-4 3-1,-4-1-15,-9-1 16,-1-25-16,0 25 15,-4-2-15,4-23 16,-5 25-16,5-25 16,-4 22-16,4-22 15,-1 24-15,1-24 16,2 17-16</inkml:trace>
  <inkml:trace contextRef="#ctx0" brushRef="#br0" timeOffset="264027.3566">16844 12226 0,'0'0'0,"0"0"0,0 0 31,-3-4-31,-3-1 16,6 5-16,-12-3 0,-8 0 15,-6 7-15,0 7 16,-3 6-16,8 6 16,2 1-16,7 1 15,4-1-15,8-24 16,3 23-16,8-4 0,8 0 15,7-5-15,4-3 16,-2-6-16,-28-5 16,27 5-1,1-10-15,-3-6 0,-8-5 16,-4-1-16,-3-4 31,-10 21-31,5-21 0,-5-5 16,-5-6-16,-5 1 15,-6 5-15,-4 3 16,-6 9-16,26 14 16</inkml:trace>
  <inkml:trace contextRef="#ctx0" brushRef="#br0" timeOffset="264213.5314">17100 12391 0,'0'0'0,"0"0"16,0 0-16,0 2 31,0-2-31,2 6 0</inkml:trace>
  <inkml:trace contextRef="#ctx0" brushRef="#br0" timeOffset="264728.6198">17755 12210 0,'0'0'0,"0"0"0,-2-6 16,2 6-1,-6-11 1,-7-3-16,-3 1 0,-4 3 15,-7 4-15,-1 10 16,-5 7-16,3 4 16,-1 3-16,8 8 15,6 0-15,8 3 16,1 0-16,13-1 0,10-1 16,5-2-16,5-5 15,11-1-15,1-7 16,0-7-16,-1-3 15,-36-2-15,34-2 16,-5-6-16,-5-9 16,-5-3-1,-8-7-15,-8-4 16,-6-2-16,-8 1 16,-8-1-16,-9 3 15,-4 3-15,-7 7 0</inkml:trace>
  <inkml:trace contextRef="#ctx0" brushRef="#br0" timeOffset="264996.9958">17970 11927 0,'0'0'0,"0"0"0,1 2 0,-3 6 16,2 8 0,-1 9-16,2 8 0,1 10 15,6 7-15,-3 2 16,-1-1-16,1 2 16,1-6-1,-3-6-15,-1-6 16,-2-35-16,1 30 15,-1-30-15,0 24 16</inkml:trace>
  <inkml:trace contextRef="#ctx0" brushRef="#br0" timeOffset="265234.0148">17896 11713 0,'0'0'0,"8"-4"16,7-3-16,12 3 16,9 4-16,7 4 15,6 8-15,-3 10 16,-4 3-16</inkml:trace>
  <inkml:trace contextRef="#ctx0" brushRef="#br0" timeOffset="265436.1351">17932 12126 0,'0'0'0,"9"-1"0,15-2 16,16-5-16,12 1 31,19 1-31,5-2 0</inkml:trace>
  <inkml:trace contextRef="#ctx0" brushRef="#br0" timeOffset="270272.906">15997 12594 0,'0'0'0,"0"0"0,5 3 15,6 1-15,14 4 16,10 2-16,8 0 15,10 1-15,7-3 0,7-3 16,8-3-16,6 1 16,6 0-16,5-3 15,2 0-15,5 0 16,1-2-16,7 2 16,5-1-16,6-2 15,4 1-15,9 0 0,4 2 31,4 1-31,5-1 16,2-2-16,-2 2 16,3 1-16,0 1 0,1 2 15,3 1-15,3-1 16,0 2 0,-2-3-16,1-3 0,-2 2 15,-2 0-15,-3-2 16,2 2-16,1 3 0,-1-2 15,3 4-15,6-2 16,-1 2-16,0 2 16,4 2-16,-3 1 15,-9 0-15,-3 0 16,-9-1-16,-6-5 0,-6 4 16,-8-1-16,-2 0 15,-5 0-15,-8 5 16,-9-5-16,-9 5 15,-11-4-15</inkml:trace>
  <inkml:trace contextRef="#ctx0" brushRef="#br0" timeOffset="327940.4484">21173 11559 0,'0'0'0,"0"0"0,0 0 16,2-4-1,6 0-15,-8 4 0,17-4 16,5 3-16,10 3 16,6 3-16,-4 1 15,4 1-15,-1 0 0,-1-1 16,3 2-16,0-1 16,-1 2-16,6-2 15,5 0-15,3 2 16,4 1-16,4-2 15,2-2-15,1 1 16,4 0 0,2 0-16,0-1 15,7 2-15,-5-3 16,3 2-16,-1 1 16,0-2-16,2-3 15,-1 4-15,-1-5 0,2 3 16,-3 2-16,3-4 15,-3 3-15,3 1 16,-2-3-16,0-1 16,-4 5-16,0-4 15,-4 1-15,-3 1 0,-3-2 32,-3-3-32,-4 3 15,-6 0-15,-7-4 16,-1 1-16,-5 0 15,-5-4-15,-28 3 0,25-2 16,-25 2-16,24-1 16,-24 1-16,17-2 15,-17 2-15,12-1 16,-10 0-16</inkml:trace>
  <inkml:trace contextRef="#ctx0" brushRef="#br0" timeOffset="329760.0822">2620 14392 0,'0'0'0,"0"0"0,8 1 16,-8-1-16,16 4 16,9-1-16,9 0 15,-2-1-15,4 0 0,-1-2 16,-1 5-16,1-5 16,4 1-16,1-2 15,4-1-15,1 0 16,4 1-16,0 1 15,2-2-15,3 2 16,2-1 0,2-3-16,1 1 15,6-2-15,6 4 16,-1-2-16,3 1 16,1 3-16,2-2 15,3 2-15,1-1 16,0 3-16,4-3 15,2 0-15,6-1 0,4 0 16,3 0-16,1 0 16,-5 5-16,2-3 15,4-1-15,-4 0 16,6 0-16,-2-1 16,6 1-16,0-1 15,4 2-15,-4-1 0,-2 0 16,1 0-16,-1 1 15,-3-2-15,0 1 16,3-2-16,-1 0 16,-4 1-16,5 2 0,-1-1 15,3-1-15,2 3 32,0 0-32,-3-2 15,4 1-15,-4-1 0,-1 4 16,-4-1-1,-3-1-15,0 0 0,-6-1 16,-2 1-16,-3 1 16,-4-1-16,-8-1 15,-7 0-15,-4 0 0,-6-1 16,-7 2-16,-51-2 16,42 0-16,-42 0 15,33 0-15,-33 0 16,26 0-16,-26 0 15,14 0-15,-14 1 16</inkml:trace>
  <inkml:trace contextRef="#ctx0" brushRef="#br0" timeOffset="375801.2351">10549 13935 0,'0'0'0,"0"0"0,0 0 0,0 0 16,5 4-1,-1 8-15,8 10 0,-1 6 16,-1 5 0,1 5-16,-2-1 15,0 1-15,-3-2 16,0-3-16,-6-33 0,0 29 16,0-29-16,0 25 0,0-25 15,-1 21-15,1-21 16,0 15-16,0-15 15,1 8-15,-4-12 16,3-12-16,0-7 16,3-1-16,1-3 15,1-2 1,0 1-16,3-1 16,5 0-16,0 3 15,4 3-15,-17 23 16,20-18-16,4 3 15,2 10-15,-1 3 16,2 6-16,-2 6 16,-7 7-16,-18-17 0,16 22 15,-3 6 1,-4 6-16,-9-34 16,5 36-16,-4-5 0,-1-31 15,-4 31-15,0-4 16,4-27-16,-3 27 15,5-6-15</inkml:trace>
  <inkml:trace contextRef="#ctx0" brushRef="#br0" timeOffset="376235.8262">11255 14113 0,'0'0'0,"0"0"0,-2-4 0,2 4 16,-9-9-16,-2-3 0,-5-3 15,-3 5-15,-2 5 16,2 4-16,0 7 15,-2 6-15,3 7 16,1 6-16,6 6 16,11-31-16,-6 36 0,10 2 31,8 0-31,7-6 16,5-6-16,3-8 15,5-6-15,-5-4 16,-27-8-16,30 1 15,-4-6-15,-26 5 16,24-9-16,-8-9 0,-9-10 16,-6-1-16,-6-2 15,-4-1-15,-6-1 16,-2 4-16,-4 4 16,-2 10-16,23 15 15</inkml:trace>
  <inkml:trace contextRef="#ctx0" brushRef="#br0" timeOffset="376373.9562">11408 14327 0,'0'0'0,"0"0"0,0 0 0,0 0 16</inkml:trace>
  <inkml:trace contextRef="#ctx0" brushRef="#br0" timeOffset="376937.9127">12024 14145 0,'0'0'0,"0"0"0,-5-3 16,-8-5-16,-6 1 0,-9 2 31,-8 3-31,-2 8 16,3 6-16,4 11 15,2 1-15,10 7 16,5 1-16,10 0 0,11 1 16,9-2-1,8-3-15,10-6 0,1-2 16,4-8-16,1-8 16,-3-5-16,-4-4 15,-7-7-15,-5-3 16,-7-4-16,-6-6 0,-6-3 15,-7-2-15,-7-2 16,-9-1-16,-6 0 16,-6 8-1,-2 8-15</inkml:trace>
  <inkml:trace contextRef="#ctx0" brushRef="#br0" timeOffset="377207.1018">12247 13934 0,'0'0'0,"4"9"0,1 14 16,-5 15-16,5 12 15,-5 9-15,5 1 16,-1 3-16,3 1 16,-4-7-16,-2-5 0,1-3 15,-2-49-15,-1 39 16,1-39-16,-5 30 16</inkml:trace>
  <inkml:trace contextRef="#ctx0" brushRef="#br0" timeOffset="377439.3756">12169 13726 0,'0'0'0,"6"-4"0,7-3 0,10-6 0,13 4 15,6 5 1,3 6-16,6 10 0,1 10 16,-3 10-16</inkml:trace>
  <inkml:trace contextRef="#ctx0" brushRef="#br0" timeOffset="377592.6517">12218 14214 0,'0'0'0,"0"0"0,8 0 0,21 3 0,19-1 15,16 1-15,4-2 16</inkml:trace>
  <inkml:trace contextRef="#ctx0" brushRef="#br0" timeOffset="378463.4105">12763 14179 0,'0'0'0,"0"0"0,5 10 0,2 7 16,5 8-16,-3 3 15,2 3-15,-11-31 16,11 29-16,-3-2 16,-8-27-16,4 27 15,-4-27-15,3 24 16,-3-24-16,2 15 0,-2-15 16,0 10-16,0-11 15,-2-12-15,0-5 16,2-4-16,1-2 15,4-3-15,3 3 0,-8 24 32,13-23-32,-13 23 0,15-19 0,6 4 15,2 8-15,-23 7 16,24 2-16,-7 9 16,-2 4-16,-6 3 15,-9-18-15,11 20 0,-11-20 16,4 19-16,-4-19 31,0 16-31,0-16 16,-5 13-16,5-13 15,-5 7-15,5-7 0,-7 0 16,6-11-16,4-10 16,7-3-16,6 1 15,-16 23-15,17-19 16,1 6-16,-18 13 0,21-2 15,-6 5-15,-1 11 16,-2 2-16,-12-16 16,11 23-16,-11-23 15,6 21 1,-2 4-16,-4-25 0,3 26 16,-3-26-1,4 24-15</inkml:trace>
  <inkml:trace contextRef="#ctx0" brushRef="#br0" timeOffset="378864.3406">13459 14309 0,'0'0'0,"0"0"16,0-4-16,-3-2 15,-1-6-15,4 12 16,-9-11-16,-3-3 16,-7 4-16,-4 5 0,-3 6 15,-1 6-15,3 10 16,-2 2 0,26-19-16,-20 22 15,9 4-15,8 4 16,9-6-16,8 0 15,8-5-15,4-10 16,-1-4-16,2-5 0,0-4 16,-27 4-16,22-7 15,-3-8-15,-7-7 16,-6-3 0,-7-7-16,-9-1 0,-5-3 0,-5 1 15</inkml:trace>
  <inkml:trace contextRef="#ctx0" brushRef="#br0" timeOffset="379164.8938">13672 13709 0,'0'0'0,"0"7"0,3 11 0,-1 20 16,1 13-16,3 13 0,-5 4 16,-5 3-16,2-3 15,-5-4-15,-1-6 16,2-4-16,-1-9 15,0-6-15,3-3 0,1-4 16,1-4-16,2-28 31,5 24-31</inkml:trace>
  <inkml:trace contextRef="#ctx0" brushRef="#br0" timeOffset="379896.6756">13852 14375 0,'0'0'0,"0"0"0,6 1 0,10 1 15,6-1-15,2-3 16,7-3-16,-4-5 0,-27 10 15,26-17-15,-8-3 32,-18 20-32,15-25 15,-8-2-15,-7 27 16,3-28-16,-8 5 16,-9 7-16,-6 11 0,-6 8 15,0 9-15,-3 9 16,4 5-16,4 6 15,6 0-15,6 2 16,6-2-16,7-4 16,6-4-16,7-1 0,4-7 15,4-4-15,-1-4 16,4-4-16,-2-5 16,-2-3-16,2-6 15,-3-5-15,-5-3 16,3-5-16,-4-2 15,-5-4-15,0-2 16,-5 1-16,-2-1 16,-5 31-16,2-27 0,-2 27 15,-2-24-15,2 24 16,-7-17-16,0 6 16,7 11-16,-12-2 15,6 8-15,7 11 16,6 7-16,7 2 15,5 0 1,5 2-16,-2-1 16,2-1-16,1 1 0,-25-27 15,22 25-15,-22-25 16,16 22-16,-8-2 16,-9-3-16,1-17 15,-11 11-15,-11-3 16,-5-6-16,-1-5 0,28 3 15,-30-7-15</inkml:trace>
  <inkml:trace contextRef="#ctx0" brushRef="#br0" timeOffset="380150.2234">14699 14247 0,'0'0'0,"7"2"15,9-1-15,9 1 16,9 2-16,11-1 15,-1 0-15,5 0 16,-6-2-16,-43-1 16</inkml:trace>
  <inkml:trace contextRef="#ctx0" brushRef="#br0" timeOffset="380373.4073">14644 14389 0,'0'0'0,"13"0"0,8-1 0,16-1 16,23 3-16,10 1 15,5 0-15,4 1 16</inkml:trace>
  <inkml:trace contextRef="#ctx0" brushRef="#br0" timeOffset="401402.8716">16746 13689 0,'0'0'0,"0"0"0,0 0 15,1 0-15,-1 0 16,2 0-16,-2 0 16,1 0-16,-5 1 15,-7-2-15,-5-1 0,-2 2 16,-9 0-16,-2-4 16,-2 0-16,-6 0 15,-3-1-15,-2-4 16,1 2-16,-1 1 15,4 0-15,1 4 16,4 2-16,33 0 16,-29 0-16,5 2 15,24-2 1,-23 9-16,6 9 16,-2 4-16,7 8 15,3 3-15,1-2 16,4 1-16,1 1 15,0 1-15,0-2 16,3-3-16,0-29 16,0 28-16,0-28 0,-1 23 15,1-23-15,-1 18 0,1-18 16,1 11-16,-1-11 31,2 6-31,2-10 16,3-8-16,2-6 15,-9 18-15,8-22 16,4-3-16,6 1 16,3 3-16,3 7 15,1 5-15,-1 7 0,4 6 16,-3 6-16,3 3 16,2 5-16,0 8 15,0 4-15,-1 6 16,-3 2-16,1 4 0,-8 0 15,-6-2-15,-7-3 16,-6-2-16,-6-7 0,-3-3 16,-8-2-16,-2-4 15,-2-3-15,-6 0 16,-6-5-16,0-5 31,-7-1-31,2-4 16,-2-2-16,2-5 15,-4-4-15,6-2 0,1-8 16,2 1-16,33 19 16,-26-19-16</inkml:trace>
  <inkml:trace contextRef="#ctx0" brushRef="#br0" timeOffset="401734.6206">16816 14119 0,'0'0'0,"0"0"0,3 2 0,5 4 15,2 5 1,9 4-16,1 7 16,8 3-16,2 0 15,-2 0-15,1 0 16,-5-4-16,-4-3 0,-20-18 16,18 18-16,-18-18 15,15 17-15</inkml:trace>
  <inkml:trace contextRef="#ctx0" brushRef="#br0" timeOffset="401998.0293">17010 14103 0,'0'0'0,"-9"8"0,-4 4 16,-5 10-16,-4 6 31,-7 4-31,5-4 0,-1 1 16,25-29-16,-25 24 15,25-24-15,-20 23 16,3-5-16</inkml:trace>
  <inkml:trace contextRef="#ctx0" brushRef="#br0" timeOffset="402335.8959">17386 13786 0,'0'0'0,"0"0"0,3 4 16,2 10-16,0 2 15,3 11-15,2 9 16,-1 10-16,-3 4 0,-2 6 15,1 0-15,-3 1 0,2-6 16,-6-5-16,5-8 16,-3-38-16,1 32 15,-1-32-15,0 24 16,1-6-16,1-14 16,-1-11-16</inkml:trace>
  <inkml:trace contextRef="#ctx0" brushRef="#br0" timeOffset="402806.7837">17394 13761 0,'0'0'0,"0"0"0,4 8 15,6 17 1,9 13-16,7 6 16,11 5-16,-1 1 0,2-2 0,-1 0 15,-1-5-15,-5-4 16,0-4-16,-8-7 16,-23-28-16,24 28 15,-24-28-15,18 23 16,-18-23-16,18 19 15,-18-19 1,10 12-16,-4-12 16,-4-12-16,-4-10 15,-1-6-15,0-7 16,-2-3-16,1-5 16,-1 2-16,1-4 15,1 5-15,2 5 0,-2 6 16,3 29-16,-3-26 15,3 26-15,-4-23 16,4 23 0,-4-15-16,5 13 0</inkml:trace>
  <inkml:trace contextRef="#ctx0" brushRef="#br0" timeOffset="403369.6613">18131 14265 0,'0'0'0,"0"0"0,1 1 16,-1 7-16,-2 4 15,-8 7-15,-5 6 16,-1 6-16,-6 5 16,3 0-16,0-4 0,19-32 15,-18 29-15,18-29 16,-12 22-16,12-22 16,-10 14-16,10-14 15,-4 9-15,5-15 31,12-11-31,-1-4 0,1-7 16,2-5-16,0-2 16,-2 2-16,1-3 15,-14 36-15,16-29 16,-16 29-16,14-23 16,-14 23-16,10-16 15,-10 16-15,8-8 16,0 10-16,-1 13 0,-2 8 15,-1 8-15,1 4 16,0-2-16,-1-4 16,0 1-16,-4-30 15,8 26-15,0-3 0,-8-23 32,7 23-32,-7-23 15,10 20-15,-10-20 16,11 14-16,-6-13 0</inkml:trace>
  <inkml:trace contextRef="#ctx0" brushRef="#br0" timeOffset="403569.3699">18027 14430 0,'0'0'0,"0"0"0,8 1 16,15 1 0,14-1-16,8-1 0,11 0 0,4 0 15</inkml:trace>
  <inkml:trace contextRef="#ctx0" brushRef="#br0" timeOffset="404804.7294">15483 14541 0,'0'0'0,"0"0"0,0 0 0,1 2 16,-1-2-1,1 0 1,-1 0-16,4 1 15,4 1-15,-8-2 0,12 2 16,8-1-16,7-1 16,5 0-16,8 1 15,0-2-15,6 3 16,3 1-16,7-2 0,3 1 16,5 0-16,4 3 15,9-1-15,4-2 16,9-1-16,6 0 0,4 6 15,-1-3-15,-3-1 16,5 1-16,-2 1 16,10 0-16,2-1 0,4 0 15,0-3-15,7 1 16,5 2-16,2 0 16,6 2-1,-1 1-15,1-1 16,-1 0-16,-4 1 15,-2 0-15,5 2 16,-7 0-16,-6 3 16,-5-2-16,-5 0 15,-10 0 1,-4-1-16,-4 0 0,-8-2 16,-14 0-16,-11-3 15,-11-2-15,-48-2 16,39 1-16,-39-1 0,31-1 15,-31 1-15,22-1 16,-13 0-16,-17 2 16</inkml:trace>
  <inkml:trace contextRef="#ctx0" brushRef="#br0" timeOffset="420594.5318">16171 14834 0,'0'0'0,"0"0"0,0 0 16,1 0-16,-1 0 0,3-1 16,-3 1-1,1-2-15,-1 2 0,1-2 16,-1 2-1,1-3-15,-1 3 0,4-4 16,1-8 0,-5 12-16,10-16 0,5-1 15,-15 17 1,17-17-16,2 1 0,-19 16 16,19-10-16,3 5 0,5 9 15,3 4-15,0 8 16,0 7-16,-2 4 15,-7 7-15,-4 4 16,-5 5-16,-8 6 16,-9 1-16,-10 4 15,-8-3 1,-9-4-16,-1-2 16,-6-4-16,-1-6 15,-1-5-15,1-10 16,1-4-16,39-16 0,-35 5 15,0-6-15,8-6 16,5-6-16,3-8 16,12-7-16,3-4 15,8-1-15,-4 33 0,10-31 16,8 5-16,6 4 16,7 7-16,2 7 15,-1 5-15,-2 5 16,-2 9-16,0 6 15,-3 4 1,0 4 0,-4 6-16,0 0 0,-4 0 15,3-3-15,-4 0 16,5-4-16,3-4 16,0 1-16,3-8 15</inkml:trace>
  <inkml:trace contextRef="#ctx0" brushRef="#br0" timeOffset="420930.4235">16828 15087 0,'0'0'0,"0"0"0,0 0 16,3 0-16,2 0 16,3 5-16,5 4 15,3 4-15,9 2 16,0 2-16,3 3 0,2 0 15,-4 1-15,-2-1 16,-2 1-16,0-1 16,-4 2-16,-1-1 0,-17-21 15,14 20-15</inkml:trace>
  <inkml:trace contextRef="#ctx0" brushRef="#br0" timeOffset="421196.1316">17158 15043 0,'0'0'0,"0"0"0,0 2 0,-6 10 0,-4 6 15,-9 10-15,-12 1 16,-6 10-16,-4-3 16,-3 1-16,0-5 15,5-4-15,6-7 16,33-21-16,-27 19 16,6-5-16</inkml:trace>
  <inkml:trace contextRef="#ctx0" brushRef="#br0" timeOffset="421636.0496">17595 14901 0,'0'0'0,"0"0"15,0 0-15,0 0 16,0 4-16,1 7 15,-2 7 1,0 10-16,3 10 16,1 6-16,-2 4 15,0 4-15,-3-3 16,2-4-16,-1-4 16,2-7-16,1-6 15,-2-28-15,4 27 16,-4-27-16,0 20 0,0-20 0</inkml:trace>
  <inkml:trace contextRef="#ctx0" brushRef="#br0" timeOffset="422065.324">17572 14870 0,'0'0'0,"10"9"0,9 6 16,4 16-16,14 10 16,5 7-16,-1 7 0,-1-2 15,-1 1-15,-5-3 16,-1-3-16,-33-48 15,29 43-15,-4-9 16,-25-34-16,21 28 0,-21-28 16,15 20-16,-3-10 0,-3-14 15,-1-9-15,-1-10 16,-3-10-16,3-6 16,-4-1-16,-3-3 15,-1-2-15,2 2 16,1 0-16,-4 1 15,2 42 1,0-38-16,0 38 16,-2-32-16,0 10 15,2 22-15</inkml:trace>
  <inkml:trace contextRef="#ctx0" brushRef="#br0" timeOffset="422630.1062">18232 15387 0,'0'0'0,"0"0"0,0 0 16,0 0-16,1 2 15,-4 9-15,-3 3 0,-6 8 16,-4 5-16,-5 6 16,0 3-16,-5 0 15,2-4-15,4-2 16,20-30-16,-19 25 16,19-25-16,-14 20 15,14-20-15,-8 15 0,7-9 31,6-11-31,6-7 0,2-6 0,1-7 16,3-4-16,0-5 16,1-2-16,4-1 15,-1-2-15,-5 1 0,0 4 16,-16 34 0,15-28-16,-15 28 0,11-19 15,-11 19-15,6-11 16,-1 10-16,-2 15 15,1 10 1,5 9-16,0 6 16,0 3-16,2-1 15,0 0-15,0-1 16,-3-3-16,2-3 16,-1-3-16,-9-31 0,8 28 15,-8-28-15,8 23 16,0-12-16</inkml:trace>
  <inkml:trace contextRef="#ctx0" brushRef="#br0" timeOffset="422799.2839">18117 15568 0,'0'0'0,"0"0"0,9 0 16,25 5-16,24 4 0,20 1 0,21 3 15</inkml:trace>
  <inkml:trace contextRef="#ctx0" brushRef="#br0" timeOffset="516325.3622">17018 12968 0,'0'0'0,"1"-7"0,-1 7 0,0-13 0</inkml:trace>
  <inkml:trace contextRef="#ctx0" brushRef="#br0" timeOffset="544662.1743">19029 11822 0,'0'0'0,"0"0"0,-4-7 15,-6-5-15,-5-3 0,-4 3 16,-5 2-16,-6 6 15,-1 6-15,-10 9 16,-5 11-16,-5 7 16,0 9-16,3 8 15,9 8-15,7 10 16,12 1-16,10 0 0,11-3 16,14-4-16,7-12 15,10-8-15,4-11 16,7-3-16,-3-10 15,2-8-15,3-10 32,-6-8-32,2-13 0,0-4 15,-7-5-15,-5-7 16,-5-7-16,-5 0 16,-2-4-16,-8-3 15,-4 0-15,-7 3 16,-7-3-16,-4 4 15,-6 3-15,-4 10 0,-8 3 16,-4 11-16,-13 10 16,-5 13-16</inkml:trace>
  <inkml:trace contextRef="#ctx0" brushRef="#br0" timeOffset="545232.3762">19791 12208 0,'0'0'0,"0"0"0,-1-8 16,-1-6-16,-5-11 15,-2-1-15,-2 3 16,-6 3 0,-4 7-16,-3 5 15,-4 3 1,-8 5-16,4 11 0,-6 5 15,2 8-15,6 5 16,12 5-16,5-2 16,12-4-16,14-2 15,4-2-15,11-7 0,4-7 16,5-4-16,1-7 16,-2-4-16,-2-4 15,-6-8-15,-28 17 16,24-17-16,-8-4 15,-16 21-15,14-22 16,-14 22-16,5-17 0,-4 8 16,-6 12-16,-4 11 15,5 7-15,3 5 0,8 0 16,5 3-16,3-2 16,10-5-16,4-2 15,5-8-15</inkml:trace>
  <inkml:trace contextRef="#ctx0" brushRef="#br0" timeOffset="545597.6838">20170 11653 0,'0'0'0,"0"0"0,0 0 0,1 0 16,0 6 0,0 9-16,-1 7 15,4 10-15,-4 11 16,-2 8-16,0 5 15,2 5-15,-3 0 16,-3 1-16,1-1 16,1-8-16,2-9 15,2-3-15,0-7 0,-3-7 0,3-27 16,1 26-16,-1-26 16,0 17-16</inkml:trace>
  <inkml:trace contextRef="#ctx0" brushRef="#br0" timeOffset="546064.3985">20044 12158 0,'0'0'0,"6"0"0,16-2 15,9-1-15,12 0 0,9-1 31,0-1-31,-4 2 0,-4 0 16,-44 3-16,37-2 16,-37 2-16,31-3 15,-31 3-15,23 0 16,-23 0-16,11 2 16,-10 2-16,-14 8 15,-12 5-15,1 2 0,-1 2 16,8 3-16,3 0 15,10 1-15,8-3 16,8-3-16,-12-19 16,21 19-16,9-6 15,8-4-15,2-7 16,-6-4 0,-3-6-16,-5-3 15,-8-2-15,-1-4 16,-9-3-16,-6-6 15,-5-2-15,-8-1 16,-9 2-16,-9 5 16,-4 5-16,-3 10 15,36 7-15</inkml:trace>
  <inkml:trace contextRef="#ctx0" brushRef="#br0" timeOffset="547003.2596">20657 12094 0,'0'0'0,"0"0"0,3 6 0,5 5 16,5 12-16,2 7 15,0-1-15,-4-1 0,2-3 31,-13-25-31,9 22 16,-9-22-16,7 16 16,-7-16-16,5 14 15,-5-14-15,4 7 16,-4-7-16,2 3 0,0-11 16,1-9-16,-1-5 15,5-3-15,-1-1 16,-6 26-16,11-20 0,3 5 15,-14 15 1,20-6 0,-3 12-16,3 6 15,-5 6-15,-15-18 16,14 20-16,-6 0 16,-8-20-16,4 20 0,-4-20 15,2 15-15,-2-15 16,-2 11-16,2-11 15,-2 8-15,1-7 16,1-13-16,2-3 0,5-3 16,4-3-1,3-1-15,-14 22 0,19-16 16,2 6-16,5 8 16,-3 8-16,0 9 15,-8 3-15,-15-18 16,11 21-16,-11-21 15,10 24-15,-10-24 16,8 23-16,-8-23 0,11 21 16,4-7-16,4-12 15,2-6-15,3-10 16,4-3-16,-1-5 16,-1-1-16,2-5 15,-3-2-15,-3-2 16,1-1-1,-23 33-15,16-35 16,-3 3-16,-6 4 16,-7 28-16,1-24 15,-1 24-15,-6-16 0,-2 5 16,8 11 0,-16 0-16,0 6 15,3 12-15,9 3 0,6 4 16,10 2-1,7 1-15,7-3 16,7 2-16,1 0 16,9 0-16,-6-1 15,0 0-15,-8-1 16,-3-4-16,-26-21 16,15 22-16,-6-2 0,-15-1 15,-13-4-15,-12-3 0,-14-8 16</inkml:trace>
  <inkml:trace contextRef="#ctx0" brushRef="#br0" timeOffset="549771.269">16044 12806 0,'0'0'0,"0"0"0,0 0 0,-3 0 15,3 0-15,-2-4 16,2 4-16,-1-4 16,1 4-16,-1-4 0,1 4 15,2 1-15,4 7 16,3 7-16,-9-15 16,6 21-16,1 2 15,-7-23-15,7 26 16,-7-26-16,6 22 15,-6-22-15,5 19 16,-5-19-16,3 14 16,-3-14-16,2 8 15,-2-8-15,2 4 16,-2-4-16,0 0 0,0 0 16,0-9-16,2-7 15,-2 16-15,3-23 0,4-1 16,-7 24-1,12-21 1,0 7-16,-12 14 16,18-5-16,-4 3 15,-14 2-15,16 7 16,-16-7-16,13 8 16,-13-8-16,11 14 0,-11-14 15,8 15-15,-8-15 16,5 20-16,-1 0 15,-4-20-15,9 16 16</inkml:trace>
  <inkml:trace contextRef="#ctx0" brushRef="#br0" timeOffset="550171.6682">16417 12870 0,'0'0'16,"0"0"-16,0 0 0,0 0 0,0 0 15,-6-4-15,6 4 16,-7-8-16,-8 2 0,15 6 16,-17-3-16,-4 4 15,21-1-15,-22 4 16,2 6-16,20-10 15,-15 16-15,15-16 16,-9 18-16,9 2 16,7-2-16,-7-18 15,15 11-15,3-6 0,2-4 16,-20-1-16,18-6 16,-18 6-16,14-11 15,1-3-15,-15 14 16,11-19-16,-8-3 15,-3 22-15,-1-22 16,-4 2-16,-7 7 16,12 13-1</inkml:trace>
  <inkml:trace contextRef="#ctx0" brushRef="#br0" timeOffset="550350.2376">16520 12922 0,'0'0'0,"0"0"0,0 0 0,-1-1 0,1 1 15,0 2-15</inkml:trace>
  <inkml:trace contextRef="#ctx0" brushRef="#br0" timeOffset="550936.8659">16766 12826 0,'0'0'0,"0"0"0,0 0 0,0-3 16,-8-2-16,8 5 16,-14-5-16,-5 5 15,19 0-15,-24 5 0,0 6 16,2 9-1,22-20-15,-14 22 16,7 1-16,7-1 16,0-22-16,13 19 15,8-7-15,2-7 0,-23-5 16,28 1-16,-1-4 16,-27 3-16,23-7 15,-5-2-15,-8-7 16,-10-1-16,0 17 15,-3-18-15,3 18 16,-9-19-16,-4 3 16,13 16-16,-18-8 15</inkml:trace>
  <inkml:trace contextRef="#ctx0" brushRef="#br0" timeOffset="551205.7189">16896 12758 0,'0'0'0,"0"0"16,0 0 0,0 0-16,0 4 15,0-4-15,0 13 16,2 5-16,4 8 15,0 3-15,1 1 0,-2-2 16,-5-28-16,1 27 16,1-2-16,-2-25 15,4 25-15,-4-25 16,0 20-16</inkml:trace>
  <inkml:trace contextRef="#ctx0" brushRef="#br0" timeOffset="551405.4508">16910 12722 0,'0'0'0,"0"0"0,0 0 15,0-3-15,8-2 0,4-1 16,6 2-1,3 2 1,-21 2-16,23 5 0,-3 6 16,-20-11-16</inkml:trace>
  <inkml:trace contextRef="#ctx0" brushRef="#br0" timeOffset="551605.9005">16925 12907 0,'0'0'0,"0"0"0,1-2 15,10-2 1,9 1-16,5-1 16,6 0-16,7 3 15</inkml:trace>
  <inkml:trace contextRef="#ctx0" brushRef="#br0" timeOffset="552307.4028">17286 12773 0,'0'0'0,"0"0"16,0 0-16,0-2 16,0 2-16,0-2 0,-5-2 15,5 4-15,-10-4 32,-5 2-32,15 2 15,-16 4-15,-2 8 16,-1 9-16,1 4 0,11 0 15,5 1-15,2-26 16,3 24-16,9-6 16,9-1-16,1-2 15,-22-15-15,28 11 0,-2-5 16,-26-6-16,28 1 16,-28-1-16,22-3 15,0-7-15,-6-5 16,-16 15-16,11-22 15,-9-4-15,-8-6 16,-5-2 0,-5 1-16,-7 5 15,-9 8-15,-5 10 16</inkml:trace>
  <inkml:trace contextRef="#ctx0" brushRef="#br0" timeOffset="553341.7622">16011 13195 0,'0'0'0,"0"0"0,-3-1 15,3 1-15,-1-8 16,1 8-16,-2-11 16,-2-4-16,4 15 15,-6-17 1,-3 1-1,-10 1-15,19 15 0,-20-9 16,-5 7-16,-5 5 16,8 7-16,-2 6 15,6 2-15,3 3 16,15-21-16,-10 22 16,10-22-16,-5 24 0,7-3 15,-2-21-15,13 19 16,3-5-16,-16-14 15,21 9-15,3-6 16,-24-3-16,21-1 0,-21 1 16,19-7-16,-19 7 15,13-9 1,-13 9-16,10-14 0,-10 14 0,7-10 16,-6 4-1,0 12-15,-1 5 0,1 6 31,-1-17-31,7 19 16,6-1-16,6-2 16,7-7-16,6-7 0</inkml:trace>
  <inkml:trace contextRef="#ctx0" brushRef="#br0" timeOffset="553626.5969">16128 13024 0,'0'0'0,"0"0"15,0 0-15,2 4 16,-1 6-16,0 9 16,2 6-16,2 4 15,-7 4-15,2 0 16,2-1-16,-5-4 16,1 0-16,2-28 0,0 25 15,0-25-15,-1 24 16,1-24-16,0 20 15</inkml:trace>
  <inkml:trace contextRef="#ctx0" brushRef="#br0" timeOffset="554100.2098">16095 13226 0,'0'0'0,"0"0"0,0 0 15,2 2-15,4-7 16,-6 5 0,18-2-16,5-2 15,8-2-15,-31 6 16,28-5-16,-28 5 16,30-5-16,-30 5 15,25-3-15,-25 3 16,20-2-16,-20 2 15,11-1 1,-6 3-16,-14 5 0,9-7 16,-10 9-16,10-9 15,-10 15 1,1 1-16,9-16 0,-3 19 16,5-1-16,-2-18 15,13 16-15,4-5 16,4-5-16,0-4 15,-21-2-15,21-2 16,-21 2-16,17-5 16,-8-3-16,-5-6 15,-1-3-15,-9 2 16,-3 0-16,-7-2 16,-1 4-16,17 13 0,-27-2 0,27 2 31,-23 5-31</inkml:trace>
  <inkml:trace contextRef="#ctx0" brushRef="#br0" timeOffset="554697.0904">16395 13197 0,'0'0'0,"0"0"0,0 0 0,2 2 31,3 6-31,3 2 16,-8-10-16,9 13 0,0 3 16,-1 4-16,-8-20 15,7 18-15,-7-18 16,5 17-16,-5-17 16,0 13-16,0-13 15,1 6-15,-1-6 16,1 4-16,-1-4 15,2-5 1,-1-6-16,-1 11 16,2-17-16,-2 17 0,4-19 15,-4 19-15,5-18 16,5 5-16,-10 13 16,13-7-16,-13 7 15,10 2-15,-10-2 16,11 7-16,-11-7 15,11 10-15,-11-10 16,6 9-16,-6-9 16,3 7-16,-3-7 15,1 6-15,-1-6 16,0 2-16,0-2 16,2-4-16,4-3 0,-6 7 15,13-8-15,-13 8 16,13-7-16,-13 7 15,18-1-15,-18 1 16,16 4-16,-1 6 16,-15-10-16,14 13 15,-14-13 1,11 14-16,-11-14 16</inkml:trace>
  <inkml:trace contextRef="#ctx0" brushRef="#br0" timeOffset="555066.7202">16731 13194 0,'0'0'0,"0"0"0,0 0 15,-6 2-15,6-2 0,-7 4 16,1 1-16,6-5 16,-1 10-16,6 3 15,-5-13-15,15 17 16,4-3-16,-19-14 16,19 19-16,-19-19 15,18 16 1,-18-16-16,9 14 15,-13-1-15,-13-1 16,-2-4-16,19-8 16,-22 5-16,22-5 15,-23 2-15</inkml:trace>
  <inkml:trace contextRef="#ctx0" brushRef="#br0" timeOffset="555374.1442">16967 13240 0,'0'0'0,"0"0"0,0 0 0,2 5 16,-2-5-16,1 12 0,-2 3 15,1-15-15,1 19 16,2 1-16,-3-20 0,1 19 31,-1-19-31,-1 15 16,1-15-16</inkml:trace>
  <inkml:trace contextRef="#ctx0" brushRef="#br0" timeOffset="555530.3768">16948 13114 0,'0'0'0,"0"0"16,0 0-16,1 0 16,-1 0-16</inkml:trace>
  <inkml:trace contextRef="#ctx0" brushRef="#br0" timeOffset="555968.7426">17039 13230 0,'0'0'0,"0"0"0,0 0 0,0 0 16,1 0-16,-1 0 15,4 3-15,1 5 16,-3 5-16,-2-13 15,5 15-15,-5-15 16,3 13-16,-3-13 16,1 9-16,-1-9 0,-1 5 15,1-5 1,0 4-16,-1-7 16,1 3-16,1-8 15,-1 8-15,-1-13 16,3-5-16,-2 18 0,8-18 15,-8 18-15,9-12 0,-9 12 0,12-9 32,3 10-32,-15-1 15,15 9-15,-1 6 16,-14-15-16,11 16 0,-3 4 16,-8-20-16,6 21 15</inkml:trace>
  <inkml:trace contextRef="#ctx0" brushRef="#br0" timeOffset="556438.1477">17319 13073 0,'0'0'0,"0"0"0,0 0 0,2-1 16,-2 1-16,1 0 0,0 2 15,2 10-15,-1 7 16,0 6-16,1 4 16,-1 2-16,-2-31 15,2 27-15,-1 0 16,-1-27-16,0 22 15,0-22 1,0 20-16,0-20 16,0 19-16,0-19 15</inkml:trace>
  <inkml:trace contextRef="#ctx0" brushRef="#br0" timeOffset="556670.3968">17336 13054 0,'0'0'0,"0"0"0,0 0 16,-1 0-16,1 0 16,1 2-16,-2 6 0,-2 8 15,-5 2-15,-2 7 16,-5 3-16,-4-3 15,-2 0-15,21-25 16,-19 24-16</inkml:trace>
  <inkml:trace contextRef="#ctx0" brushRef="#br0" timeOffset="556902.3824">17219 13388 0,'0'0'0,"0"0"0,9 1 16,6-2-16,16-1 15,4-2 1,2 1-16</inkml:trace>
  <inkml:trace contextRef="#ctx0" brushRef="#br0" timeOffset="565506.3938">17567 13216 0,'0'0'0,"2"6"0,3 7 0,3 5 16,-8-18-16,6 19 0,2 3 15,-8-22-15,8 22 16,-8-22-16,5 16 16,-5-16-16,3 12 15,-3-12-15,4 8 16,-4-8-16,1 3 16,1-6-1,2-7-15,-4 10 16,2-14-16,5-6 0,4 1 15,-11 19-15,16-18 16,2 4-16,4 8 16,-22 6-16,21 2 15,-1 3-15,0 11 16,-20-16-16,17 17 16,-17-17-16,12 18 15,-12-18 1,7 19-16,-7-19 0,5 17 15,-5-17-15,2 14 16,-2-14-16,1 8 16,0-10-1,-1 2-15,6-11 16,0-6-16,-6 17 0,11-24 16,-11 24-1,14-17-15,-4 7 16,-10 10-16,9 1 15,0 8-15,-9-9 0,6 15 16,1 4-16,-7-19 16,8 21-16,4-4 0,-12-17 15,18 14 1,2-4-16,2-11 0,-22 1 16,22-2-16,1-5 15,-4-3-15,-19 10 16,17-15-16,-7-2 0,-10 17 15,4-20-15,-4 20 16,-2-19-16,-8 0 16,-3 8-16,13 11 15,-18-5-15,2 9 16,16-4-16,-18 14 16,5 6-1,13-20-15,-7 23 0,7-23 16,1 21-1,8-5-15,-9-16 16,15 9-16,4-5 0,-19-4 16,21 0-16,-21 0 15,16-4-15,-3-5 16,-13 9-16,6-15 16,-6-2-16,0 17 15,-6-22-15,-7 5 16</inkml:trace>
  <inkml:trace contextRef="#ctx0" brushRef="#br0" timeOffset="565775.1509">18214 13007 0,'0'0'0,"0"0"0,0 2 15,3 12-15,-3 9 16,5 11-16,-3 7 16,-1 6-16,1-1 0,-2 0 15,-1 0-15,-3-5 31,0-6-31,3-3 0,1-32 16,3 26 0,-3-26-16</inkml:trace>
  <inkml:trace contextRef="#ctx0" brushRef="#br0" timeOffset="566160.63">18372 13380 0,'0'0'0,"0"0"0,7 0 0,-7 0 16,11-3-16,4-1 0,-15 4 16,20-7-16,-2-2 15,-18 9-15,18-14 31,-6 1-31,-12 13 16,5-15-16,-6-1 16,1 16-16,-7-16 0,-5 4 15,-10 5-15,-1 7 16,-1 9-16,24-9 16,-20 14-16,2 7 15,9 8-15,11 0 16,4-2-16,6-5 15,10-4-15,5-4 0,7-5 16,0-2-16</inkml:trace>
  <inkml:trace contextRef="#ctx0" brushRef="#br0" timeOffset="566429.4643">18782 13314 0,'0'0'0,"0"0"0,0 0 15,-2-5-15,2 5 16,-4-6-16,-3-3 0,7 9 16,-16-8-1,-2 4-15,-12 8 0,0 7 0,-1 11 16,0 4-16,31-26 15,-28 29 1,12 0-16,8-1 16,16-7-16,9-4 15,7-6-15,7-5 16,3-7-16,1 0 0</inkml:trace>
  <inkml:trace contextRef="#ctx0" brushRef="#br0" timeOffset="566808.5884">18825 13358 0,'0'0'0,"0"0"0,2 4 16,-2-4-16,4 9 15,1 6-15,-5-15 16,10 15-16,4-1 15,-14-14-15,18 12 16,3-7-16,0-8 0,-21 3 16,19-5-16,3-7 15,-22 12-15,20-18 16,-20 18-16,13-17 16,-13 17-16,6-12 15,-8 12-15,-6 12 16,-1 9-1,6 2-15,3-23 16,-3 26-16,12-5 16,8-3-16,10-11 15,-1-6-15</inkml:trace>
  <inkml:trace contextRef="#ctx0" brushRef="#br0" timeOffset="567108.5395">19154 12946 0,'0'0'0,"0"0"0,0 3 0,-1 14 31,1 11-31,-1 5 15,1 11-15,2 3 16,0 3-16,0 2 16,-1-1-16,-1-4 0,-1-7 15,1-6-15,0-34 16,0 31-16,0-31 16,4 25-16</inkml:trace>
  <inkml:trace contextRef="#ctx0" brushRef="#br0" timeOffset="567430.6794">19300 13394 0,'0'0'0,"0"0"0,0 0 0,3 2 0,4-2 16,-7 0-1,18-2-15,-1-1 16,-17 3-16,22-3 16,-22 3-16,15-10 15,-2-3-15,-6-4 16,-7 17-16,-4-16 16,-2 2-16,-5 4 15,-6 10-15,-4 7 0,-3 6 16,4 4-16,0 6 0,8 3 15,8 3 1,5-2 0,5-2-16,9 0 0,12-3 15,5-5-15,11-6 16,4-6-16</inkml:trace>
  <inkml:trace contextRef="#ctx0" brushRef="#br0" timeOffset="567764.3468">19829 13153 0,'0'0'0,"0"0"0,3 3 0,5 8 16,6 6-1,10 7-15,0 5 0,3-1 16,4 1-16,-3 0 16,-4-2-16,-3-3 15,-21-24-15,17 24 16,-17-24-1,14 21-15,-14-21 16</inkml:trace>
  <inkml:trace contextRef="#ctx0" brushRef="#br0" timeOffset="568007.5348">20091 13153 0,'0'0'0,"0"0"0,-1 1 0,-7 7 16,-7 8-16,-11 7 15,-4 6-15,-7 5 16,-5 0 0,3 1-16,2-6 15,7-5-15,30-24 16,-25 19-16,9-5 15,15-7-15</inkml:trace>
  <inkml:trace contextRef="#ctx0" brushRef="#br0" timeOffset="568332.1192">20541 12965 0,'0'0'0,"8"7"0,-3 7 16,-2 11-16,0 12 31,-2 9-31,0 5 0,1 3 16,-6 4-16,-1-7 15,3-4-15,0-1 16,1-8-16,-3-5 16,4-33-16,-1 29 15,1-29-15,-1 23 16,1-11-16</inkml:trace>
  <inkml:trace contextRef="#ctx0" brushRef="#br0" timeOffset="568764.0133">20540 12912 0,'0'0'0,"0"0"0,4 6 16,11 9-16,11 11 15,7 6-15,6 12 16,0 0-16,5 4 16,-1-5-16,-4 1 15,-3-8-15,-1-1 0,-8-4 16,-27-31-16,29 28 16,-29-28-16,26 24 15,-26-24-15,20 20 16,-20-20-16,18 12 15,-8-12-15,-5-11 16,-5-9-16,0-1 0,1-10 16,-2-4-16,1-2 15,-1-3-15,1 1 16,2-2-16,0-2 16,-2 43-16,-1-40 15,1 40-15,0-35 0,-2 6 31,-7 13-31,9 16 0</inkml:trace>
  <inkml:trace contextRef="#ctx0" brushRef="#br0" timeOffset="569305.8963">21230 13350 0,'0'0'16,"0"0"-16,0 0 0,0 1 15,0 2-15,-3 9 16,-4 12 0,-2 6-16,-2 5 15,-6 5-15,-1-1 16,-4 0-16,2-5 15,20-34-15,-17 28 16,17-28-16,-10 20 16,10-20-16,-5 13 0,3-8 15,3-9-15,5-7 16,3-4-16,5-9 16,2-2-16,3-6 15,1-4-15,2 0 16,-2-1-16,1 3 15,-1 4-15,-20 30 0,16-27 16,-16 27-16,12-23 16,-12 23-1,9-16-15,-3 7 16,-1 10-16,0 13 16,-1 10-16,1 11 15,4 3-15,-2 3 16,1 0-16,2 0 15,-1-3-15,-2-2 0,-7-36 16,9 30-16,0 2 16,-9-32-16,8 30 0,-8-30 15,2 27-15</inkml:trace>
  <inkml:trace contextRef="#ctx0" brushRef="#br0" timeOffset="569497.875">21138 13573 0,'0'0'0,"11"0"0,20-1 15,25 0-15,27 5 16,25 7-16</inkml:trace>
  <inkml:trace contextRef="#ctx0" brushRef="#br0" timeOffset="590036.1246">11252 14841 0,'0'0'0,"0"0"0,0-5 0,0-4 0,0 9 16,-1-15-16,1-7 15,-2-4-15,2 26 16,-7-26-16,-4 2 16,11 24-16,-24-23 15,-6 7-15,-10 8 16,-3 12-16,4 9 0,-1 5 16,5 10-16,8 6 15,7-3-15,9 3 31,11 1-31,5-4 0,9-5 16,7-1-16,6-8 16,6-4-16,1-3 15,3-6-15,-3-4 16,-4-4-16,-7-6 16,-1-2-16,-9-2 15,-1-4-15,-5-7 0,-5 1 16,-2-5-1,-1 0-15,-4 1 0,-3 2 16,-4 4-16,-3 3 0,15 19 16</inkml:trace>
  <inkml:trace contextRef="#ctx0" brushRef="#br0" timeOffset="590338.9381">11515 14654 0,'0'0'0,"0"0"0,0 0 15,0 2-15,-3 11 0,-3 18 16,-3 6-16,0 9 15,3 3-15,2-3 16,3 1-16,1-3 16,-1-4-16,-1-4 15,2-36-15,-1 30 16,1-30 0</inkml:trace>
  <inkml:trace contextRef="#ctx0" brushRef="#br0" timeOffset="590536.7589">11464 14592 0,'0'0'0,"3"-6"0,6-3 15,6-3-15,8 1 16,7 0-16,-1 9 15,8 4-15,2 6 0,1 6 16,-2 4-16</inkml:trace>
  <inkml:trace contextRef="#ctx0" brushRef="#br0" timeOffset="590706.0739">11484 14857 0,'0'0'0,"12"2"15,21-2-15,21 0 16,23 0-16</inkml:trace>
  <inkml:trace contextRef="#ctx0" brushRef="#br0" timeOffset="591942.5567">12679 14742 0,'0'0'0,"0"0"0,0 0 0,-1-3 15,-2-7-15,-2-7 16,-5-4-16,10 21 16,-12-19-16,-3-2 15,15 21-15,-25-23 0,-5 6 16,-10 4-16,0 8 15,-1 11-15,2 10 16,-3 10-16,0 10 16,-3 9-16,2 9 15,11 4-15,8-3 16,14-2 0,10-5-16,11-8 0,9-4 15,10-6 1,7-3-16,8-5 0,6-1 15,2-7 1,3-3-16,-11-5 0,-1-5 16,-44-1-1,35-3-15,-6-5 0</inkml:trace>
  <inkml:trace contextRef="#ctx0" brushRef="#br0" timeOffset="592506.8198">13056 14751 0,'0'0'0,"0"0"16,0-7-16,-5-6 0,5 13 15,-11-16-15,-3-1 16,-6-1-16,-4 8 16,1 5-16,-2 6 15,-2 10-15,-2 10 16,-2 10-16,4 9 15,1 3 1,5 7-16,7-1 0,8-2 16,10-6-16,6 1 15,8-4-15,8-6 16,4-4-16,5-5 16,2-7-16,-2-6 15,-35-10-15,36 6 0,-4-8 16,0-10-1,-8-2-15,-1-10 0,-8-5 16,-3-3 0,-3-5-16,-4-2 0,-6-5 15,-3-2 1,-9 0-16,-2 0 0,-2 0 16,-8 5-16,-4 6 15,-2 10-15,-2 8 16,0 9-1</inkml:trace>
  <inkml:trace contextRef="#ctx0" brushRef="#br0" timeOffset="593066.2951">13246 15114 0,'0'0'0,"0"0"0,0 0 0,3-3 16,-3 3-16,6-6 0,7-1 15,10 4-15,3 8 16,-1 8-16,-1 6 16,-3 3-16,-3 7 15,-7 3-15,-8 0 16,-6 0 0,-5 2-16,-7-3 15,-9-2-15,-3-7 16,-4 0-16,-2-8 15,0-4-15,1-2 16,32-8-16,-31 1 0,31-1 16,-29-2-16,7-9 15,22 11-15,-18-19 16,9-4-16,9 23 16,0-20-16,9 3 15,-9 17-15,18-4 0,4 8 16,7 11-16,2 7 15,1 4-15,6 1 16,0 4-16,8 2 16,5 2-16,2-2 15,-1-4-15</inkml:trace>
  <inkml:trace contextRef="#ctx0" brushRef="#br0" timeOffset="723767.6278">18267 14871 0,'0'0'0,"0"0"0,0 0 0,2 0 16,-2 0-16,-3 0 0,-5 1 16,-4 0-16,-4 5 15,-3 5-15,-5 6 16,-7 3-16,-5 8 15,-5 5-15,-3 5 16,-8 6-16,-1 4 16,-4 6-1,-5 0-15,-3 0 16,-4 4-16,-1-3 16,3 0-16,1-5 15,7-3-15,1-6 16,3-5-16,55-36 15</inkml:trace>
  <inkml:trace contextRef="#ctx0" brushRef="#br0" timeOffset="724331.6076">18284 13763 0,'0'0'0,"0"0"0,-2 1 0,-6 7 15,-11 5-15,-8 10 16,-9 9-16,-16 6 0,-9 9 16,-12 11-1,-11 7-15,-19 10 0,-12 13 16,-18 11-16</inkml:trace>
  <inkml:trace contextRef="#ctx0" brushRef="#br0" timeOffset="732471.708">20049 14532 0,'0'0'0,"0"0"0,7-3 0,10 0 16,10 0-16,10 0 15,5-1-15,4 4 16,6-3-16,0-1 16,1 4-16,0 0 15,-7 0-15,-7 6 16</inkml:trace>
  <inkml:trace contextRef="#ctx0" brushRef="#br0" timeOffset="732709.6094">20185 14827 0,'0'0'0,"12"1"0,11-1 16,14 2-16,16 0 16,7 1-16,4 3 15,-3 0-15</inkml:trace>
  <inkml:trace contextRef="#ctx0" brushRef="#br0" timeOffset="733404.7212">20986 14441 0,'0'0'0,"3"-5"0,2-5 0,5-7 16,2-4-16,3-1 15,5 0-15,1 0 0,1 5 32,7 5-32,-3 5 15,-26 7-15,27-1 16,0 10-16,6 14 16,-5 10-16,-1 12 15,-6 7-15,-3 5 16,-14 4-16,-7 0 15,-10-1-15,-10-4 0,-4-7 16,-9-8-16,1-7 16,-4-8-16,-1-8 15,1-7-15,4-3 16,1-6-16,3-4 16,4-6-16,5-8 15,3-5-15,6-6 0,6-2 31,8 1-31,5 3 16,8 8-16,6 2 0,5 10 16,6 5-16,0 7 15,-2 6-15,1 4 16,-2 6-16,-1 4 16,-4-4-16,2 2 15,-1-1-15,1-4 16,-4 1-16,3 0 0,-24-21 15,24 15-15</inkml:trace>
  <inkml:trace contextRef="#ctx0" brushRef="#br0" timeOffset="733558.0118">21539 14745 0,'0'0'0,"0"0"0,0 0 15,1 0-15,-1 0 16,1 1-16,-1-1 16</inkml:trace>
  <inkml:trace contextRef="#ctx0" brushRef="#br0" timeOffset="734273.9177">22361 14309 0,'0'0'0,"0"0"16,0-4-16,0 4 15,-8-6-15,-7-4 16,-15-3 0,-13-1-16,-1 4 15,-8 3-15,4 2 16,6 6-16,4 5 15,1 2-15,6 5 16,3 9-16,2 7 16,2 5-16,7 4 15,1 4-15,2 2 0,9-1 16,-2-1-16,4-5 0,5-7 16,-2-30-16,9 25 15,-9-25-15,2 20 16,-2-20-16,3 12 31,-3-12-31,2 7 16,0-8-16,2-12 0,0-5 15,5-2-15,4-2 16,3 4-16,8 6 16,5 6-16,1 7 15,6 9-15,5 5 16,-2 10-16,-2 8 0,-3 10 15,-2 4-15,-8 0 16,-5 3-16,-10-3 16,-10-4-16,-7-3 15,-11-8-15,-5-4 16,-5-4-16,-8-5 16,-1-5-16,-4-4 0,-1-7 15,1-2-15,0-5 16,3-7-16,4-7 15,8-3-15</inkml:trace>
  <inkml:trace contextRef="#ctx0" brushRef="#br0" timeOffset="735274.9776">22664 14741 0,'0'0'0,"0"0"0,6 7 0,7 10 16,1 9-16,4 3 15,-4 6-15,-1-3 32,-13-32-32,8 33 15,-5-5-15,-3-28 0,2 28 16,-2-28-16,-1 20 16,1-20-16,-1 15 15,1-15-15,0 8 16,-1-11-16,2-10 15,3-8-15,-1-4 0,4-2 16,-1-5 0,6 3-16,6 3 0,-18 26 15,18-23 1,0 10-16,-18 13 0,23-5 16,-4 10-1,-1 7-15,-5 5 0,-13-17 0,11 21 16,-11-21-16,4 19 15,-4-19-15,2 17 16,-2-17-16,0 12 16,0-12-16,-1 7 15,1-7-15,2-12 16,6-6 0,10-6-16,5 0 15,7 4-15,0 6 16,3 11-16,-5 9 15,-3 6-15,-3 6 16,-7 4-16,-2 5 0,-3-1 16,0 0-16,-10-26 15,10 26-15,3 0 16,-13-26-16,16 18 16,2-4-16,3-5 15,4-6-15,-5-7 0,3-4 16,0-4-16,-1-2 15,-5-7-15,-3 1 32,-3-2-32,-11 22 15,5-22-15,-5 22 0,-2-21 16,-6 4-16,-10 6 16,-4 8-16,-1 7 15,-1 7-15,4 9 16,5 2-16,3 1 15,6 2-15,12-2 0,5-2 16,7-3-16,4-3 16,5-4-16,-1-4 15,-26-7-15,28 1 16,-1-3-16,-1-7 0,-8-3 16,-7-5-1,-3-7-15,-6 0 0,-9-7 31,-5-2-31,-6 1 16,-8-1-16</inkml:trace>
  <inkml:trace contextRef="#ctx0" brushRef="#br0" timeOffset="735574.9809">23653 14352 0,'0'0'0,"11"25"0,-2 17 15,-1 9 1,3 12-16,-1 7 0,-7-1 15,0-1-15,0-1 16,2-5 0,-1-1-16,-3-1 0,4-1 15,-3 1-15,-4-1 16</inkml:trace>
  <inkml:trace contextRef="#ctx0" brushRef="#br0" timeOffset="767428.1738">13136 3223 0,'0'0'0,"0"0"0,-6-2 0,6 2 15,-6-4-15,6 4 16,-8-6-16,8 6 16,-7-8-16,7 8 15,-5-6-15,5 5 0,5 8 16,4 9-16,-1 7 15,1 4-15,-2 3 16,-2 2-16,5 3 16,3 2-1,-1-2-15,0-1 16,-1-6-16,-5 0 0,-6-28 16,4 29-16,-1-2 15,-3-27-15,1 26 16,-1-26-16,-1 24 15,1-24-15,-5 17 16,1-8-16,-4-13 16,0-9-16,1-8 15,3-6-15,2-5 16,1-4-16,2-4 16,3 0-16,6 0 0,-1 7 15,3 1-15,5 7 31,-17 25-31,24-23 16,-2 4-16,-22 19 0,27-12 16,-1 6-16,-6 12 15,-1 2-15,-2 7 0,-3 3 16,1 4 0,-5 2-16,-1 1 15,-4 5-15,-4 0 16,1-2-16,-1-2 15,1 1-15,-4-2 16,0 4-16,2-29 16,0 25-16</inkml:trace>
  <inkml:trace contextRef="#ctx0" brushRef="#br0" timeOffset="767875.3031">13820 3236 0,'0'0'0,"0"0"0,0 0 16,-3-2-16,-4-2 15,7 4-15,-19 0 16,-5 4-16,-7 9 0,3 6 16,-2 6-16,2 7 15,7 0-15,5-2 16,7 1-16,5-3 16,4-28-16,5 22 15,10-4-15,7-5 16,7-8-16,7-8 0,-5-5 15,4-9-15,-10-4 16,5 1-16,-30 20 16,21-21-16,-7-3 31,-4-7-31,-10 31 16,0-23-16,-11 6 0,-14 12 15,-2 9-15</inkml:trace>
  <inkml:trace contextRef="#ctx0" brushRef="#br0" timeOffset="768006.9022">13996 3439 0,'0'0'0,"0"0"0,0 0 0,1 4 15,-1-4-15</inkml:trace>
  <inkml:trace contextRef="#ctx0" brushRef="#br0" timeOffset="768476.1446">14524 3245 0,'0'0'0,"0"0"0,1-4 0,-1 4 16,-3-9-16,-5-1 15,-8 8-15,-8 1 16,-9 6-1,-3 5-15,-5 8 16,4 0-16,0 7 16,7 1-16,9 7 0,9-2 15,7 1 1,5-32-16,7 26 16,10-2-16,12-5 15,-29-19-15,32 11 0,1-6 16,3-10-1,-5-5-15,-7-5 0,-5-4 16,-3-4-16,-10-2 16,0 0-16,-7-2 15,-7-1-15,-9 1 16,-4 6-16,-6 1 16</inkml:trace>
  <inkml:trace contextRef="#ctx0" brushRef="#br0" timeOffset="768740.917">14650 2867 0,'0'0'0,"0"7"0,-1 10 15,4 13-15,-3 10 0,2 11 16,-1 6 0,4 2-16,-8 0 0,2-2 15,0-5 1,-4-6-16,4-1 0,2-8 16,-1-37-16,2 35 15</inkml:trace>
  <inkml:trace contextRef="#ctx0" brushRef="#br0" timeOffset="768942.5712">14592 2758 0,'0'0'0,"8"-11"0,14-5 15,10-2 1,7 4-16,9 7 0,-3 9 16,6 10-1,-6 10-15,-6 5 0</inkml:trace>
  <inkml:trace contextRef="#ctx0" brushRef="#br0" timeOffset="769107.5342">14750 3224 0,'0'0'0,"19"-2"0,17-1 16,14-4-16</inkml:trace>
  <inkml:trace contextRef="#ctx0" brushRef="#br0" timeOffset="770107.8732">15165 3180 0,'0'0'0,"0"0"0,2 3 0,3 10 16,2 8-16,3 3 15,-1 5-15,2 0 16,2-2-16,-5-3 0,-8-24 15,5 24-15,-5-24 16,2 17-16,-2-17 0,2 13 31,-2-13-31,0 8 0,0-6 0,1-11 16,-2-4-16,6-10 16,3-2-16,0 0 15,4-3-15,3 1 16,-15 27-16,17-26 15,1 9-15,-18 17 16,16-5 0,1 9-16,-17-4 15,15 14-15,-1 9 16,-14-23-16,10 27 16,-10-27-16,8 28 15,-8-28-15,5 26 16,-5-26-16,1 18 15,-1-18-15,-6 13 0,7-15 16,5-15-16,7-6 16,-13 23-16,23-26 15,2 0-15,-25 26 16,30-23-16,-5 15 0,-25 8 31,20 1-31,-3 6 16,-4 10-16,-13-17 15,6 20-15,1 2 16,4 1-16,-11-23 0,12 21 16,5-2-1,-17-19-15,23 8 0,4-5 16,-2-9-16,0-7 16,2-4-16,-27 17 0,22-23 15,-1-1-15,-21 24 0,15-27 16,-15 27-1,9-27-15,-9 27 16,0-22-16,-8 7 0,-14 12 16,-5 9-16,0 5 15,4 5-15,3 3 16,20-19-16,-15 17 16,5 4-16,10-21 15,0 21-15,8-8 16,10-1-16,8-7 15,2-10-15,-2 0 16,-26 5 0,24-12-16,-24 12 15,18-13-15,-4-7 16,-14 20-16,-4-23 16,-15 2-16,-14-4 15,9 2-15</inkml:trace>
  <inkml:trace contextRef="#ctx0" brushRef="#br0" timeOffset="770366.6747">15917 2789 0,'0'0'0,"-2"11"0,5 10 0,-3 13 16,2 9-16,-1 10 0,0 5 15,-1 0-15,0 0 16,-4-2-16,4-9 16,-3-4-1,3-7-15,1-3 0,-1-33 16,2 27-16</inkml:trace>
  <inkml:trace contextRef="#ctx0" brushRef="#br0" timeOffset="771008.4615">16102 3221 0,'0'0'0,"0"0"0,0 0 16,2 0 0,7-1-16,-9 1 15,17-9-15,3-2 16,5-9-16,-8-3 16,-6 0-16,-11 23 15,4-20-15,-11 3 16,-3 12-16,-7 7 15,-2 4-15,-5 14 0,-1 4 16,-3 9 0,1 1-16,10-4 15,7-1-15,10-29 16,-8 28-16,11-7 16,11-3-16,3-9 15,6-5-15,6-6 16,3-6-16,0-5 15,-2-3-15,1-8 16,-5-1-16,-3 1 16,-4-4-16,-19 28 15,9-29-15,-9 29 0,7-24 16,-7 1-16,0 23 16,-9-17-16,9 17 15,-9-12-15,1 9 16,8 3-16,-7 5 0,5 9 15,12 9-15,0 0 16,10-1-16,3 3 16,4-1-16,-4 0 0,-23-24 15,23 22-15,-7 1 16,-16-23-16,10 25 16,-15-1-16,-18-1 15,-9-2-15,-5-9 16</inkml:trace>
  <inkml:trace contextRef="#ctx0" brushRef="#br0" timeOffset="771198.1294">16815 3104 0,'0'0'0,"10"-1"0,11-2 0,14 3 16,14 0-16,-3 4 16,-46-4-1</inkml:trace>
  <inkml:trace contextRef="#ctx0" brushRef="#br0" timeOffset="771363.9962">16702 3324 0,'0'0'0,"11"-7"0,17 2 16,19-2-16,12 5 0</inkml:trace>
  <inkml:trace contextRef="#ctx0" brushRef="#br0" timeOffset="772541.8054">17708 2936 0,'0'0'0,"0"0"0,1 3 0,6 15 16,1 7-16,1 6 16,-2 5-16,-7-36 15,9 35 1,-6-1-16,-3-34 16,-2 31-16,2-31 15,-2 24-15,2-24 16,-6 18-16,6-18 15,-7 8-15,0-8 16,1-12-16,1-5 0,4-5 16,4-6-1,9-3-15,4-3 16,0 0-16,-16 34 16,20-29-16,2 8 15,-22 21-15,27-12 0,1 6 16,-28 6-1,31 8-15,-8 10 0,-3 9 16,-5-1-16,-5 2 16,-5-1-16,-2-2 15,-3-25-15,4 21 0,-1 3 16,-3-24-16,11 19 16,4-3-16,10-9 15,1-6-15,9-9 16,0-6-16,3-6 15,-6-3-15,-4-2 16,-2-4 0,-6 3-16,-20 26 0,14-26 0,-14 26 15,11-26 1,-5-1-16,-6 27 0,-5-20 16,-4 8-16,-8 4 15,-6 10-15,0 8 16,3 7-1,1 7-15,2 6 16,10 1-16,3 0 16,6-3-16,6-4 15,4-4-15,9-6 16,1-6-16,4-7 16,-2-5-16,-2-2 15,-22 6-15,20-10 16,-4-5-16,-2-8 0,-9-2 15,-10-5-15,-10 1 16,-7 4-16,-9 8 16,31 17-16</inkml:trace>
  <inkml:trace contextRef="#ctx0" brushRef="#br0" timeOffset="772702.007">18499 3073 0,'0'0'0,"0"0"0,3 4 0,-3-4 15</inkml:trace>
  <inkml:trace contextRef="#ctx0" brushRef="#br0" timeOffset="773136.4844">19043 2932 0,'0'0'0,"0"0"0,3-2 15,-2-6 1,-7-3-16,-7 2 16,-9 3-16,-5 1 15,-13 9-15,0 0 16,-1 4-16,1 7 16,4 4-16,6 7 15,11 1-15,7 4 16,8-2-16,8-6 15,10-1-15,7-4 0,5-7 16,8-7-16,4-4 16,-1-8-16,-1-3 0,-1-6 15,-9-1-15,-4-5 16,-5-2-16,-9-4 16,-6 1-16,-8-1 15,-13 5-15,-7 7 16,-5 10-16</inkml:trace>
  <inkml:trace contextRef="#ctx0" brushRef="#br0" timeOffset="773368.3113">19175 2679 0,'0'0'0,"0"8"0,5 10 0,-2 14 15,-4 4 1,2 9-16,-4-2 16,1 2-16,-1-6 0,0 1 0,3-40 15,-3 34-15,3-34 16,-3 31-16,1-7 15</inkml:trace>
  <inkml:trace contextRef="#ctx0" brushRef="#br0" timeOffset="773574.2021">19177 2395 0,'0'0'0,"7"-2"0,10-4 0,6 0 16,12 6-16,6 3 15,2 5-15,-3 5 16,-40-13 0,36 17-16</inkml:trace>
  <inkml:trace contextRef="#ctx0" brushRef="#br0" timeOffset="773773.2699">19140 2756 0,'0'0'0,"0"0"0,8 1 15,18 4-15,14 1 16,9-1-16,7 5 0,11-5 15</inkml:trace>
  <inkml:trace contextRef="#ctx0" brushRef="#br0" timeOffset="774801.1631">19761 2832 0,'0'0'0,"0"0"0,0 0 0,1 0 0,7 4 15,6 9 1,-2 4-16,-1 5 16,0 3-16,-4 2 15,-7-27-15,3 25 16,-3-25-16,1 24 15,-1-24-15,-1 18 16,1-18-16,-2 12 16,1-7-16,3-12 0,1-9 15,1-5-15,4-4 16,-2 0-16,0-2 16,3 2-16,-9 25 15,13-16-15,-4 7 16,8 6-16,-3 11 0,5 3 15,-19-11-15,18 13 16,-1 6-16,-17-19 16,16 20-16,-16-20 15,14 17-15,-14-17 16,11 19-16,-11-19 16,8 13-1,-4-6-15,-2-9 16,1-7-16,1-6 15,3-4-15,7-3 0,5-2 16,2 5-16,1 5 16,-22 14-16,24-6 15,-4 5-15,-20 1 16,18 7-16,-4 10 16,5 7-16,-11 1 15,1 0-15,-9-25 16,15 22-16,2-4 15,7-6-15,8-7 16,2-5-16,7-9 16,1-5-16,1-3 0,-1-4 15,-2-4-15,-5-3 16,-9 1-16,-26 27 0,20-25 31,-20 25-31,12-21 0,-12 4 0,0 17 16,-8-12-16,-8 9 15,-13 8 1,-1 5-16,2 11 16,6 3-16,1 5 15,8 2-15,3-1 16,11-2-16,6-7 16,9-4-16,8-6 15,3-7-15,4-5 0,2-6 16,-2-3-1,-31 10-15,29-13 0,-8-3 16,-8-9-16,-11-1 16,-11 1-16,-12 2 15,-12 1-15,-8 2 16</inkml:trace>
  <inkml:trace contextRef="#ctx0" brushRef="#br0" timeOffset="775101.2111">20863 2366 0,'0'0'0,"0"12"0,2 4 15,1 14-15,-4 15 16,2 6-16,-3 9 16,-1 2-16,-1 0 15,-1 0-15,3-1 16,-2-7-16,-2-8 0,4-6 16,2-40-16,-1 33 15,1-33-15</inkml:trace>
  <inkml:trace contextRef="#ctx0" brushRef="#br0" timeOffset="775502.2667">21059 2838 0,'0'0'0,"0"0"0,9 0 0,18 0 15,11 1-15,3-5 16,3 0-16,-3-3 16,-9-3-16,-3 1 15,-9-3-15,-20 12 16,15-15-16,-6-5 16,-9-3-1,-8 3-15,-8 4 16,-5 9-16,-10 4 15,-3 10-15,-6 9 16,2 5-16,1 8 16,7 2-16,6 3 0,7 2 15,11-2-15,7-5 16,9-3-16,11-2 16,14-6-16,4-7 15,9 0-15,15-14 16</inkml:trace>
  <inkml:trace contextRef="#ctx0" brushRef="#br0" timeOffset="775771.6222">21742 2688 0,'0'0'0,"0"0"0,-3-4 16,-5 1-16,-11 3 16,0 3-16,-11 5 15,2 5-15,-1 5 16,3 8-16,2 0 16,8 4-16,0 0 15,8 1-15,14-5 16,7-2-16,10-2 0,11-7 15,9-4-15,2-11 16,8-5-16</inkml:trace>
  <inkml:trace contextRef="#ctx0" brushRef="#br0" timeOffset="776996.5932">21899 2754 0,'0'0'0,"0"0"0,-2 8 0,2-8 16,-2 15-16,1 5 15,1-20-15,-2 24 16,9-1-16,4-4 0,5-6 16,4-7-16,3-7 15,-23 1-15,24-11 16,-2-7-16,-2-6 15,-20 24-15,13-25 16,-13 25-16,5-23 0,-5 23 16,-4-17-16,-3 12 15,-1 11-15,5 8 16,1 6-16,7 5 16,7 2-16,7-4 31,2-2-31,6-6 0,11-8 15,-3-10-15,2-4 16,2-5-16,-5-10 16,-1-4-16,0-8 0,-6-5 15,-2-4-15,-2-3 16,-4-4-16,-3-3 16,-5-1-16,-1-1 15,-7-1-15,-6 2 16,0-3-1,-2 4-15,-2 3 16,0 5-16,7 4 0,-3 5 16,4 4-16,-1 32 15,4-30-15,-4 30 16,5-24 0,-5 24-16,5-18 0,-2 8 15,-3 15-15,-5 11 16,0 6-16,-3 11 15,2 10-15,-4 6 16,0 12-16,-3 4 16,5 5-16,-5 3 15,5-4-15,0-4 16,6-5-16,0-11 0,11-10 16,-9-39-16,9 33 15,5-5-15,2-4 16,4-5-16,3-5 15,3-5-15,3-7 16,3-2-16,0-7 16,-1-5-1,5-4-15,1-4 16,-4-5-16,-4-1 16,-4-1-16,-6-1 0,-8 2 15,-11 26-15,11-24 16,-11 24-16,4-21 15,-4 21-15,-1-16 16,-8 7-16,1 11 0,-7 6 16,-7 11-16,-1 9 0,-1 4 31,1 2-31,5 1 0,6-3 16,12-32-16,-9 30 15,10-5-15,13-7 16,2-5-16,9-7 0,3-6 15,3-8-15,7-5 32,-1-6-32,0-6 15,1-4-15,-7-2 0,-2-3 16,-2-2-16,-8 2 16,-19 34-16,16-33 15,-16 33-15,11-29 16,-11 29-16,3-26 15,-3 26-15,-1-16 16,-2 8-16,3 8 16,-3 7-16,5 9 15,4 15-15,8 3 16,6 0-16,5 3 0,-1-5 16,-3-3-16,-3-3 15,-7-1-15,-9-6 16,-8 2-16,-15 1 0,-16-3 31</inkml:trace>
  <inkml:trace contextRef="#ctx0" brushRef="#br0" timeOffset="777906.6871">17413 3370 0,'0'0'0,"0"0"0,0 0 0,0 0 16,4-3-1,11-1-15,8 0 16,3 0-16,11 1 16,7 2-16,5 6 15,9-1-15,11-1 16,7-2-16,11 1 15,7-3-15,3 0 16,10-1-16,13-4 0,7 0 16,9-1-16,9 1 15,3 3-15,7-7 16,6 9-16,7-2 16,5-1-16,4-1 0,6 3 15,3-5-15,3-3 16,2 5-16,6 3 15,4-3-15,2 2 16,5 3-16,3 0 16,-8 3-16,1 4 0,-4 0 31,-2 2-31,-1 3 16,-6 0-16,-2 0 15,-12 2-15,-6-1 0,-16 0 16,-7 1-16,-17-1 15,-14-1-15,-20 0 16,-17-3-16</inkml:trace>
  <inkml:trace contextRef="#ctx0" brushRef="#br0" timeOffset="778476.9197">19657 3620 0,'0'0'0,"0"0"0,0 3 16,6 15-16,1 10 16,2 12-16,1 15 15,-3 8-15,-4 6 0,0 3 16,-2 3-16,-1-4 15,4-4-15,-4-2 16,4-11-16,2-8 16,-1-8-16,-5-38 15,6 31-15,4-16 0</inkml:trace>
  <inkml:trace contextRef="#ctx0" brushRef="#br0" timeOffset="778908.3405">19703 3710 0,'0'0'0,"0"0"15,4 3-15,0 4 0,4 6 16,6 8-1,13 9-15,8 9 16,8 8-16,3 1 0,5 5 16,-2 1-16,-3-4 0,-8-6 31,1-4-31,-7-11 16,-32-29-16,29 25 0,-29-25 15,21 19-15,-21-19 16,17 13-16,-5-12 15,-2-14-15,-2-7 16,-6-8-16,1-10 16,-6-6-16,-2-5 15,1-2-15,-1-2 16,-3 1-16,2 0 16,-5 2-16,4 6 15,7 44-15,-4-40 0,4 40 0,0-32 16,2 14-16,4 19 15</inkml:trace>
  <inkml:trace contextRef="#ctx0" brushRef="#br0" timeOffset="779431.1919">20447 4029 0,'0'0'0,"0"0"0,0 0 0,1 1 16,-1 6-1,-5 10-15,2 13 16,-6 9-16,-7 9 16,-1 2-16,-6 2 15,-3-2-15,6-3 0,20-47 16,-19 43-16,19-43 15,-16 32-15,16-32 16,-12 22-16,4-11 0,8-17 16,5-11-16,2-10 31,1-7-31,3-8 16,-1 0-16,-2-4 15,0-2-15,5 1 16,-1 2-16,-4 2 15,-8 43-15,14-41 0,-14 41 16,12-31 0,-2 9-16,2 12 15,-1 15-15,0 12 0,-1 8 16,5 6-16,-6 6 16,4 1-16,5 6 15,-2 3-15,0-2 0,2 0 16,-2-1-1,-4-6-15,2-4 16,-2-6-16,-12-28 16,10 26-16,-10-26 0,8 19 15</inkml:trace>
  <inkml:trace contextRef="#ctx0" brushRef="#br0" timeOffset="779599.7826">20264 4363 0,'0'0'0,"23"-3"0,24-3 15,33 0-15,27-1 0</inkml:trace>
  <inkml:trace contextRef="#ctx0" brushRef="#br0" timeOffset="799233.5918">9936 15677 0,'0'0'0,"0"0"0,0 0 0,2 0 15,-2 0-15,6 0 16,1 6-16,6 6 16,1 8-16,3 9 0,-7 6 15,-1 5-15,-1 0 16,-1 3-16,-5-2 15,0-1-15,-4-5 16,-3 1-16,5-36 16,-4 29-16,4-29 15,-6 25-15,6-25 0,-8 18 32,5-8-32,3-10 15,0-7-15,3-9 16,2-9-16,4-8 15,3-1-15,4-3 16,-1-1-16,7 5 16,2 0-16,-3 3 0,4 5 15,-25 25-15,22-17 0,1 7 16,2 14-16,-2 9 16,-6 7-16,3 5 15,-6 7-15,-4-2 0,-5 2 31,-1-1-31,-3 0 16,0-3-16,-1 0 0,0-28 0,2 26 16,5-1-16,6-3 31,7-8-31,7-4 16</inkml:trace>
  <inkml:trace contextRef="#ctx0" brushRef="#br0" timeOffset="799565.9624">10714 15983 0,'0'0'0,"0"0"0,-5-3 0,-3-5 16,-6-3-16,14 11 0,-16-10 16,-6 6-1,-4 12-15,-3 9 16,2 5-16,4 6 15,6 5-15,10-5 16,4 2-16,13-3 16,3-3-16,4-4 15,4-2-15,2-5 16,2-7 0,-25-6-16,28 5 15,-2-9-15,-3-8 16,-9-5-16,-3-5 15,-6-6-15,-4 0 16,-4-7-16,-7 3 16,-1 4-16,-2 1 0,13 27 15,-19-24-15</inkml:trace>
  <inkml:trace contextRef="#ctx0" brushRef="#br0" timeOffset="799712.2102">10872 16085 0,'0'0'0,"0"0"0,0 0 0,2 2 16,4 1-16,5-2 15</inkml:trace>
  <inkml:trace contextRef="#ctx0" brushRef="#br0" timeOffset="800134.6126">11303 16084 0,'0'0'0,"0"0"0,0-3 0,-3-5 16,-5-4-16,-4 1 16,-1-4-16,-5 2 15,-2 1-15,-5 8 16,-5 4 0,-1 7-16,1 10 15,3 7-15,5 1 16,8 6-16,5-3 15,13-1-15,8-1 16,5-2-16,7-8 16,4 0-16,3-8 0,-1-7 15,-30-1-15,31-4 16,-4-6-16,-2-7 16,-6-10-16,-10 1 15,-8-3-15,-6-5 16,-4 2-16,-5-5 15,-2 2-15,-1 2 0,17 33 16</inkml:trace>
  <inkml:trace contextRef="#ctx0" brushRef="#br0" timeOffset="800368.3308">11473 15786 0,'0'0'16,"0"0"-16,2 7 0,6 11 16,4 12-16,-9 10 0,4 2 15,-1 5-15,0 3 16,-4-1-16,1 2 16,-3-51-16,5 47 15,-2-10-15</inkml:trace>
  <inkml:trace contextRef="#ctx0" brushRef="#br0" timeOffset="800567.9675">11415 15532 0,'0'0'0,"5"-3"0,12-3 16,14-1-16,6 6 15,11 7-15,8 4 0,2 13 0,0 7 16</inkml:trace>
  <inkml:trace contextRef="#ctx0" brushRef="#br0" timeOffset="800735.8205">11454 16000 0,'0'0'0,"13"-2"0,6-2 16,18 0-16,18 0 15,9-2-15</inkml:trace>
  <inkml:trace contextRef="#ctx0" brushRef="#br0" timeOffset="801708.6006">11966 16051 0,'0'0'0,"0"0"0,3 5 16,2 14-16,0 3 15,3 6-15,-1 0 16,0 0-16,-7-28 15,2 28-15,-2-2 16,0-26-16,-3 23 16,3-23-16,-6 17 15,-3-11-15,-1-11 0,4-8 16,2-6-16,0-3 16,5-6-16,1 2 15,3-6-15,1 2 16,-6 30-16,15-26 15,-2 3-15,6 9 16,-19 14 0,19-5-16,0 8 15,-19-3-15,15 13 16,-1 3-16,-14-16 0,10 20 16,-2 0-1,-8-20-15,5 19 0,-5-19 16,6 15-16,-6-15 15,5 11-15,1-4 16,7-10-16,0-4 16,7-5-16,0-3 0,4-3 15,-2 6-15,-22 12 16,23-3-16,-7 6 0,-4 13 16,-7 5-1,-3 4-15,-2 1 0,0-26 16,0 25-16,2-4 31,-2-21-31,9 23 16,7-8-16,7-3 0,8-11 15,1-4-15,1-7 16,-6-2-16,2-6 16,-6-2-16,-8-2 15,-3 0-15,-12 22 16,9-22-16,-8 2 15,-8 5 1,-8 4-16,-3 5 16,-6 6-16,2 6 0,22-6 15,-22 13-15,2 5 0,7 7 16,7 0-16,6-25 16,4 24-16,10-3 15,13-4-15,4-4 31,-2-8-31,-29-5 0,30 3 16,-2-6-16,-28 3 16,19-10-16,-4-7 15,-7-14-15,-10 1 16,-7-3-16,-7-2 16,-4 4-16</inkml:trace>
  <inkml:trace contextRef="#ctx0" brushRef="#br0" timeOffset="801999.8577">12767 15697 0,'0'0'0,"1"8"0,-1 7 15,2 22-15,-2 15 16,0 5-16,-1 4 16,-3-1-16,2-2 31,1-2-31,-3-4 0,-1-1 16,1-5-16,4-46 15,-4 38-15,4-38 16,-5 32-16,5-32 15</inkml:trace>
  <inkml:trace contextRef="#ctx0" brushRef="#br0" timeOffset="802337.6939">12930 16258 0,'0'0'0,"0"0"0,5 1 15,8-4 1,-13 3-16,21-4 16,6-3-16,7-7 15,0-2-15,-6-6 16,-6-3-16,-22 25 16,15-25-16,-15 25 15,3-24-15,-13 6 16,-10 10-16,-5 8 0,-7 8 15,-1 7-15,1 9 16,3 1-16,6 5 16,8-2-16,10-1 15,4 2-15,11-1 16,10-1-16,4 0 16,7-3-16,3-4 0,-2-5 15</inkml:trace>
  <inkml:trace contextRef="#ctx0" brushRef="#br0" timeOffset="802700.5948">13424 16181 0,'0'0'0,"0"0"0,0 0 0,-1-1 15,1 1-15,-5-4 0,-4 0 32,-11 0-32,-3 8 15,-7 6-15,1 6 16,29-16-16,-27 25 0,6 3 15,7 2-15,7 1 16,12-5-16,8-3 16,9-4-16,9-8 15,10-8-15,1-3 16</inkml:trace>
  <inkml:trace contextRef="#ctx0" brushRef="#br0" timeOffset="803001.2289">13490 16252 0,'0'0'0,"0"0"0,0 8 16,0-8-16,0 14 16,6 2-16,6 4 15,3-3-15,3-6 0,-18-11 16,22 8-16,-22-8 15,22 1-15,-22-1 16,19-7-16,-19 7 16,16-10-16,-16 10 15,7-11-15,-7 11 16,4-9 0,-4 4-16,-2 8 15,2 9-15,1 5 16,1 4-16,8-1 15,-10-20-15,20 16 16</inkml:trace>
  <inkml:trace contextRef="#ctx0" brushRef="#br0" timeOffset="803338.3855">13893 15724 0,'0'0'0,"-1"7"0,2 10 16,-1 16-16,1 14 15,-1 8-15,2 6 0,-2 1 16,-4 1-16,1-2 15,-1-3-15,-1-6 16,-1-5-16,4-7 16,2-40-16,0 36 15,0-36-15,1 29 16,4-9-16</inkml:trace>
  <inkml:trace contextRef="#ctx0" brushRef="#br0" timeOffset="803970.3431">14022 16306 0,'9'-4'0,"12"0"16,-2-6-16,7 2 15,-4-7-15,-3 1 16,-4-4-16,-4 0 0,-11 18 16,5-19-16,-5 3 15,-8 6-15,-7 7 0,-4 6 16,-5 7-16,-2 6 16,1 3-16,-1 4 15,7 4-15,19-27 16,-15 26-16,9 1 31,9 2-31,12-4 16,4-6-16,9-6 0,5-5 15,-2 0-15,-2-10 16,0-3-16,-2-5 16,-5-2-16,0-10 15,1 0-15,-8-2 0,-1-4 16,-4 1-16,-6 0 15,-4 27-15,0-24 16,0 24-16,-4-23 16,4 23-16,-10-15 15,-4 6-15,1 10 16,13-1-16,-10 9 16,7 10-16,9 5 15,10 8 1,3 0-16,3 0 15,2 0-15,-4 1 16,-3-5-16,-17-28 16,13 26-16,-13-26 15,7 23-15,-7-4 16,-9-6-16,-6-8 16,-5-4-16,1-9 0,19 8 15</inkml:trace>
  <inkml:trace contextRef="#ctx0" brushRef="#br0" timeOffset="804154.857">14714 16263 0,'0'0'0,"8"0"0,13-1 16,10-1 0,9-1-16</inkml:trace>
  <inkml:trace contextRef="#ctx0" brushRef="#br0" timeOffset="804339.3066">14699 16412 0,'0'0'0,"10"1"16,18-1-16,15-1 16,16 0-16,10-2 15</inkml:trace>
  <inkml:trace contextRef="#ctx0" brushRef="#br0" timeOffset="804972.9409">15226 16048 0,'0'0'0,"2"-6"0,1-5 0,5-3 16,-8 14-16,14-16 15,6 2 1,8 4-16,2 7 16,-1 9-16,-2 7 15,-2 9-15,-8 11 16,-1 7-16,-9 2 16,-5 5-16,-5 1 15,-8 1-15,-5-1 16,-7-4-16,-1-5 15,-3-3-15,-3-10 0,3-5 16,1 0-16,-1-8 16,1-6-16,26-7 15,-24 4-15,4-5 16,3-9-16,5-5 0,6-4 16,6 19-16,6-22 31,6 3-31,-12 19 15,18-14-15,5 6 16,1 7-16,-2 11 16,-3 4-16,-3 7 15,0 3-15,3-1 16,2-2-16,-21-21 16,21 19-16,-21-19 0,22 14 15</inkml:trace>
  <inkml:trace contextRef="#ctx0" brushRef="#br0" timeOffset="805141.2414">15649 16305 0,'0'0'0,"0"0"0,0 0 0,0 0 31,0 0-31,-1 4 0,1-4 16</inkml:trace>
  <inkml:trace contextRef="#ctx0" brushRef="#br0" timeOffset="805842.3117">16198 16091 0,'0'0'0,"0"0"0,-4-3 0,-3-11 15,-9-1 1,-4-3-16,-5-1 0,-2 3 16,-3 3-16,0 1 15,1 7-15,2 0 16,4 7-16,-4 6 16,1 9-16,1 7 0,2 7 15,5 4 1,2 3-16,8 3 15,4-1-15,5-2 16,2-3-16,0-4 16,-3-31-16,6 27 0,-6-27 15,7 23 1,-7-23-16,5 14 16,-5-14-16,3 9 0,-3-9 15,1 3-15,-1-9 16,0 6-16,2-16 15,3-4-15,7-1 16,6 7-16,3 4 16,1 11-16,5 8 15,-3 6-15,3 6 0,2 3 16,-2 9-16,-8 1 16,-2 3-16,-8 2 15,-7-5-15,-9-4 16,-8-3-16,-3-4 15,-7-6-15,-4-6 0,-1-4 16,-4-5-16,1-3 16,4-6-16,-1-1 15,3-6-15,4-5 16,10-3-16</inkml:trace>
  <inkml:trace contextRef="#ctx0" brushRef="#br0" timeOffset="806073.8038">16294 16405 0,'0'0'0,"9"4"15,3 7-15,10 5 16,3 5-16,6 1 16,-3 5-16,6 0 0,-3-1 31,-31-26-31,29 24 16,-5-2-16</inkml:trace>
  <inkml:trace contextRef="#ctx0" brushRef="#br0" timeOffset="806337.1886">16527 16428 0,'0'0'0,"-5"8"0,-6 5 16,-6 10-16,-12 0 16,-6 4-16,-6 2 15,-2-3-15,43-26 16,-43 25-16</inkml:trace>
  <inkml:trace contextRef="#ctx0" brushRef="#br0" timeOffset="807439.7814">17198 16169 0,'0'0'0,"0"0"0,2 0 16,-2 0-16,3-7 16,-3 7-16,4-13 15,-4 13-15,5-15 16,-7-1-16,-5 2 15,-8 7-15,-8 3 16,-8 12-16,-6 5 16,0 10-16,-2 3 0,-1 6 15,4 7-15,-1 3 16,6 7-16,7 0 0,4-1 16,7-3-16,12 1 15,9-6-15,2-5 16,6-5-16,5-4 31,4-9-31,6-7 0,2-6 16,1-2-1,-3-7-15,-3-2 0,-28 7 16,21-10-16,-5-6 16,-6-7-16,-6-3 15,-6-2-15,-6 3 16,-10 1-16,-3 4 15,-9 2-15,1 5 0,0 4 16,29 9-16</inkml:trace>
  <inkml:trace contextRef="#ctx0" brushRef="#br0" timeOffset="807577.3506">17255 16472 0,'0'0'0,"0"0"15,0 0 1,0 0-16,2 0 16,-2 0-16</inkml:trace>
  <inkml:trace contextRef="#ctx0" brushRef="#br0" timeOffset="808062.6919">17842 16250 0,'0'0'0,"0"0"0,-6-3 0,-1-8 0,-8-3 16,-4-2-16,-3 1 0,-5 6 15,-6 10-15,-7 11 16,-3 11-16,-4 8 16,3 7-16,5 4 15,5 1-15,13-1 16,8-3-16,13 3 15,7-6-15,8-1 16,7-2-16,6-7 16,6-4-16,2-8 15,2-5-15,-1-5 16,1-5-16,-7-10 16,-2-2-16,0-6 0,-7-7 15,0-5-15,-4 0 31,-7-7-31,-9-1 16,-4-2-16,-7-1 16,-5-3-16,-8 5 0,-4 5 15,-5 10-15</inkml:trace>
  <inkml:trace contextRef="#ctx0" brushRef="#br0" timeOffset="808563.4674">18051 16240 0,'0'0'0,"0"0"0,0 0 16,3-6-1,-3 6-15,6-10 16,4 1-16,8 4 16,0 8-16,7 9 15,0 11-15,-2 8 0,-2 8 16,-7 2-16,-6 4 16,-8-2-16,-11-1 15,-6-5-15,-9-4 16,0-7-16,-1-6 0,-2-7 15,3-4-15,3-6 16,23-3-16,-26-2 16,4-6-16,6-8 15,7-3-15,9 19 16,1-22-16,7 2 16,-8 20-1,16-14-15,7 8 16,4 11-16,-5 8 15,-1 6-15,0 2 16,-1 3-16,-3 3 16,3 0-16,-20-27 15,22 25-15,0-5 16,2-8-16</inkml:trace>
  <inkml:trace contextRef="#ctx0" brushRef="#br0" timeOffset="809027.6888">18399 16205 0,'0'0'0,"0"0"0,6-4 16,8-2-16,10 4 15,7 5 1,3 11-16,4 10 16,-9 10-16,0 9 15,-13 2-15,-5 0 0,-7-3 16,-7-4-16,-8-6 16,-6-1-16,-10-6 15,-3-5-15,-3-4 16,4-7-16,1-5 0,28-4 15,-26 0 1,0-6-16,4-7 0,7-3 31,6-3-31,9 19 0,-1-20 0,1 20 16,8-14-16,6 7 31,8 11-31,1 10 16,0 10-16,3 4 0,-2 4 15,1 0-15,3 1 16,-1-3-16,0-5 16,1-5-16</inkml:trace>
  <inkml:trace contextRef="#ctx0" brushRef="#br0" timeOffset="809342.5621">18934 16470 0,'0'0'0,"0"0"0,1 2 16,9 9-16,8 11 15,8 1 1,7 7-16,0 3 16,3-3-16,-6-3 0,-30-27 15,30 22 1,-30-22-16,25 18 16</inkml:trace>
  <inkml:trace contextRef="#ctx0" brushRef="#br0" timeOffset="809565.0379">19108 16405 0,'0'0'0,"-4"7"0,-7 5 0,-3 9 0,-14 10 15,-4 1-15,0 3 0,-2-2 16,0 0-16,2-5 16,32-28-16,-30 25 15,30-25-15</inkml:trace>
  <inkml:trace contextRef="#ctx0" brushRef="#br0" timeOffset="809865.7729">19503 16234 0,'0'0'0,"0"0"0,-2 11 16,2 20-16,-4 15 16,2 8-16,-2 8 0,0 1 15,-4 0 1,2-5-16,-1-9 0,-2-6 16,9-43-16,-4 35 0,2-2 15,2-33 1,-3 31-16,5-10 15</inkml:trace>
  <inkml:trace contextRef="#ctx0" brushRef="#br0" timeOffset="810331.1552">19947 16420 0,'0'0'0,"0"0"0,3-6 0,-3 6 16,0-15-16,-5-1 16,5 16-16,-16-21 0,-6 5 15,-16 11-15,-4 15 16,-9 13-16,3 13 0,0 8 15,11 3-15,12 6 16,11-4 0,10-6-16,10-1 15,4-8-15,9-2 16,3-2-16,7-3 0,5-9 16,0-3-16,2-10 15,-1-7-15,0-6 16,-2-5-16,-2-5 15,-2-2 1,-7-6-16,-9-7 16,-2-5-16,-8-3 15,-3-5-15,-8-4 16,-6-5-16,-7 3 16,-10 0-16,-5 13 15</inkml:trace>
  <inkml:trace contextRef="#ctx0" brushRef="#br0" timeOffset="810867.5283">20079 15814 0,'0'0'0,"0"0"0,8-5 0,3 0 16,5 4-16,5 6 0,-2 6 15,4 10-15,-2 6 16,-3 8-16,-10 8 15,-3 2-15,-8-2 16,-4 1-16,-6-5 16,-6-9-1,-4-6-15,0-4 16,23-20-16,-24 15 16,-1-7-16,25-8 15,-26 5-15,4-5 0,22 0 16,-13-9-16,7-6 15,10-6-15,-4 21 16,12-22-16,6 8 16,-1 8-16,6 13 15,-5 6-15,3 8 16,-5 5-16,5-1 16,-4 2-16,4-4 15,-21-23-15,20 20 16</inkml:trace>
  <inkml:trace contextRef="#ctx0" brushRef="#br0" timeOffset="811401.0786">20473 15804 0,'0'0'0,"0"0"0,7-3 15,9-1-15,11 7 16,2 1-16,-2 7 0,-3 8 16,-4 6-16,-8 3 15,-3 0-15,-7-1 16,-7 0-16,-7-5 15,-5-2-15,-4-4 16,21-16-16,-21 13 16,-1-3-1,22-10-15,-27 4 16,27-4-16,-22 1 16,22-1-16,-16-1 15,7-1-15,14 1 16,9 2-16,6 2 15,6 3-15,3 7 16,-3 4-16,0 8 0,-3 2 16,-7-2-16,-16-25 15,8 26-15,-4 2 16,-4-28-16,-11 23 16,-8-5-16,-12-5 15,-4-6-15,-4-9 16,4-3-16,-2-3 0,-2-3 31,-1-3-31</inkml:trace>
  <inkml:trace contextRef="#ctx0" brushRef="#br0" timeOffset="904840.8511">3480 17144 0,'0'0'0,"0"0"0,0 0 16,0-3-16,0 3 15,-2-3-15,2 3 16,1-4-16,4 0 15,8-2-15,-13 6 0,14-4 16,7 0-16,6-1 16,3 0-16,1 1 15,5-1-15,2-1 16,3 2-16,3 3 16,0-4-16,7 2 15,6 0-15,0 4 0,4-2 16,4 5-16,4-3 0,1 4 15,7-3 1,1 1-16,6 1 0,-1 0 16,2 0-16,2 2 31,-1-3-31,1-2 0,2 0 16,-1-1-16,-3-1 15,-2 1-15,-1 0 16,-6 0-16,-1-1 15,-3-4-15,-4 0 16,-12 2-16,-1 0 16,-5 1-16,-6 0 15,-2 2-15,-1 0 0,0-4 32,-41 4-32,37-4 0,-4 0 15,-33 4-15,31-5 0,-31 5 16,26-4-16,-26 4 15,17-1-15,-17 1 16,11-3 0,-7 0-16,-13 5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9T08:09:59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2081 9246 0,'0'0'0,"0"0"0,0 0 15,3-3-15,-3 3 16,8-5-16,7 0 15,1 0-15,-16 5 0,24-2 16,2 2-16,6 3 31,1 0-31,1-1 16,3-1-16,7 3 16,1-1-16,5-1 15,5 2-15,9 0 16,2 1-16,7-1 0,5 2 15,2-1-15,5-2 16,2 0-16,1 0 16,4-1-16,1-1 0,4 2 15,2 2-15,-2-3 16,5 1-16,2 1 16,-1 1-16,0-1 0,2 0 15,-5-1-15,1 1 16,-2 2-16,-2-2 15,0 2-15,-1-2 16,-4 2-16,3 0 16,-4-1-16,-3 2 31,-2-3-31,2 3 16,-1-4-16,1 4 0,4-3 15,-2 0-15,-2 2 16,4-2-16,-4 2 0,0-3 15,4 1-15,-2-2 16,2 1-16,1 0 16,0 1-16,0-1 15,2-3-15,1-2 16,-4-1-16,8 2 16,-1 0-16,-1-3 15,2 3-15,0-2 16,1-2-16,4 3 15,-1-3-15,2 0 16,1-2-16,1 2 16,-3-1-1,7 0-15,1 1 16,0-3-16,-3 1 16,-1 5-16,0-4 15,1-1-15,4 3 16,-2-4-16,0 6 0,3-3 15,-1 4-15,-3-3 16,1 1-16,5 2 0,-6 0 16,9 3-16,-4 0 15,-2 0-15,-2 2 16,3-4-16,-8 2 16,3-2-16,-1 0 15,-2 0-15,-3 0 16,2-2-1,-5 2-15,-6-1 16,-4 1-16,-7-3 0,-10-1 16,-4 3-16,-10-2 15,-12 0-15,-48 3 16,38-6-16,-38 6 16,34-3-16,-34 3 15,24-8-15,-24 8 16,16-6-16,-16 6 15,7-8-15,-5 5 16</inkml:trace>
  <inkml:trace contextRef="#ctx0" brushRef="#br0" timeOffset="33725.7771">4268 10214 0,'0'0'0,"0"0"0,0-7 0,-3-5 16,-2-7-1,-1-2-15,3-2 0,3 23 16,-6-21-16,3 0 0,3 21 15,-8-22-15,0 2 16,8 20-16,-9-21 16,9 21-16,-7-17 15,7 17-15,-7-14 16,7 14-16,-3-8 16,0 9-16,-1 13 0,2 10 15,-3 10-15,0 2 16,1 9-16,1 2 15,-3 8-15,3 8 16,3 1-16,-5 1 16,1 6-16,0-4 15,0 1 1,-5-4-16,0-4 16,1-8-16,6-7 15,-2-9-15,4-36 16,1 31-16,-1-31 15,-1 24-15,1-12 0,0-20 16</inkml:trace>
  <inkml:trace contextRef="#ctx0" brushRef="#br0" timeOffset="34206.5795">4217 10021 0,'0'0'0,"0"0"0,7 5 16,9 9-16,10 9 15,6 13-15,7 10 16,1 9-16,2 8 0,4 3 15,-3 1-15,-1-2 16,3 2-16,-12-6 16,-1-11-16,-3-8 15,-6-9-15,-23-33 16,20 24-16,-20-24 16,15 16-1,-4-8-15,-6-13 16,-3-12-16,3-12 15,-4-14-15,2-11 16,0-7-16,-6-2 16,2-3-16,-1-6 15,1 1-15,2 0 16,1 7-16,-2 7 0,0 57 16,3-44-16,-3 44 15,1-32-15,-1 32 0,1-17 16</inkml:trace>
  <inkml:trace contextRef="#ctx0" brushRef="#br0" timeOffset="34536.2789">5211 9986 0,'0'0'0,"0"0"0,0 7 0,2 18 16,-4 8-16,-2 10 16,-1 13-16,3 11 15,-4 2-15,6 7 16,-3-1-16,-2-4 0,-1-6 15,1-9-15,5-56 16,-2 46-16,4-9 16,-2-37-16,5 29 15,5-12-15,1-21 16,4-13-16</inkml:trace>
  <inkml:trace contextRef="#ctx0" brushRef="#br0" timeOffset="34823.3016">5629 9996 0,'0'0'0,"0"0"0,0 1 15,1 10-15,-1 10 16,-4 12-16,-1 15 15,3 7-15,-1 6 16,-5 5-16,1 2 16,1-2-16,-4-3 0,0-3 31,6-5-31,1-8 16,0-5-16,2-6 15,1-36-15,-2 32 16,2-32-16,-4 25 0,-4-14 15</inkml:trace>
  <inkml:trace contextRef="#ctx0" brushRef="#br0" timeOffset="35030.1762">5257 10571 0,'0'0'0,"0"0"0,9 2 16,22-3 0,22 1-16,14-3 0,15 3 15,0-5-15</inkml:trace>
  <inkml:trace contextRef="#ctx0" brushRef="#br0" timeOffset="35660.5985">5984 10735 0,'0'0'0,"-9"6"0,-5 6 0,-10 9 16,-11 4-16,-5 2 16,-3 1-16,1-3 0,42-25 15,-33 22-15,33-22 32,-29 18-32,11-3 15,15-6-15,11 0 16,13-6-16,9 2 0,3-5 15,5 1 1,1-4-16,-3-1 0,-1 3 16,-5 0-16,-30 1 15,28-2-15,-28 2 16,24 0-16,-3-2 16,-21 2-16,20-6 15,-7-3-15,-13 9 16,9-14-16,-6-6 0,-3 20 15,-2-24-15,-2-1 16,4 25-16,-8-22 16,8 22-16,-4-16 15,4 16-15,-3-10 16,1 14-16,-1 17 16,-1 8-1,1 9-15,-3 5 16,0 2-16,4 5 15,-3-2-15,3 1 16,-1-5-16,1-6 0,2-38 16,-2 31-16,2-31 15,-2 25-15,0-12 16,2-15-16,2-20 0</inkml:trace>
  <inkml:trace contextRef="#ctx0" brushRef="#br0" timeOffset="36024.0395">6357 9876 0,'0'0'0,"0"0"16,11 7-16,18 11 15,14 14-15,4 4 16,-2 12-16,3 9 0,-10 5 16,-3 10-1,-7 10-15,-6 8 16,-13 4-16,-15 1 0,-10 1 15,-14 0-15,-14 0 16,-12-9-16,-5-6 0,-10-6 16,-14-11-16</inkml:trace>
  <inkml:trace contextRef="#ctx0" brushRef="#br0" timeOffset="36594.6683">4116 9774 0,'0'0'0,"0"0"0,-5 0 0,-10 5 15,-7 3-15,-14 12 16,-7 15-16,-13 13 0,-9 19 15,-9 14-15,3 16 16,-4 7 0,7 6-16,11 1 0,20-2 15,20-3-15,21-3 16,21-9-16,24-8 16,15-12-1,13-12-15,17-12 16,14-11-16</inkml:trace>
  <inkml:trace contextRef="#ctx0" brushRef="#br0" timeOffset="37365.594">6669 10996 0,'0'0'0,"6"-5"0,3-2 0,9 0 16,6 1-16,5 4 16,-1 11-16,4 6 15,0 7-15,-11 9 0,-1 4 16,-9 1-16,-8 3 15,-6-1-15,-8-3 16,-9 0-16,-10-5 0,-2-2 16,-4-9-16,-1-2 15,4-6-15,33-11 16,-31 6-16,4-2 16,4-9-16,5-6 15,6-5-15,8-8 0,7-1 31,7 2-31,-10 23 16,13-17-16,8 6 16,8 12-16,-1 7 15,-1 10-15,-1 4 16,4 6-16,-6 1 0,3 0 16,0 1-1,1 0-15,6-3 0,6-3 16,5-9-16,0-5 15</inkml:trace>
  <inkml:trace contextRef="#ctx0" brushRef="#br0" timeOffset="38066.6349">7845 10121 0,'0'0'16,"1"-6"-16,2-6 0,1-4 0,0-3 15,0-3-15,-4 0 16,-5-3-16,-3 1 15,-8 0-15,-7 5 16,-8 1-16,-4 7 16,-8 3-1,-3 7-15,-5 6 16,0 6-16,-3 10 16,0 6-16,9 6 15,5 4-15,11 0 16,8 1-16,11-1 0,11 3 15,12-7-15,7 0 16,10-4-16,6 0 16,6-1-16,3 1 15,11-2-15,-5 6 16,-6 3-16,-2 0 16,-8 3-16,-10 3 15,-15-1-15,-9 2 16,-10-4-1,-8-3-15,-11-5 16,-3-8-16,-4-5 16,-2-4-16,-3-6 15,-4-3-15,2-5 16,-1-5-16,4-5 16,2-7-16,3-9 15,5-7-15</inkml:trace>
  <inkml:trace contextRef="#ctx0" brushRef="#br0" timeOffset="38632.0838">8448 10044 0,'0'0'0,"0"0"0,-3-8 16,-8-10-16,-6-1 16,-10-2-16,-7 8 15,-2 7-15,-2 11 16,-5 12-16,-5 6 15,5 12-15,-2 11 16,3 11-16,11 6 0,8 7 31,6-1-31,11-3 16,12-5-16,9-9 16,10-4-16,11-7 15,4-6-15,6-10 0,0-8 16,-2-8-16,1-7 15,0-8-15,-8-7 16,-2-8-16,0-9 16,-4-7-16,-5-6 15,-5-3-15,-5-8 0,-1-2 16,-10 2 0,-7-3-16,-6-1 0,-5 4 15,-8 3-15,-4 9 16,-5 8-16,-8 12 15,-4 14-15,-3 11 16,3 8-16</inkml:trace>
  <inkml:trace contextRef="#ctx0" brushRef="#br0" timeOffset="39333.5326">8913 10555 0,'0'0'0,"0"0"0,0 0 0,0 0 16,-4 3-1,-8 7-15,-3 3 16,-8 9-16,-9 4 0,-6 6 0,-6-3 16,2 3-16,2-3 15,3-1-15,37-28 32,-27 23-32,27-23 15,-19 20-15,12 0 16,13-3-16,14-1 0,7-6 15,7-1-15,5-5 16,0-1-16,-4 0 16,-2-2-16,-33-1 15,29 1-15,-29-1 16,25-1-16,-25 1 16,24-2-16,-24 2 15,17-6-15,-5-5 0,-4-6 16,-3-3-16,-4 0 15,-1 20-15,1-23 16,-3 2-16,2 21 16,-2-20-1,2 20-15,-2-13 16,2 6-16,-1 12 16,0 8-16,1 7 15,-1 8-15,3 5 16,-6 8-16,5 4 15,1 9-15,-4 2 0,0 7 16,2-1 0,2-3-16,-5-6 0,1-4 15,1-9-15,3-7 0,-4-3 16,2-30-16,0 29 16,0-29-16,-1 25 15,1-25-15</inkml:trace>
  <inkml:trace contextRef="#ctx0" brushRef="#br0" timeOffset="41288.0366">10017 10091 0,'0'0'0,"0"0"0,0 0 15,1 0 1,-1 0-16,2 0 0,2 2 16,-4-2-1,9 4-15,10 3 0,7 1 16,10 1-1,4-4-15,11-1 0,3-5 16,9-3 0,5 1-16,7-3 0,4-1 15,5-2-15,4 1 16,3 1-16,2-2 16,9 7-16,-7-3 15,6 1-15,-1 1 16,0 1-16,0-6 0,2 2 15,1 3 1,1-3-16,1 5 0,2 2 16,-5-5-1,0 6-15,-2-2 16,0 2-16,-3 0 16,-1 2-16,-6-1 0,-11 1 15,-5 3 1,-12-3-16,-7 1 0,-9 1 15,-4-2 1,-11 3-16,-4-4 0,-27-3 16,25 2-16,-25-2 15,20 3-15,-20-3 16,13 2-16,-13-2 16,13 1-16,-13-1 15,8 0-15,-8 0 0,2 2 16,-2-2-1,-1 0-15,1 0 16,-2-1-16,2 1 16,-4 0-16,4 0 0,-2-1 15,2 1 1,-1 0-16,1 0 16,-1 0-16,1 0 15,0 0-15,0 0 0,0 0 16,0 0-1,0 0-15,0 0 0,1 0 16,-1 0-16,2 0 16,-2 0-16,3 0 15,-3 0-15,4-1 16,-4 1 0,2-1-16,-2 1 0,2-1 15,-2 1-15,2 0 16,-2 0-16,1 1 15,-1-1-15,0 0 0,0 0 0,1 0 16,-1 0 0,0 0-16,0 0 0,-1 0 31,1 0-31,1 0 16,-1 0-16,0 0 15,0 0-15,0 0 16,0 0-16,0 0 0,0 0 15,0 0-15,0 0 16,0 0-16,0 0 16,-1 0-16,1 0 15,-1-1-15,1 1 16,0 0-16,0 0 0</inkml:trace>
  <inkml:trace contextRef="#ctx0" brushRef="#br0" timeOffset="41936.3756">12926 9842 0,'0'0'0,"0"0"0,2 1 16,4 5-16,11 4 15,5 1-15,6 5 16,3 0-16,5 3 16,-2-1-16,4 3 0,0 0 15,0-3-15,-3-3 16,-35-15-16,29 16 15,-29-16-15,22 14 16,-22-14-16,16 16 16,-16-16-16,8 12 15,-6 2-15,-10 1 0,-8 0 16,-1 0-16,-8 1 16,-4 5-16,-11 5 15,-6 6-15,-3 4 16,-9 7-16,0 1 15,-3 1-15,1 1 16,3-7-16,4-10 16,14-3-1,3-5-15,36-21 16,-25 20-16,25-20 16,-17 17-16</inkml:trace>
  <inkml:trace contextRef="#ctx0" brushRef="#br0" timeOffset="44026.4723">14377 9643 0,'0'0'0,"0"0"0,1-5 0,-1-14 31,5 0-31,6-3 15,2-2-15,9 0 0,8 4 16,6 2-16,4 3 16,8 8-16,5 8 15,-8 8-15,2 8 16,0 12-16,-13 6 16,-6 8-16,0 11 15,-8 4-15,-17 6 16,-5 2-16,-8 0 0,-8-4 15,-11 1-15,-5-4 16,-6-6-16,-4-2 0,-3-6 16,-2-3-16,-1-8 15,0-3-15,2-4 16,4-6-16,2-11 31,6-3-31,2-7 0,3-6 16,5-5-16,8-6 15,3-4-15,9-3 16,6-5-16,5 1 16,10 0-16,3 1 15,5 8-15,2 7 16,2 10-16,3 6 16,-5 9-16,6 8 15,1 5-15,-1 7 0,-7 7 16,0 6-16,0 3 15,-1-4-15,5-1 16,4-4-16,6-6 0,4-9 31,7-6-31,2-12 16,6-10-16</inkml:trace>
  <inkml:trace contextRef="#ctx0" brushRef="#br0" timeOffset="44527.2314">15659 9619 0,'0'0'0,"0"0"0,1 0 16,1 13-16,1 8 16,0 13-16,0 8 15,-3 10-15,-1 4 16,-1 9-16,0 8 16,-1 2-16,-4-4 15,2-4-15,-1-7 0,3-9 16,3-51-16,-3 42 15,3-6-15,0-36 16,0 31-16,0-31 16,3 25-16,-1-18 15</inkml:trace>
  <inkml:trace contextRef="#ctx0" brushRef="#br0" timeOffset="45028.1418">15640 9668 0,'0'0'0,"0"0"0,0 0 0,3-1 16,7 8-16,12 9 15,7 8-15,8 12 0,2 7 16,10 9-16,-5 2 0,1 6 16,6 3-16,-3 0 31,-10-2-31,-1-3 0,-6-5 0,-2-14 16,-4-6-16,-25-33 15,19 28-15,-4-7 16,-15-21-1,15 15-15,-15-15 16,11 10-16,-3-8 16,-5-11-16,0-10 15,-3-11-15,-1-13 0,0-6 16,-3-7-16,0-8 16,0-1-16,-2 1 15,5 1-15,-2-1 16,5 4-16,-2 3 15,2 6-15,-2 51 16,4-40-16,-4 40 16,4-31-16,-4 31 15,2-19-15,-3 15 16,1 4 0</inkml:trace>
  <inkml:trace contextRef="#ctx0" brushRef="#br0" timeOffset="45404.0686">16624 9582 0,'0'0'0,"0"0"0,1 5 16,-1 16-16,0 11 16,0 15-16,1 13 31,-2 8-31,0 4 0,-5 0 16,6 1-16,-1-8 0,1-4 15,2-7-15,-1-6 16,-1-8-16,1-2 15,-1-38-15,0 31 16,0-31-16,0 22 16,4-11-16,4-18 15,3-16-15</inkml:trace>
  <inkml:trace contextRef="#ctx0" brushRef="#br0" timeOffset="45704.0778">17027 9639 0,'0'0'0,"0"0"0,0 5 15,1 14-15,0 8 16,-2 10-16,1 8 15,-1 9-15,3 8 16,2 8-16,-3 2 16,-4 1-16,-1-6 15,1-6-15,3-10 0,2-7 16,3-7 0,-5-37-16,3 33 0,-3-33 15,4 28-15,-2-8 16,-4-13-16</inkml:trace>
  <inkml:trace contextRef="#ctx0" brushRef="#br0" timeOffset="45929.5222">16593 10097 0,'0'0'16,"10"-3"-16,17-2 0,19-3 15,12 1-15,7-1 16,11 0 0,-2 2-16,-3-2 15,1-1-15</inkml:trace>
  <inkml:trace contextRef="#ctx0" brushRef="#br0" timeOffset="46631.1686">17399 10490 0,'0'0'0,"-5"7"0,-3 6 16,-8 3-1,-6 7-15,-8 9 16,-4-2-16,-5 2 16,4-1-16,4-9 15,31-22-15,-26 18 16,26-18-16,-17 12 16,13-2-16,13-1 15,12-5-15,2 0 16,7-1-16,2-1 15,1-2-15,-33 0 0,36 2 16,-6-2-16,-30 0 0,30 0 16,-30 0-16,24 0 15,-24 0-15,17-3 16,-17 3-16,10-4 31,-5-6-31,-3-5 0,-4-6 0,2 21 16,-1-21-16,1 21 15,-5-20-15,5 20 16,-5-13-16,2 6 31,-1 14-31,0 7 0,2 10 16,2 7-16,-5 5 16,3 7-16,1 5 15,-4 7-15,-4 2 0,3-3 16,-1-1-16,1-5 15,6-48-15,-3 39 16,3-39-16,-3 30 16,-1-15-16,5-21 15</inkml:trace>
  <inkml:trace contextRef="#ctx0" brushRef="#br0" timeOffset="47199.2769">17439 9013 0,'0'0'0,"0"0"0,2 3 16,0 16-1,3 4-15,0 9 0,-1 6 16,-2 5 0,1 3-1,-3-5-15,1-2 0,-1-39 16,-2 39-16,0-4 15,2-35-15,0 34 16,0-4-16,0-30 16,-2 30-16,2-30 15,0 21 1</inkml:trace>
  <inkml:trace contextRef="#ctx0" brushRef="#br0" timeOffset="47394.9106">17243 9282 0,'0'0'0,"0"0"0,0 0 15,0-1-15,13-6 16,24-2-16,15-5 15,16 6-15,14 0 0,7 2 16,4 1-16,7 2 16</inkml:trace>
  <inkml:trace contextRef="#ctx0" brushRef="#br0" timeOffset="48449.1285">18901 9907 0,'0'0'0,"0"0"0,0 2 0,0 11 15,-2 4-15,1 9 0,-4 6 16,4 4-16,-1 2 16,1 3-16,3-2 15,-3-4-15,1-35 16,-1 33-16,1-3 16,0-30-16,0 27 15,-2-4-15,2-23 16</inkml:trace>
  <inkml:trace contextRef="#ctx0" brushRef="#br0" timeOffset="48696.2371">18686 10100 0,'0'0'0,"0"0"0,4-3 0,17-2 0,14-2 15,14 2 1,10 0-16,14 1 0,8 2 0,12 1 16</inkml:trace>
  <inkml:trace contextRef="#ctx0" brushRef="#br0" timeOffset="49598.5235">21157 9641 0,'0'0'0,"0"-7"0,-5-3 0,-1-6 16,6 16-16,-10-18 15,-8 2 1,-12 7-16,-8 4 0,-6 7 31,-7 10-31,-1 3 16,-2 8-16,5 4 0,3 1 15,4 1-15,8-1 16,7-1-16,6 0 16,8-1-16,9 3 15,9-3-15,5 1 16,9-1-16,8-1 15,8 1-15,6-7 16,9 1-16,-3 2 0,-1 0 16,-2 0-16,-2 3 0,-8 0 15,-4 1-15,-14 4 16,-6-1-16,-5 1 16,-7-1-16,-8 2 15,-7-2-15,-6-2 31,-8-2-31,-7-7 0,-5 0 16,-1-7 0,-5 0-16,-1-10 0,1 1 15,-1-4-15,4-5 16,0-6-16,2-1 16,7-6-16,-1-5 15,2-6-15,9-2 0,5-2 16,8 2-16</inkml:trace>
  <inkml:trace contextRef="#ctx0" brushRef="#br0" timeOffset="50236.0315">21670 9854 0,'0'0'0,"5"-7"0,6-3 15,3-5-15,-1-6 0,0 0 16,-3 1-1,-5-1-15,-5 0 0,-2 0 16,-5-2-16,7 23 16,-17-21-16,-5 3 15,-14 5-15,-4 13 0,1 6 32,-11 13-32,4 8 15,-2 15-15,3 6 16,-4 8-16,11-1 15,8 3-15,8 0 0,11-5 16,9 2-16,10-5 16,8-5-16,6-4 15,9-3-15,5-4 16,5-8-16,3-6 16,3-8-16,-1-6 15,6-6-15,-1-9 0,0-9 16,-4-3-16,-8-7 15,-5-5-15,-9-1 16,-3-5-16,-6-4 16,-3-3-16,-9-1 0,-7-4 31,-3-1-31,-9 2 16,-8 4-16,-3 0 15,-3 10-15,-8 4 16,-1 12-16,-5 10 15,1 7-15,0 7 16,7 7-16</inkml:trace>
  <inkml:trace contextRef="#ctx0" brushRef="#br0" timeOffset="50938.4307">22127 10353 0,'0'0'0,"0"0"0,-4 7 15,-9 10 1,-13 4-16,-7 7 0,-7 2 16,-1-1-1,-1-3-15,42-26 0,-36 24 16,4 0 0,32-24-16,-24 20 0,24-20 15,-13 17-15,13-2 0,10-4 16,13-3-16,5-2 15,4 0-15,-1 0 16,5-5-16,-3 1 16,-1-1-16,-4-2 0,-28 1 15,24-2-15,-24 2 32,21-3-32,-21 3 15,20-10-15,-4-1 16,-6-4-16,-10 15 15,8-21-15,-2 0 16,-6 21-16,1-22 16,-1 22-16,-5-18 15,5 18-15,-2-14 0,-1 9 16,2 8-16,0 13 16,-2 5-16,-1 10 15,2 9-15,1 3 0,-1 4 16,-1 4-16,-4 2 15,3-1-15,1 0 16,-3-3-16,3 2 16,0-7-16,-1-5 15,-1-5-15,5-34 0,-7 29 32,-1-4-32,-7-7 15,2-11-15</inkml:trace>
  <inkml:trace contextRef="#ctx0" brushRef="#br0" timeOffset="51770.3399">22188 9053 0,'0'0'0,"0"0"0,7-3 16,6-5-16,6-4 15,1 0-15,8 0 16,2 4-16,-30 8 16,32-4-16,-1 8 15,1 10-15,-7 7 16,-1 7-16,-10 2 15,-3 4-15,-6 5 16,-3 1-16,-5-4 0,-6 5 16,-8-7-1,-4 0-15,-9-2 0,-5-5 16,-3-2 0,1-4-16,-2-8 0,6-3 15,1-4 1,32-6-16,-29 3 0,5-3 15,24 0-15,-22-7 16,5-7-16,17 14 16,-10-20-1,10 20-15,-1-18 0,1 18 16,5-17-16,7 9 0,-12 8 16,23 3-1,4 9-15,6 9 0,-3 0 16,2 2-1,-3-1-15,-2-3 0,0-3 16,-2 1 0,-25-17-16,26 12 0</inkml:trace>
  <inkml:trace contextRef="#ctx0" brushRef="#br0" timeOffset="52070.8307">22624 9261 0,'0'0'0,"0"0"0,7-1 0,15-6 16,9 0-16,22 4 16,10-2-16,12 2 0,4 3 15,-1-3 1,-6 4-16,-72-1 0,58-5 16,-58 5-1</inkml:trace>
  <inkml:trace contextRef="#ctx0" brushRef="#br0" timeOffset="107303.4659">3911 11682 0,'0'0'0,"0"0"0,0 0 0,1 0 15,7-2-15,6 0 16,3 0-16,5 0 16,7 4-16,6 1 15,9 1 1,2 1-16,8-1 16,7-3-16,4 0 15,5 1-15,5-1 16,8-1-16,2 3 15,7-6-15,7 2 16,8-3-16,6-1 16,8 0-16,4 0 0,3-1 15,5 1-15,5-3 16,0 4-16,7-2 16,1 2-16,-3 2 15,5-1-15,-3 0 16,6 0-16,5 2 0,-4-2 15,7 1-15,-3 3 16,-2 1-16,-2 1 0,-4 0 16,-7 1-1,-4 0-15,-3-1 0,-13 0 32,-6-2-32,-6 2 15,-11-2-15,-11 1 0,-10-2 16,-17-2-16,-13 0 15,-47 2 1,34-6-16,-34 6 16,26-4-16,-15 2 15,-21 1-15</inkml:trace>
  <inkml:trace contextRef="#ctx0" brushRef="#br0" timeOffset="117564.0494">3880 12004 0,'0'0'0,"0"0"0,0 0 0,0 0 16,0 0-16,3 0 0,-3 0 16,0 2-16,2 5 15,-2-7-15,3 12 16,-2 11-16,0 9 16,-2 5-16,0 4 15,-2 5-15,1 3 16,2 1-16,0 2 0,-4-3 15,1-3-15,-1-3 16,6-6-16,-2-37 16,0 31-16,0-31 15,0 29-15,0-29 16,1 21-16,-1-21 16,0 15-1,8-12-15</inkml:trace>
  <inkml:trace contextRef="#ctx0" brushRef="#br0" timeOffset="118527.6333">4396 12318 0,'0'0'0,"0"0"16,5 1-16,5 4 16,1 5-16,4 4 15,2 10-15,-1 2 0,3 6 16,-3 1-16,-2 1 16,-14-34-16,12 32 15,-4-3-15,-8-29 0,6 27 16,-6-27-16,3 23 15,-3-23-15,0 16 16,0-16-16,1 9 0,-2-9 16,-2-10-16,3-5 15,2-8-15,-1-4 32,7-4-32,4-2 0,0 3 0,-12 30 15,17-28-15,4 9 31,1 7-31,0 11 0,1 5 16,-3 9 0,0 5-16,-6 1 0,-14-19 15,15 21-15,-15-21 16,10 21-16,-10-21 16,6 22-16,-6-22 15,0 15-15,0-15 16,0 11-16,0-11 15,-4 6-15,0-14 16,3-11-16,3-5 0,5-4 16,0 1-16,-7 27 15,13-21-15,6 4 16,-19 17-16,23-11 16,1 8-16,3 9 15,-6 6-15,-4 4 0,-2 5 31,-4 1-31,-6 0 16,0 2-16,-1 3 16,-4-27-16,4 24 0,-4-24 15,1 24-15,5 0 16</inkml:trace>
  <inkml:trace contextRef="#ctx0" brushRef="#br0" timeOffset="118965.4712">5376 12494 0,'0'0'0,"0"0"0,-1-3 15,-3-6-15,4 9 16,-8-14-16,-6-1 15,-6 0-15,-1 6 16,21 9-16,-25-6 16,-1 9-1,-3 10-15,3 9 16,6 7-16,-2-1 16,9 5-16,10-5 15,11-3-15,5-4 16,12-4-16,1-6 15,4-3-15,4-7 16,0-6-16,-3-3 0,-31 8 16,30-12-16,-9-6 15,-10-8-15,-12-5 16,-6 0-16,-9 0 16,-12 0-16,-3 5 0,-5 3 15</inkml:trace>
  <inkml:trace contextRef="#ctx0" brushRef="#br0" timeOffset="119228.6557">5562 12015 0,'0'0'0,"0"8"0,4 15 15,-6 14 1,6 14-16,-2 10 0,-1 5 0,-2 1 16,2-4-16,-5-4 0,4-10 15,-2-5-15,1-5 16,1-5-16,0-34 15,5 31-15,1-5 16</inkml:trace>
  <inkml:trace contextRef="#ctx0" brushRef="#br0" timeOffset="119631.3056">5846 12537 0,'0'0'0,"0"0"0,5 4 0,11-1 16,4-2-16,6-1 16,-1-5-16,4-5 15,-4-5-15,-2-2 16,-23 17-1,17-22-15,-4-1 16,-13 23-16,7-27 16,-8 4-16,-13 0 15,-1 6-15,-12 9 16,-6 5-16,-7 7 16,-1 12-16,1 8 15,2 6-15,6 6 0,11 3 16,8 0-16,14 0 15,14-3-15,11-8 16,15-3-16,12-8 0,8-6 31,5-11-31</inkml:trace>
  <inkml:trace contextRef="#ctx0" brushRef="#br0" timeOffset="119971.05">6483 12505 0,'0'0'0,"0"0"0,1-4 16,-2-6-16,0-6 15,-4-4-15,5 20 16,-14-18-16,-2 1 15,-12 5-15,-5 9 0,-5 6 16,1 11-16,4 8 16,0 9-16,3 5 15,6 1-15,12 0 16,13-6-16,10-3 31,10-6-31,15-6 16,10-9-16,3-7 0</inkml:trace>
  <inkml:trace contextRef="#ctx0" brushRef="#br0" timeOffset="120337.7344">6597 12521 0,'0'0'0,"0"7"15,0-7-15,5 12 16,2 6-16,3 3 16,3 2-16,4-5 15,-17-18-15,19 13 16,3-9 0,-22-4-16,28-4 15,1-5-15,-6-6 16,-23 15-16,19-18 15,-19 18-15,9-20 0,-9 20 16,4-20-16,-3 6 16,-1 14-16,-1-2 15,1 13-15,1 11 0,2 4 16,5 2-16,4-4 16,10-2-16,5-10 15,3-9-15</inkml:trace>
  <inkml:trace contextRef="#ctx0" brushRef="#br0" timeOffset="120635.3568">7050 11953 0,'0'0'0,"0"8"0,-1 10 15,0 16-15,3 10 16,-4 13-16,1 5 16,-1 10-16,-1 2 15,-6-2-15,4-3 0,1-6 16,1-10-16,1-10 15,2-43-15,3 35 16,-3-35-16,6 30 0,4-10 16</inkml:trace>
  <inkml:trace contextRef="#ctx0" brushRef="#br0" timeOffset="121000.584">7241 12557 0,'0'0'0,"0"0"0,9-2 16,10-2-16,12 0 16,5-4-16,-4-1 15,2-2-15,-7-3 0,-9-4 16,-1 0-16,-6-3 15,-5 2-15,-6 19 16,0-19-16,-3 2 16,-6 7-16,-10 10 15,-8 8-15,-6 12 0,-1 9 16,-3 8-16,6 3 31,10 2-31,12-4 16,8-2-16,11-5 15,10-1-15,15-2 0,6-4 16,13 0-16,1-7 16</inkml:trace>
  <inkml:trace contextRef="#ctx0" brushRef="#br0" timeOffset="123171.8501">8772 11966 0,'0'0'0,"0"0"0,0 0 0,0 0 16,0 0-16,-1-1 15,1 1-15,-1 5 0,1-5 16,2 8-1,-2-8-15,2 10 0,-2-10 16,3 12 0,1 5-16,-3 4 0,-1 4 15,5 3 1,-2 3-16,-4 4 0,5 4 16,-1-2-16,0-1 15,1 4-15,-1-2 16,-2 2-16,0-2 15,-2 3-15,0-4 16,1-2-16,-1-7 16,0 0-1,1-28-15,-1 24 0,1-24 16,-3 22-16</inkml:trace>
  <inkml:trace contextRef="#ctx0" brushRef="#br0" timeOffset="123556.6901">8816 11989 0,'0'0'0,"0"0"0,7 8 0,13 11 0,13 12 16,1 12 0,6 8-16,3 6 0,0 3 15,-6-2 1,-1-7-16,-7-8 0,-29-43 16,20 32-1,-20-32-15,18 24 0,-18-24 16,13 13-16,-7-7 15,0-13-15,-5-11 16,-1-7-16,-3-10 0,2-11 16,-2-5-1,-1-8-15,-3-2 0,-1-4 16,1 2 0,0 6-16,7 57 0,-6-48 15</inkml:trace>
  <inkml:trace contextRef="#ctx0" brushRef="#br0" timeOffset="123829.5236">9370 11882 0,'0'0'0,"2"9"15,5 12-15,-3 14 16,3 8-16,0 10 16,1 4-16,-3 3 0,-3-5 15,2 1 1,-2-5-16,-2-7 16,0-44-16,2 39 0,-2-39 15,4 30-15,3-14 16,3-12-16</inkml:trace>
  <inkml:trace contextRef="#ctx0" brushRef="#br0" timeOffset="124104.9441">9624 11915 0,'0'0'0,"0"0"0,3 8 0,0 13 16,1 11-16,-3 8 0,1 10 16,-1 1-16,1 2 15,0-2-15,-2-4 16,1-2-16,2-8 16,-1-6-16,-2-31 15,0 29 1,0-29-1,1 20-15</inkml:trace>
  <inkml:trace contextRef="#ctx0" brushRef="#br0" timeOffset="124263.5886">9424 12313 0,'0'0'0,"7"2"15,10-2-15,12 1 16,5-1-16,11 0 16,5-1-16,8-3 15</inkml:trace>
  <inkml:trace contextRef="#ctx0" brushRef="#br0" timeOffset="124824.3523">10012 12509 0,'0'0'0,"0"0"0,-6 7 16,-15 9-16,-5 2 0,-3 2 15,-4 1-15,33-21 16,-32 20 0,32-20-16,-27 17 0,27-17 15,-21 17-15,21-17 16,-10 14-16,12-4 0,16-4 16,9-2-16,-27-4 15,28 1 1,1-1-16,-29 0 15,29-1-15,-29 1 16,25-3-16,-25 3 16,23-6-16,-23 6 0,16-11 15,-4-7-15,-8-2 16,-4 20-16,0-23 16,0 23-16,-1-22 15,1 22-15,-1-17 16,0 9-16,0 11 0,1 14 31,2 11-31,-3 10 16,0 5-16,1 3 0,0-3 15,0 5-15,0-48 0,1 42 32,0-4-32,-1-38 15,-1 31-15,-2-14 0</inkml:trace>
  <inkml:trace contextRef="#ctx0" brushRef="#br0" timeOffset="125137.756">10228 11831 0,'0'0'0,"11"8"0,5 10 15,12 13-15,6 14 16,7 11-16,-1 11 0,-7 7 16,-10 4-16,-9 4 31,-14 2-31,-12 2 0,-13-1 15,-11-5-15,-14-2 16,-9-10-16,-10-8 16</inkml:trace>
  <inkml:trace contextRef="#ctx0" brushRef="#br0" timeOffset="125523.6157">8723 11866 0,'0'0'0,"-10"0"0,-6-1 0,-10 7 16,-7 5-16,-9 10 16,-6 8-16,-6 10 15,6 11-15,2 7 16,5 11-16,15 5 15,11 5-15,13-1 0,15-3 16,16-6-16,11-6 16,16-11-16,14-4 0,11-9 15,8-8-15</inkml:trace>
  <inkml:trace contextRef="#ctx0" brushRef="#br0" timeOffset="126137.7496">10535 12725 0,'0'0'0,"0"0"0,0 0 15,5-4-15,6-1 16,5 4-16,-16 1 0,22 3 16,-2 7-16,3 14 15,-12 5-15,-3 5 0,-7-2 16,-8 3-16,-6-6 16,-9-1-16,-2-2 15,-5-2-15,-4-5 16,1-4-16,32-15 15,-33 9 1,5-5-16,3-9 16,8-6-16,7-8 15,12-3-15,8 0 16,5 1-16,5 4 0,5 10 16,3 7-1,-1 4-15,-1 6 0,2 8 16,2 3-16,-4-1 0,0 4 15,4-3-15,3-3 16</inkml:trace>
  <inkml:trace contextRef="#ctx0" brushRef="#br0" timeOffset="126604.4187">11204 11946 0,'0'0'0,"-1"-7"0,-5-4 15,-8-2-15,-6 2 16,-3 4-16,-8 5 16,-4 4-16,4 7 0,2 4 15,1 4-15,6 5 16,5 3-16,6 2 0,6 2 16,8 0-16,11 1 15,8 0-15,2 0 16,4 1-16,9 2 15,5 0-15,-1 5 0,0 1 16,-6-3 0,-9 1-16,-8 0 0,-12-4 15,-10-4-15,-15-2 16,-7-4-16,-7-5 16,-10-4-16,-2-5 15,-1-5 1,0-5-16,46 1 15</inkml:trace>
  <inkml:trace contextRef="#ctx0" brushRef="#br0" timeOffset="127030.3179">11627 12111 0,'0'0'0,"0"0"15,-3-5 1,-6-8-16,-3-1 16,-4 0-16,-8 4 15,-7 7-15,-3 9 16,-5 9-16,-3 9 0,-2 9 15,12 11-15,-2 8 16,16 1-16,11 0 16,11-1-16,11-9 15,13-7-15,6-7 16,9-6-16,-1-9 16,5-5-16,0-8 0,-1-10 15,-8-5-15,-1-3 16,-9-5-16,-8-4 15,-6-4-15,-7-7 0,-3-4 16,-7-2-16,-7-3 31,-10-4-31,-3 4 16,-13 7-16,-2 10 16</inkml:trace>
  <inkml:trace contextRef="#ctx0" brushRef="#br0" timeOffset="127594.9904">11905 12561 0,'0'0'0,"0"6"0,-10 10 16,-8 6 0,-10 6-16,0 2 0,-1-1 15,29-29 1,-25 27-16,25-27 16,-23 24-16,23-24 0,-17 18 15,11-6-15,16-2 16,7-4-16,-17-6 15,26 3-15,4-1 16,4-1-16,-3-2 16,-31 1-16,29-1 15,-29 1 1,24-5-16,-4-5 16,-20 10-16,15-14 0,-8-2 15,-7 16-15,3-19 16,-3 19-16,-3-22 15,3 22-15,-6-20 0,6 20 0,-6-14 16,2 14 0,2 16-16,2 16 0,0 9 15,-1 5-15,2 8 16,-2 5-16,-3-1 16,4 1-16,-2 0 15,0-6 1,-1-7-16,2-1 15,0-8-15,0-7 16</inkml:trace>
  <inkml:trace contextRef="#ctx0" brushRef="#br0" timeOffset="129525.9631">13362 12497 0,'0'0'0,"0"0"0,0 0 15,0 0-15,0 0 16,0 0-16,2 2 15,-2-2-15,8 6 16,7-1-16,16 0 16,7-1-16,12-3 0,4-1 15,10-1-15,8-1 16,9-3-16,3 1 16,7 0-16,5-1 15,0 2 1,2 2-16,3-1 15,2 2-15,0 1 16,-6 1-16,-1-2 16,-6 0-16,-5-2 15,-8 1-15,-12 0 16,-11-1-16,-54 2 16,42-1-16,-42 1 0,32-2 15,-32 2-15,21-2 16,-21 2-16,14-2 0,-14 2 15,4 2-15,-12 2 32</inkml:trace>
  <inkml:trace contextRef="#ctx0" brushRef="#br0" timeOffset="130737.7696">17408 11909 0,'0'0'0,"0"0"0,0 0 0,0 1 16,0-1-1,-1 3-15,1-3 0,-6 3 16,6-3-16,-3 3 16,-3-3-16,6 0 15,-12-4-15,12 4 16,-10-5-16,-1-6 15,11 11-15,-13-14 0,3-5 16,10 19-16,-5-19 16,6-3-16,8 3 0,4-1 15,2 3 1,10 5-16,0 4 0,5 7 16,5 5-16,-1 10 31,2 5-31,-2 11 15,-2 6-15,-9 10 16,-2 4-16,-10 4 0,-6 3 16,-11 2-16,-7-3 15,-7 2-15,-9-5 16,-2-5-16,-9-6 16,3-4-16,-8-2 0,-1-3 15,1-4-15,-1-2 31,-1-5-31,8-7 16,1-6-16,2-7 16,6-7-16,1-4 15,5-6-15,7-2 0,5-4 16,12 21-16,-6-25 16,2-1-16,13-1 15,6 5-15,-15 22 16,19-22-16,6 6 15,5 8-15,2 7 16,3 5-16,-4 6 16,1 7-16,-1 4 0,-2 3 15,-3 11-15,-1 2 16,-1 4-16,-4 1 16,1-1-16,1-2 0,4-2 15,3-5 1,8-6-16,9-7 0,8-11 15</inkml:trace>
  <inkml:trace contextRef="#ctx0" brushRef="#br0" timeOffset="131696.5513">19090 12204 0,'0'0'0,"0"0"0,-1-8 16,-5-8-1,6 16-15,-8-19 0,-7-2 16,-10-2-16,-4 3 16,-5 5-16,-2 1 15,-4 11 1,3 6-16,-4 8 16,-1 15-16,-5 11 15,-2 10-15,-3 10 16,9 4-16,9-5 15,12-5-15,14-4 16,12-3-16,15-6 16,11-3-16,14-5 0,12-10 15,14-8-15,3-4 16,2-8-16</inkml:trace>
  <inkml:trace contextRef="#ctx0" brushRef="#br0" timeOffset="132199.5628">19449 12392 0,'0'0'0,"0"0"0,1-7 0,-1-12 16,0-1 0,-4-5-16,-5 0 0,0 5 0,-7 6 15,-7 3 1,-4 7-16,-2 6 16,-8 9-16,1 5 0,-3 8 15,3 8-15,9 1 16,8-1-1,4-2-15,15-30 0,0 26 16,7-1-16,11-3 16,7-3-16,2-5 15,1-6-15,1-5 16,-2-6-16,0-2 16,-27 5-16,22-10 15,-3-4 1,-19 14-16,14-21 0,-14 21 15,7-23-15,-7 23 16,4-22-16,-4 22 16,0-16-16,0 13 0,-4 15 15,10 10-15,0 8 16,10 0-16,11-3 16,8-5-16,10-10 0,1-9 31</inkml:trace>
  <inkml:trace contextRef="#ctx0" brushRef="#br0" timeOffset="132604.4452">19852 11462 0,'0'0'0,"0"0"0,1 7 0,2 17 0,5 11 16,-7 15-16,1 14 15,-4 6-15,1 6 0,-9 8 16,5 2-16,-4-1 15,1-3-15,0-10 16,2-5-16,2-6 16,3-7-16,2-6 15,0-4 1,1-7 0,-2-37-16,2 33 0,-2-33 15,4 29-15,-4-29 16,0 18-16,-1-17 15</inkml:trace>
  <inkml:trace contextRef="#ctx0" brushRef="#br0" timeOffset="132932.7221">19684 12262 0,'0'0'0,"0"0"0,7-2 0,13-5 15,16-3 1,10 0-16,7 1 16,3 0-1,-7 4-15,-6 3 0,-43 2 16,37-1-16,-6 2 16,-31-1-16,27 3 15,-9 3-15,-18-6 16,15 12-16,-6 12 0,-5 10 15,-2 6-15,-3-2 16,-2 2-16,3-6 16,2-6-16,-2-4 15,0-24-15,2 24 16,-2-24-16,-1 18 16,-3-11-16</inkml:trace>
  <inkml:trace contextRef="#ctx0" brushRef="#br0" timeOffset="133079.679">20109 12018 0,'0'0'0,"0"0"0,0 0 0,0 0 15</inkml:trace>
  <inkml:trace contextRef="#ctx0" brushRef="#br0" timeOffset="133534.1893">20606 12311 0,'0'0'0,"0"0"0,1-7 16,-4-5-16,-7-5 16,-5 2-16,-4 2 15,-9 10-15,-2 8 16,-4 10-16,2 7 0,0 5 15,8 8 1,24-35-16,-14 35 0,11 0 16,15 2-16,13-6 15,3-6-15,6-7 16,3-8-16,2-7 0,0-5 31,0-5-31,-5-5 16,-5-3-16,-6-7 15,-10-2-15,-7-6 0,-5-3 16,-8-2-16,-8-1 16,-8 0-16,-9 7 15,-5 6-15,37 23 16,-36-15-16</inkml:trace>
  <inkml:trace contextRef="#ctx0" brushRef="#br0" timeOffset="134335.3092">20954 12315 0,'0'0'0,"2"7"0,4 9 0,0 10 31,1 8-31,-2 4 15,-4-3-15,-1-35 16,0 32-16,0-32 16,-2 26-16,2-26 0,-3 18 15,3-18-15,-1 12 16,-1-8-16,2-4 16,-2-8-16,3-7 15,3-10-15,2-3 0,1 2 16,8 0-16,3 1 15,5 4-15,1 4 16,4 5-16,-28 12 16,29-5-16,-2 8 31,-2 10-31,-5 5 0,-7 4 0,-5-2 16,-8-20-1,5 23 1,-5-23-16,8 24 0,-8-24 15,3 20-15,-3-20 16,4 14-16,4-4 16,3-11-16,2-6 0,5-6 15,2-4-15,0-4 16,3-1-16,-3-2 16,-1 0-16,-2-2 15,-1 0-15,-16 26 16,13-23-16,-13 23 15,8-20-15,-8 20 16,2-19-16,-2 19 0,-4-10 16,-6 12-16,10-2 15,-14 12-15,0 5 16,13 9-16,5 2 16,11-2-16,5-1 15,5 1-15,6 2 16,-3 0-16,3-1 15,-3-1 1,-3-2-16,-25-24 16,17 21-16,-17-21 15,8 23-15,-10-2 16,-8-2-16,-7-8 16,-6-4-16,-11-4 0,-7-11 15</inkml:trace>
  <inkml:trace contextRef="#ctx0" brushRef="#br0" timeOffset="148166.5277">3789 12928 0,'0'0'0,"0"0"0,0 0 15,0 0-15,0 0 16,0 1-16,3 5 16,4 11-16,2 11 0,-5 11 15,0 13 1,-6 3-16,-4 6 0,3 6 16,-3-2-1,-2-3-15,0-6 0,5-2 16,0-9-1,-2-4-15,3-4 0,0-4 16,0-1-16,2-4 16,0-28-16,2 29 15,3-6-15,5-7 16</inkml:trace>
  <inkml:trace contextRef="#ctx0" brushRef="#br0" timeOffset="149064.8933">4661 13351 0,'0'0'0,"0"0"0,5 8 16,7 13-16,2 4 16,1 9-16,3 2 15,-5-1-15,-4 1 16,1-5-16,-10-31 15,4 28-15,-4-28 0,3 25 16,-3-25-16,1 21 16,-1-21-16,-1 13 15,1-12-15,-2-12 16,0-9-16,-1-7 0,3-7 16,1-2-16,4-4 31,5 4-31,-10 36 15,17-32-15,1 6 16,2 7-16,8 14 0,-1 6 16,-1 6-16,-4 6 15,2 6-15,-4 3 16,-1-1-16,-19-21 16,16 23-16,-5 0 0,-11-23 15,13 22-15,-13-22 31,6 19-31,-6-19 16,2 15-16,-3-7 16,-1-10-16,0-9 15,1-5-15,4-8 16,4-2-16,2 0 0,7 1 16,-16 25-16,15-20 15,6 9 1,-2 6-16,-1 8 0,1 9 15,-4 5-15,-5 4 16,-4 5-16,0 1 16,-2 1-16,-1-2 0,-2 3 15,-1-29-15,3 27 16,-1 0-16,-2-27 16,6 20-16</inkml:trace>
  <inkml:trace contextRef="#ctx0" brushRef="#br0" timeOffset="149437.441">5585 13487 0,'0'0'0,"0"0"0,-2-4 16,-7-4-16,-6 0 15,-4-1-15,-4 3 16,0 11-16,-3 7 16,-1 4-16,3 10 15,6 2-15,18-28 16,-14 30-16,10 1 16,15-2-16,5-5 0,8-7 15,6-5-15,4-7 16,0-5-16,-2-3 0,-32 3 15,32-7-15,-7-6 16,-5-9-16,-5-1 31,-9-2-31,-9-4 16,-6-2-16,-7 4 0,-8 0 16,-3 2-16,27 25 15,-28-26-15</inkml:trace>
  <inkml:trace contextRef="#ctx0" brushRef="#br0" timeOffset="149736.2933">5925 13039 0,'0'0'0,"0"0"15,2 4-15,1 15 0,-2 9 16,-1 14-16,-4 9 16,-7 11-16,4 2 15,-4 4-15,-2-2 16,6-3-16,2-8 16,-1-3-16,3-10 15,1-5 1,2-37-16,-4 32 15,4-32-15,-3 24 16</inkml:trace>
  <inkml:trace contextRef="#ctx0" brushRef="#br0" timeOffset="150134.4759">6142 13557 0,'0'0'0,"0"0"0,6 1 16,8-1-16,15 2 15,7-3 1,-2 1-16,0-1 16,1-3-16,-6-6 15,-29 10-15,25-10 0,-3-5 16,-6-5-16,-16 20 15,10-20-15,-8-1 16,-6 0-16,-9 6 16,-6 5-16,-4 5 15,-7 6-15,-1 10 16,-4 6-16,-4 14 0,5 3 16,3 8-16,8-2 15,12 5-15,15-4 16,17-3-16,18-2 15,18-2-15,23-7 0,18-6 16</inkml:trace>
  <inkml:trace contextRef="#ctx0" brushRef="#br0" timeOffset="150836.2601">9417 13633 0,'0'0'0,"0"0"0,3 9 15,2 16 1,0 9-16,1 5 0,-1 6 0,-4-1 16,0-2-16,1-6 15,-2-3-15,0-33 0,4 30 16,2-9-16</inkml:trace>
  <inkml:trace contextRef="#ctx0" brushRef="#br0" timeOffset="151073.4542">9849 13629 0,'0'0'0,"0"0"0,1 2 0,1 8 15,-2 13 1,1 10-16,1 9 0,-2 9 0,4 10 16,3 7-16,-3 4 15</inkml:trace>
  <inkml:trace contextRef="#ctx0" brushRef="#br0" timeOffset="155025.837">13430 13861 0,'0'0'0,"0"0"0,0 0 0,0 0 16,5 1-16,4 4 31,8 0-31,10-2 0,11 1 16,9-4-1,14-2-15,9-3 16,14 0-16,11 2 16,39-2-16,-2-4 15,3 7-15,-5 0 16,-8-1-16,-15 4 0,-3 3 16,-10-2-16,-7 5 15,-6-2-15,-10 1 16,-15-2-16,-56-4 15,48 5-15,-48-5 16,34 4-16,-34-4 0,19 2 16,-11 1-16,-15 0 15</inkml:trace>
  <inkml:trace contextRef="#ctx0" brushRef="#br0" timeOffset="156362.1593">16400 13587 0,'0'0'0,"0"0"0,1-3 0,-1 3 16,-1-10-16,2-5 15,0-5-15,2-3 0,1 1 16,-4 22-16,9-21 16,2 2-16,8-3 15,0 2 1,4 4-16,4 8 16,2 0-16,4 5 0,-1 6 15,7 7-15,1 5 16,0 16-16,-4 3 15,0 10-15,-5 7 16,-8 9-16,-8 3 16,-7 6-1,-8 4-15,-9-2 16,-8-3-16,-8-2 16,-6-8-16,-3-8 15,-6-9-15,0-3 16,-1-9-16,-4-6 15,6-4-15,0-8 16,-1-4-16,6-9 0,1-6 16,1-7-1,5-5-15,6-6 16,2-5-16,11-1 0,5-5 16,5-1-16,7-5 15,11 6-15,7 0 16,1 13-16,3 4 0,0 11 31,5 7-31,-2 7 0,4 7 16,-5 6-16,-3 4 15,-1 6-15,-1 7 16,-4 1-16,-1 1 16,3 6-16,1-4 15,3-1-15,-2-2 0,9-3 16,4-4-16,10-6 15</inkml:trace>
  <inkml:trace contextRef="#ctx0" brushRef="#br0" timeOffset="157271.2212">17157 13893 0,'0'0'0,"4"5"0,2 9 0,5 3 16,11 7-16,3 3 15,5 0-15,3 3 16,-1-1-16,-2-2 16,-2-1-16,-5 1 15,-3-1-15,-20-26 16,20 24-1,-20-24-15,12 19 16</inkml:trace>
  <inkml:trace contextRef="#ctx0" brushRef="#br0" timeOffset="157531.5198">17463 13866 0,'0'0'0,"0"0"0,0 0 0,-4 5 16,-3 6-16,-4 6 0,-11 13 16,-5 6-16,-4 6 0,-4 3 15,-3-2 1,-1-4-16,3-5 0,36-34 15,-35 28-15,35-28 16,-27 22-16,12-8 16,17-13-1</inkml:trace>
  <inkml:trace contextRef="#ctx0" brushRef="#br0" timeOffset="157900.9497">17734 13586 0,'0'0'0,"0"0"0,0 0 16,0 0-16,0 3 16,2 8-16,1 5 15,0 12-15,5 12 16,-2 9-16,1 10 16,-1 5-16,-2 2 0,0 0 15,-1-7-15,0-8 16,-1-7-16,1-9 15,-3-35-15,2 31 0,-2-31 32,4 26-32,-1-15 0</inkml:trace>
  <inkml:trace contextRef="#ctx0" brushRef="#br0" timeOffset="158332.9933">17729 13546 0,'0'0'0,"0"0"0,5 4 15,11 16-15,5 12 0,16 15 16,1 2-16,5 8 15,1-2-15,1 0 16,-12-7-16,1-2 0,-6-5 16,-4-8-16,-24-33 15,20 30-15,-20-30 32,18 23-32,-18-23 15,16 16-15,-16-16 16,9 10-16,-2-8 0,-9-15 15,-4-11-15,0-9 16,1-9-16,-3-8 16,3-1-16,1-3 15,-2-4-15,3 0 0,-2-4 16,0 3-16,-2 4 16,7 55-16,-4-46 15,-2 13-15,-5 21 16,-1 14-16</inkml:trace>
  <inkml:trace contextRef="#ctx0" brushRef="#br0" timeOffset="158970.2343">18433 14087 0,'0'0'0,"0"0"0,-4 7 0,-6 16 16,-10 3-1,-3 7-15,-3 2 0,-2-1 16,-1-2-1,6-4-15,23-28 16,-21 29-16,21-29 16,-19 21-16,19-21 15,-13 14-15,7-6 16,9-13-16,8-8 0,3-4 16,2-4-16,1-3 15,-1 0-15,0-3 16,-4-3-16,-4 1 15,3-3-15,3 1 16,-14 31-16,13-30 16,-13 30-16,9-22 15,-9 22-15,10-15 16,-5 6-16,-5 9 16,3 3-16,0 14 15,-2 12-15,2 4 16,4 7-16,-2 0 15,6 0-15,-2-3 0,0-1 16,2-1 0,2 0-16,-3-1 0,-10-34 15,15 31 1,-15-31-16,12 29 0,-12-29 16,10 24-1,-10-24-15,5 16 0</inkml:trace>
  <inkml:trace contextRef="#ctx0" brushRef="#br0" timeOffset="159131.9405">18254 14273 0,'0'0'0,"12"-2"0,14-3 0,21 3 16,13-4-1,13 2-15</inkml:trace>
  <inkml:trace contextRef="#ctx0" brushRef="#br0" timeOffset="159943.2863">18919 13800 0,'0'0'0,"0"0"0,0 0 0,1 1 15,7-1-15,14 0 16,8-1-16,8 1 0,10 1 16,1 2-16,3 0 0,-52-3 15</inkml:trace>
  <inkml:trace contextRef="#ctx0" brushRef="#br0" timeOffset="160206.1703">18960 13974 0,'0'0'0,"9"-3"16,13 0-16,18 1 0,13 1 15,11 0-15,10 1 16</inkml:trace>
  <inkml:trace contextRef="#ctx0" brushRef="#br0" timeOffset="160838.7759">19815 13391 0,'0'0'0,"6"-4"0,3-6 0,6-2 0,11 0 15,4 2 1,-1 6-16,7 6 16,0 7-16,-4 13 0,2 10 15,-5 11-15,-7 7 16,-11 5-16,-7 6 16,-8 3-1,-6 0-15,-6-7 16,-6-4-16,-1-7 15,-6-10-15,-1 0 0,-1-9 16,-2-4-16,-2-2 16,-1-7-16,0-5 15,3-6-15,3-6 0,4-6 16,5-6 0,2-6-16,8-4 0,4-2 15,11-3 1,-4 30-16,8-28 0,8 4 15,6 6-15,2 9 16,0 8-16,3 5 16,2 9-16,0 5 0,2 7 15,-2 3-15,-1 2 16,2 0-16,1 4 16,-5-4-16,4 1 15,1-3-15,1-3 16</inkml:trace>
  <inkml:trace contextRef="#ctx0" brushRef="#br0" timeOffset="161630.4003">20699 13819 0,'0'0'0,"0"0"0,0 0 0,4-1 15,4 4-15,6 8 0,5 5 16,-3 10-16,0 4 16,-5 0-16,0 1 15,-11-31-15,8 26 16,-8-26-16,6 26 0,-6-26 16,1 24-16,-1-24 15,-2 19-15,2-19 31,-1 13-31,-3-9 0,2-12 16,2-7-16,0-4 0,0-6 16,3-1-1,7 2-15,-10 24 16,14-28-16,4 3 16,-18 25-16,20-21 15,5 10-15,-25 11 16,22-4-16,-2 11 15,-20-7-15,17 13 16,-17-13-16,15 17 0,-15-17 16,12 18-16,-12-18 15,5 17-15,-5-17 16,2 10-16,-2-10 16,1 7-16,-1-10 0,0 3 15,2-9-15,3-7 16,-5 16-16,8-21 15,6-4-15,-14 25 16,17-20-16,2 7 16,0 11-16,-1 8 0,-18-6 15,13 14-15,-4 6 16,-9-20 0,6 25-1,-3-1-15,-3-24 16,3 28-16,-3-28 15,5 24-15,-5-24 0,4 24 16,-4-24-16,5 18 16</inkml:trace>
  <inkml:trace contextRef="#ctx0" brushRef="#br0" timeOffset="162025.2425">21453 13920 0,'0'0'0,"0"0"16,0 0-16,0-5 16,0 5-16,-3-10 15,3 10-15,-8-13 16,-6 1-16,-9 8 15,0 9-15,-6 10 16,2 4-16,5 3 0,8 3 16,7-1-16,7-1 15,8-2-15,7-1 16,6-5-16,2-2 16,0-3-16,5-7 0,-2-1 15,-26-2-15,23-2 16,-3-3-16,-1-10 15,-7-6-15,-3-3 16,-8 0-16,-7-2 16,-9 4-16,-7-3 15,-7 2-15,29 23 0</inkml:trace>
  <inkml:trace contextRef="#ctx0" brushRef="#br0" timeOffset="162393.8633">21618 13389 0,'0'0'0,"0"0"0,0 1 16,4 10 0,1 5-16,3 13 15,-2 5-15,2 12 16,-2 5-16,5 8 16,-5-2-16,0 0 15,-3 2-15,-4-2 16,1-6-16,0-3 15,0-5-15,2-1 16,2-8-16,-4-34 0,6 30 16,-6-30-16</inkml:trace>
  <inkml:trace contextRef="#ctx0" brushRef="#br0" timeOffset="162865.3853">22510 13793 0,'0'0'0,"0"0"0,0 0 15,-2-7-15,-2-6 16,-5-1-16,-9-2 15,-1 6-15,-11 9 16,-10 9-16,-3 6 16,-6 5-1,2 6-15,5-1 16,6 3-16,11 0 16,12 1-16,10 1 15,10 2-15,13-1 16,14 1-16,7-4 0,13-3 15,7-2-15,3-8 16</inkml:trace>
  <inkml:trace contextRef="#ctx0" brushRef="#br0" timeOffset="163333.1192">22729 13894 0,'0'0'0,"0"0"0,-2-5 0,1-5 0,1 10 16,-6-15-1,-5-2-15,11 17 0,-16-14 0,-8 6 16,-14 10-16,1 8 15,1 4-15,8 4 16,28-18-16,-25 22 16,10 2-16,8 5 15,10-2-15,9-2 16,3-5-16,8-4 0,4-5 16,0-6-16,-1-4 15,-3-4-15,-23 3 16,21-7-16,0-6 15,-21 13-15,15-14 32,-15 14-32,13-15 0,-13 15 15,9-12-15,-8 8 16,-1 4-16,-1 6 16,-3 8-16,5 9 0,8 0 15,9 1-15,6-6 16,7-5-16</inkml:trace>
  <inkml:trace contextRef="#ctx0" brushRef="#br0" timeOffset="163730.9472">22977 13127 0,'0'0'0,"0"0"16,5 2-16,0 6 15,-1 9-15,1 10 0,3 11 16,-2 13-16,-2 12 0,-4 9 15,-4 7-15,0-1 16,-1 1-16,0-9 16,1-2-16,4-7 15,-1-7-15,2-8 16,-1-7-16,0-3 16,0-36-16,0 32 15,0-32-15,3 24 31,3-13-31,2-14 0</inkml:trace>
  <inkml:trace contextRef="#ctx0" brushRef="#br0" timeOffset="164066.1875">22876 13785 0,'0'0'0,"0"0"0,9-2 16,12-2-16,9-2 0,15 6 16,1-1-16,-2 0 15,-2 1-15,-6-2 16,-36 2-16,32-2 16,-32 2-16,28 0 0,-28 0 15,19 0-15,-6 4 31,-3 9-31,-6 7 16,-5 5-16,2 4 16,-4 5-16,2-3 0,4-2 15,-5 0-15,6-3 16,-4-26-16,3 27 16,-3-27-1,0 24-15,0-24 0,-3 20 16</inkml:trace>
  <inkml:trace contextRef="#ctx0" brushRef="#br0" timeOffset="164244.6189">23252 13634 0,'0'0'0,"0"0"16,0 0-16,0 0 15,0 0-15,4 0 16,6 1-16</inkml:trace>
  <inkml:trace contextRef="#ctx0" brushRef="#br0" timeOffset="164667.6226">23747 13929 0,'0'0'0,"0"0"0,0-4 16,0 4-16,-5-11 0,-5-7 15,-6 0-15,-14 1 16,-1 4-1,-5 8 1,-2 9-16,1 5 0,7 6 16,3 3-16,8 1 15,8 2-15,7 3 16,9 2-16,5 2 16,13-5-16,3-1 15,2-5-15,5-4 0,3-7 16,-4-4-16,-4-6 15,-7-9-15,-4-3 16,-8-10-16,-4-5 16,-3-3-16,-10-4 15,-6 1-15,-9 5 16,23 32 0,-24-27-16</inkml:trace>
  <inkml:trace contextRef="#ctx0" brushRef="#br0" timeOffset="165504.5924">23908 13868 0,'0'0'0,"0"0"0,1 8 0,3 6 15,0 5-15,2 9 16,0 1-16,-1-1 0,-2-2 16,-3-26-16,2 24 15,-2-24-15,1 21 16,-1-21-16,-3 19 16,3-19-16,-7 14 15,7-14-15,-4 9 0,1-5 31,6-13-31,1-6 16,3-5-16,1-2 16,1 0-16,0-1 15,7 0-15,-16 23 16,13-18-16,-13 18 0,21-15 16,-2 2-16,-19 13 15,23-5-15,-4 8 0,0 9 16,-19-12-16,13 18 15,-4 4-15,-1 5 16,-8-27-16,5 27 16,-5-27-16,7 26 15,-7-26-15,7 25 16,-7-25 0,11 18-16,2-6 15,3-9-15,5-7 16,-1-5-16,1-5 15,-2-3-15,2-3 16,-5-5-16,2 0 16,-2-4-16,-1 0 15,-15 29-15,10-27 0,-2 0 16,-8 27-16,1-28 16,-6 7-16,5 21 15,-9-16-15,-4 9 0,13 7 16,-14 4-1,3 8-15,2 9 0,8 3 16,9 5-16,5 1 16,8 5-16,5 5 15,3 6-15,-2-4 0,-4 4 16,-23-46-16,22 38 16,-11-5-16,-11-7 15,-12-11-15,-11-7 31,-15-18-31,-14-5 16</inkml:trace>
  <inkml:trace contextRef="#ctx0" brushRef="#br0" timeOffset="210173.1185">3683 14219 0,'0'0'0,"0"0"0,0-4 0,0 4 16,3-9-1,2-7-15,-5 16 16,12-19-16,2 0 0,9 0 16,-1 8-16,7 6 15,-1 9-15,1 7 16,0 7 0,-3 4-16,-3 4 15,-9 5-15,-4-2 0,-10 4 16,-10 1-16,-6-2 0,-3-3 15,-7 1-15,0-4 16,-1-6-16,27-20 16,-28 17-16,2-4 15,26-13-15,-24 8 16,24-8-16,-17 4 16,6-8-16,9-8 15,13-5-15,9 2 0,10 1 16,7 9-16,0 11 15,5 10-15,-2 5 16,-7 10-16,-3 5 16,-8 4-16,-8 0 15,-6 2-15,-12 0 16,-5 0-16,-8-8 16,-8 2-16,-4-5 15,-5-6-15,-5-7 16,-5 0-1,1-7-15,-3-4 16,0-7-16,2-4 16,-1-6-16,3-4 15,3-6-15,6-5 16,10-5-16,10 1 0</inkml:trace>
  <inkml:trace contextRef="#ctx0" brushRef="#br0" timeOffset="211226.0171">4622 14454 0,'0'0'0,"0"0"0,6 6 16,1 13-1,9 7-15,-3 4 0,-3 7 16,1 2-16,-8-2 15,-2-3-15,-1-34 16,-3 33-16,3-33 0,-4 29 31,4-29-31,-1 26 16,1-26-16,-2 20 0,2-20 16,-1 12-1,-1-13-15,0-13 0,2-10 16,2-6-16,4-5 15,-6 35-15,9-35 16,5 3-16,6 6 16,2 5-16,4 12 0,-1 9 15,-1 8-15,2 6 16,-2 4-16,-24-18 16,21 21-16,-21-21 15,18 24-15,-18-24 16,13 23-16,-13-23 15,8 20 1,-8-20-16,7 14 16,-5-6-16,-1-10 15,2-10-15,3-8 0,1-5 16,8-5 0,2 2-16,-17 28 0,22-20 15,3 6-15,3 11 16,-4 12-16,-4 6 15,-2 5-15,-1 5 16,0 3-16,-3-1 16,2 1-16,4-4 0,-1-5 15,4 1-15,2-9 16,-2-3-16,5-3 16,-1-4-16,2-6 0,-1 0 31,0-9-31,-4-4 15,-1-2-15,-6-4 16,-3-1-16,-14 25 0,6-24 0,-5 0 31,-8 4-31,-7 6 16,-3 7-16,-4 7 16,-5 8-16,0 5 15,7 6-15,2 4 16,8 1-16,8 3 15,12 1-15,10-3 0,5-3 16,9-5-16,0-8 16,-1-3-16,-34-6 15,33-4-15,-2-5 16,-9-7-16,-7-5 16,-8-4-16,-7-8 15,-4 0-15,-11 3 0,-6-1 16,-6 7-16,-3 2 15,30 22-15</inkml:trace>
  <inkml:trace contextRef="#ctx0" brushRef="#br0" timeOffset="211531.2251">5868 14115 0,'0'0'0,"0"0"15,3 9-15,-2 14 0,-1 12 16,0 12-16,0 7 16,0 7-16,-2 2 15,1-2-15,-1-3 16,-3-1-16,-3-6 15,5-3-15,3-8 0,-1-3 32,3-5-32,-2-32 15,6 27-15,-6-27 0</inkml:trace>
  <inkml:trace contextRef="#ctx0" brushRef="#br0" timeOffset="211927.1577">6145 14625 0,'0'0'0,"0"0"0,7 4 15,10-1-15,5-1 0,9 1 16,5-4-16,-2-5 15,-3-4-15,-5-1 16,-3-5-16,-23 16 16,19-20-16,-8-2 15,-11 22-15,4-27 16,-5 1 0,-5 3-16,-9 5 15,-4 6-15,-8 12 16,-5 8-16,-7 15 15,2 9-15,0 11 16,6 8-16,11 2 16,11 1-16,19-3 15,17-2-15,19-5 0,19-9 16,20-5-16,23-7 0</inkml:trace>
  <inkml:trace contextRef="#ctx0" brushRef="#br0" timeOffset="212296.6123">9000 14625 0,'0'0'0,"0"0"0,-1 11 31,1 15-31,2 6 0,-1 10 16,2 2-1,-1 2-15,-4-4 16,2-42-16,-4 39 16,-2-7-16</inkml:trace>
  <inkml:trace contextRef="#ctx0" brushRef="#br0" timeOffset="212496.7263">9351 14751 0,'0'0'0,"0"8"0,-4 12 0,4 15 16,2 10-1,-2 6-15,1 5 0</inkml:trace>
  <inkml:trace contextRef="#ctx0" brushRef="#br0" timeOffset="213764.7147">12592 15059 0,'0'0'0,"0"0"0,0 0 16,2 1-1,-2-1-15,3 3 0,8 2 16,6 1-1,7 2-15,8-3 16,13-2-16,9 0 16,12-1-16,13-2 15,11 1-15,5-1 16,5 5-16,3-1 16,-2-1-16,-3 0 15,-6 2-15,-7-1 16,-7-1-1,-4 1-15,-18-2 16,-56-2-16,45 4 0,-45-4 16,31 1-16,-15 1 15,-17-4-15</inkml:trace>
  <inkml:trace contextRef="#ctx0" brushRef="#br0" timeOffset="214532.2676">14627 14810 0,'0'0'0,"-2"-9"0,-2-6 0,3-9 16,0-1-16,1 25 15,1-26-15,4 4 0,6-2 16,10 3-16,10 7 16,3 5-16,5 9 15,1 11-15,-1 7 0,-1 9 16,1 8 0,-15 6-16,-3 7 0,-15 1 31,-8 1-31,-10-5 0,-6-6 15,-9-7-15,-3-5 16,-7-4-16,0-3 16,-3-3-1,4-5-15,1-5 0,8-4 16,27-3-16,-26-3 0,26 3 16,-20-3-16,11-5 15,15-5-15,11 3 16,12 6-16,9 8 15,2 9-15,0 6 16,-1 6-16,-7 9 0,-1 4 16,-9-1-16,-2 3 15,-11-2-15,-7-1 16,-11-3-16,-5 0 16,-11-6-16,-6-1 15,-4-4-15,-3-8 16,-6-4-16,4-1 15,-3-2-15,1-8 16,1-2 0,3-7-16,4-9 15,3-6-15,31 24 16,-26-30-16</inkml:trace>
  <inkml:trace contextRef="#ctx0" brushRef="#br0" timeOffset="214902.0946">15265 15140 0,'0'0'0,"0"0"0,6 7 16,7 9-16,10 8 16,5 5-16,4 3 0,3 3 15,0-2-15,-9 2 16,0 0-16,-6-3 15,-1-2 1,-19-30-16,13 28 0,-2-4 16,-11-24-16,13 20 15,-5-11 1,-8-9-16</inkml:trace>
  <inkml:trace contextRef="#ctx0" brushRef="#br0" timeOffset="215134.0067">15603 15142 0,'0'0'0,"0"0"0,-5 6 16,-13 12-16,-13 8 16,-3 4-16,-4 2 15,-9 2-15,5-4 0,3 3 16,1-4-16,3 1 15,7-6-15,28-24 16,-24 17-16</inkml:trace>
  <inkml:trace contextRef="#ctx0" brushRef="#br0" timeOffset="215672.9543">15856 14801 0,'0'0'0,"9"-6"0,-9 6 15,9-11-15,3-4 16,6-2-16,5 1 15,2 5-15,4 6 16,0 8 0,1 8-16,-1 10 15,-1 8-15,-3 6 16,-3 12-16,-3 7 16,-7 3-16,-14 7 15,-11 0-15,-11-2 16,-8-10-16,-5-6 15,0-9-15,-1-6 16,-3-4-16,2-7 16,-1-6-16,0-6 0,4-5 15,36-3-15,-32-4 16,4-8-16,10-11 16,9-1-16,11 2 15,8 5-15,7 11 0,6 4 16,4 9-16,3 6 15,0 8-15,1 4 16,-1 4-16,1 1 16,-3 2-16,2-3 15,1 0-15,-3-2 0,-1-5 32,-3-5-32</inkml:trace>
  <inkml:trace contextRef="#ctx0" brushRef="#br0" timeOffset="215936.1117">16403 15260 0,'0'0'0,"0"0"0,6 6 16,9 7-16,11 9 15,13 6-15,0 4 16,5-2-16,-3 1 16,-8-7-16,-33-24 15,30 20 1,-30-20-16,23 18 16</inkml:trace>
  <inkml:trace contextRef="#ctx0" brushRef="#br0" timeOffset="216167.7007">16676 15219 0,'0'0'0,"-7"13"15,-10 3-15,-5 6 16,-12 7-16,-2 1 0,-5 1 31,1-3-31,40-28 16,-40 25-16,40-25 15,-33 24-15,9-13 0</inkml:trace>
  <inkml:trace contextRef="#ctx0" brushRef="#br0" timeOffset="216467.9643">16992 14847 0,'0'0'0,"0"0"0,1 0 0,1 10 16,2 8-16,0 17 15,5 11-15,-2 9 16,0 6-16,-2 5 31,2-1-31,-5-6 0,-1-2 16,2-4-16,0-12 16,-1-5-16,-2-36 15,0 28-15,0-8 16</inkml:trace>
  <inkml:trace contextRef="#ctx0" brushRef="#br0" timeOffset="216890.2103">16982 14786 0,'0'0'0,"0"0"0,8 5 16,12 10-16,5 12 0,13 10 15,2 13-15,2 8 16,5 3-16,-5 2 16,-2-4-16,-1-2 15,-4-10-15,-35-47 16,30 40-16,-30-40 15,26 32-15,-26-32 0,21 22 16,-7-8 0,-7-14-16,-5-12 0,-3-10 15,-3-11 1,0-3-16,-3-2 0,3-2 16,-2-5-16,2-3 0,-1-6 15,3 0-15,0-1 16,1 6-16,1 49 15,-1-40-15,1 40 16,-4-27-16,-1 20 16</inkml:trace>
  <inkml:trace contextRef="#ctx0" brushRef="#br0" timeOffset="217438.1526">17740 15404 0,'0'0'0,"0"0"0,0 5 15,-6 14-15,-9 5 0,-2 3 16,-5 6-16,-1 2 31,-4-1-31,1-4 16,26-30-16,-24 29 15,24-29-15,-19 24 16,19-24-16,-15 19 16,15-19-16,-7 10 0,8-10 15,5-10-15,5-11 16,5-5-16,4-5 15,-2-1-15,2-3 0,-2-1 16,1-1 0,-19 37-16,19-39 0,-19 39 15,18-33-15,-18 33 16,14-21-16,-14 21 16,12-14-16,-4 18 0,0 19 15,0 11-15,-3 6 16,2 3-16,-3 1 15,7-2-15,1 0 16,-1-8-16,1-2 16,-12-32-16,11 28 15,-11-28 1,11 24-16,-11-24 16,9 21-16,-8-10 15,-7-15-15</inkml:trace>
  <inkml:trace contextRef="#ctx0" brushRef="#br0" timeOffset="217625.3931">17593 15569 0,'0'0'0,"0"0"0,6 0 16,17-1-16,19 1 15,16-3 1,14 0-16,9 0 16</inkml:trace>
  <inkml:trace contextRef="#ctx0" brushRef="#br0" timeOffset="218239.8851">13443 16431 0,'0'0'0,"8"0"0,10 0 16,5-1-16,17-2 16,10 0-16,2-2 15,6 1-15,1-1 16</inkml:trace>
  <inkml:trace contextRef="#ctx0" brushRef="#br0" timeOffset="218436.1067">13497 16630 0,'0'0'0,"20"-3"0,29-4 0,28-1 15,25 3-15,12 2 16</inkml:trace>
  <inkml:trace contextRef="#ctx0" brushRef="#br0" timeOffset="349140.3064">3242 3383 0,'0'0'0,"0"0"0,4-4 0,1-9 16,-5 13-1,10-16-15,4 1 16,-14 15-16,14-16 0,-14 16 15,14-16 1,-14 16-16,14-12 16,-14 12-16,10-7 0,-10 7 15,8-6 1,-8 6-16,3-3 0,-3 3 16,3 0-16,0 2 15,5 9-15,-3 6 16,-3 3-16,6 12 0,-8 9 15,-1 6-15,-1 14 16,-3 7-16,-3 6 16,-1-1-16,3 0 15,-3-1-15,4-7 16,3-4 0,1-5-16,2-9 0,-1-8 0,0-39 31,0 34-31,0-34 0,-2 27 0,-1-8 15,2-16-15,-1-11 32</inkml:trace>
  <inkml:trace contextRef="#ctx0" brushRef="#br0" timeOffset="349571.8275">3352 3236 0,'0'0'0,"11"6"0,6 1 16,4 8-16,10 9 16,7 9-16,0 10 15,6 8-15,-2 6 0,-4 4 16,-1 2-16,4-2 31,-6 1-31,-3-7 16,-3-8-16,-3-10 15,-4-9-15,-22-28 16,22 19-16,-22-19 16,21 15-16,-21-15 15,17 8-15,-3-10 0,-6-18 16,-6-12-16,-2-12 15,1-8-15,1-10 16,5-2-16,2-8 0,-1 1 16,2 4-16,-1 4 15,0 10-15,-9 53 16,6-42-16,-6 42 16,4-32-16,-5 17 0</inkml:trace>
  <inkml:trace contextRef="#ctx0" brushRef="#br0" timeOffset="350135.3116">4500 3567 0,'0'0'0,"0"-6"15,1-6-15,-5-6 16,4 18-16,-11-18 16,-5 3-16,-11 8 15,-8 8-15,1 14 0,-8 5 16,-1 10-16,5 8 31,4 4-31,6 1 16,4 1-16,11-1 0,3-7 15,8-6-15,10-4 16,4-8-16,4-2 16,10-6-16,5-3 15,4-5-15,-1-6 16,6-3-16,-6-5 0,1-3 15,-8-2 1,-27 17-16,25-21 16,-6-1-16,-19 22 0,14-23 15,-5 3-15,-9 20 16,-1-19-16,1 19 16,-5-12-16,0 9 0,0 12 15,5 7-15,5 5 16,6 4-16,8-1 15,13-1-15,11-6 16,11-12-16,3-9 16</inkml:trace>
  <inkml:trace contextRef="#ctx0" brushRef="#br0" timeOffset="350558.1116">5416 3123 0,'0'0'0,"0"0"0,-5-5 16,-2-10-16,-10 0 15,-3 1 1,-7 2-16,-5 4 16,-9 9-16,-6 7 15,-7 7-15,-5 5 0,-2 13 16,-3 9-16,0 8 16,1 8-16,9 6 15,11 1-15,14 3 16,12-8-16,18-6 0,14-5 15,14-6-15,10-9 16,11-10-16,4-6 16,5-8-16,13-8 15,-3-9-15,6-5 16,-3-11-16,-2-7 16</inkml:trace>
  <inkml:trace contextRef="#ctx0" brushRef="#br0" timeOffset="350874.2535">5727 2985 0,'0'0'0,"0"0"16,0 0-1,1 1-15,-1-1 0,1 3 16,6 7-16,1 15 16,-5 10-16,2 5 0,-4 8 15,-1 5-15,-3 9 16,1 3-16,-2 2 16,-5-2-16,9 0 0,-2-13 15,-2-3 1,6-8-16,-1-5 0,-2-5 31,2 0-31,-4-4 16,2 4-16</inkml:trace>
  <inkml:trace contextRef="#ctx0" brushRef="#br0" timeOffset="363191.9699">6587 3387 0,'0'0'0,"0"0"0,2 1 0,7 0 15,8 0-15,7 1 0,9 1 16,7 2-16,12 0 16,6-3-16,7-1 15,9-2-15,7-1 0,5-5 16,5 1-16,7-3 16,-2 3-16,6-1 31,2 5-31,-4 0 15,-2 1-15,-5 5 0,-10-3 16,-18 6-16,-11-2 0,-54-5 16,40 5-16,-40-5 15,30 4-15,-16-1 16,-14-3-16,-3-3 16</inkml:trace>
  <inkml:trace contextRef="#ctx0" brushRef="#br0" timeOffset="363508.6433">8000 3197 0,'0'0'0,"0"0"0,0 0 32,0-3-32,5-7 0,5 1 15,-10 9-15,18-5 0,7 3 16,8 6-1,7 6-15,-5 6 0,0 3 16,-4 3 0,-6 2-16,-6 7 15,-7 0-15,-5 8 16,-15 0-16,-8 3 16,-7 2-16,-14-2 0,-6 1 15,-1-4 1,-1-3-16,-3-6 0,11-4 15,10-3-15,27-23 16,-22 20-16,16-5 16,17-9-16</inkml:trace>
  <inkml:trace contextRef="#ctx0" brushRef="#br0" timeOffset="363905.4211">9359 3029 0,'0'0'0,"0"0"0,0 8 0,0 15 15,-3 13 1,3 13-16,-3 9 16,-4 10-16,-5 2 15,1 2-15,4-4 0,1-6 16,5-7-1,6-14-15,2-10 16,-7-31-16,5 25 16,-5-25-16,8 21 0,-4-12 15</inkml:trace>
  <inkml:trace contextRef="#ctx0" brushRef="#br0" timeOffset="364294.0446">9437 3009 0,'0'0'0,"0"0"0,2 0 16,2 8-16,4 9 16,2 8-16,9 8 0,5 12 31,4 7-31,-1 5 15,3 2-15,-2-1 16,-2-5-16,-2-5 0,-1-10 16,-2-5-16,-21-33 15,20 26-15,-20-26 16,20 16-16,-20-16 16,20 14-16,-9-8 0,1-12 15,-4-7-15,-5-6 16,8-13-1,-4-4-15,1-10 0,0-4 16,-2-1-16,-1-2 16,1 1-16,-2 4 15,2 4 1,-1 4-16,1 4 16</inkml:trace>
  <inkml:trace contextRef="#ctx0" brushRef="#br0" timeOffset="364830.0076">10363 3266 0,'0'0'0,"0"0"16,-5-6-16,-3-3 15,-9-1-15,-1 4 0,-10 3 16,-1 12 0,-5 5-16,-2 6 0,-4 6 31,4 4-31,7 6 15,5 2-15,5-2 16,9-7-16,11-1 0,4-6 16,-5-22-16,14 18 15,6-4-15,10-10 16,1-4-16,1-7 16,-5-6-16,-3-5 0,-3 0 15,-4-2-15,-17 20 16,15-23-16,-3-1 15,-12 24-15,5-23 16,-5 23-16,2-20 16,-4 10-16,1 12 0,1 9 31,3 9-15,1 2-16,8 0 0,13-6 15,11-7-15,4-7 0</inkml:trace>
  <inkml:trace contextRef="#ctx0" brushRef="#br0" timeOffset="365129.1347">10622 2709 0,'0'0'0,"0"0"15,1 7-15,-1 11 0,-1 7 16,0 7-16,-5 5 16,-3 5-16,0-1 15,3-1 1,1-5-16,5-35 15,-10 28-15,5-3 16,5-1-16,0-24 16,-5 18-16</inkml:trace>
  <inkml:trace contextRef="#ctx0" brushRef="#br0" timeOffset="365327.9725">10417 2942 0,'0'0'0,"7"-5"0,6 2 15,17-6-15,11 3 16,14-1-16,11 2 15,4-3-15</inkml:trace>
  <inkml:trace contextRef="#ctx0" brushRef="#br0" timeOffset="366065.7531">12641 3068 0,'0'0'0,"0"0"0,4-3 0,-4 3 16,2-9-16,-2 9 15,7-11-15,-3-6 16,-8-2-1,-2-2-15,6 21 0,-10-18 16,-9 3-16,-7 4 16,-5 2-16,31 9 0,-38-5 15,-1 7-15,-9 8 16,-4 12-16,2 8 16,-2 13-16,-8 9 15,1 5-15,12-1 16,9-1-16,14-3 15,15-6 1,15-8-16,8 0 16,10-5-16,13-8 15,14-4-15,2-9 16,12-10-16,5-5 0,3-9 16</inkml:trace>
  <inkml:trace contextRef="#ctx0" brushRef="#br0" timeOffset="366330.7299">12918 2985 0,'0'0'0,"0"0"0,-4 9 16,5 7-16,1 11 15,-5 7-15,3 4 0,0 5 16,-2 0-16,-5-1 31,5 1-31,-3-3 16,4 3-16,-3-8 0,4-35 16,-5 30-16,5-30 15,-4 24-15,4-24 16,1 17-16</inkml:trace>
  <inkml:trace contextRef="#ctx0" brushRef="#br0" timeOffset="366638.826">13116 2856 0,'0'0'0,"0"0"0,0 0 16,3-4-16,5-3 15,10-3-15,10-2 16,12-4-16,6 4 0,8 4 15,0-2-15,2 6 16,-4 3-16</inkml:trace>
  <inkml:trace contextRef="#ctx0" brushRef="#br0" timeOffset="379508.9126">3546 4618 0,'0'0'0,"0"0"0,0 0 16,0 4-16,4 6 15,1 11-15,3 5 16,0 10-16,-3 4 16,0 5-16,-4 4 0,0 7 15,-3 0-15,2 1 0,-1 0 16,-4-4-16,5-8 15,-4 0-15,5-7 16,-1-38-16,-1 32 0,5-6 16,4-13-16,-2-13 15</inkml:trace>
  <inkml:trace contextRef="#ctx0" brushRef="#br0" timeOffset="380008.8686">3623 4572 0,'0'0'0,"8"5"0,9 6 16,7 11-16,15 6 15,7 9-15,5 4 16,1 8-16,-1 4 0,-2 3 16,-3-3-16,-7-3 15,-2-9-15,-4-2 32,-5-10-32,-28-29 15,26 29-15,-26-29 16,24 23-16,-24-23 0,22 20 15,-22-20-15,17 12 16,-7-9-16,-1-18 16,-2-14-16,-4-11 15,-2-3-15,5-3 16,-6-2-16,-2 1 16,0-5-16,1-1 0,-8-7 15,5 0-15,-3 1 16,1 4-16,-1 7 15,7 48-15,-3-40 16,3 40-16,-3-26 16,1 13-16</inkml:trace>
  <inkml:trace contextRef="#ctx0" brushRef="#br0" timeOffset="380605.5886">4880 4841 0,'0'0'0,"0"0"16,4-5-16,2-7 15,-5-4-15,-1 16 16,0-20 0,-7 1-16,-12 3 15,-3 6-15,-13 6 16,0 7-16,-6 10 16,1 9-16,1 12 15,-1 7-15,6 5 16,8 4-16,11-3 15,8-8-15,14-7 0,6-5 16,6-4-16,3-8 16,8-2-16,5-8 15,-1-2-15,4-11 16,1-1-16,-2-5 16,-3-3-16,-4-5 0,-4-1 15,-4-4-15,-4 0 16,-18 27-16,13-30 15,-7 3-15,-6 27 16,-1-26-16,1 26 16,-5-20-16,-4 10 0,-2 16 15,3 8-15,4 10 16,7 5 0,2 4-16,15 1 15,2 2-15,9 2 16,6-9-16,2-5 15</inkml:trace>
  <inkml:trace contextRef="#ctx0" brushRef="#br0" timeOffset="381133.3041">5247 5135 0,'0'0'0,"0"0"0,-1-3 16,1 3-16,1-12 0,7-5 0,6-4 16,6 0-1,3 5-15,2 7 16,-1 11-16,-24-2 0,21 10 15,-4 5-15,-1 13 16,-8 4-16,-4 2 16,-4 5-16,-10-1 15,-2-1-15,-7 1 16,-6-2-16,-2-2 16,-9-4-16,3-6 0,-3-4 15,1-6-15,35-14 16,-34 11-16,4-10 15,7-7-15,8-9 32,15 15-32,-4-20 0,9-1 15,12 3-15,-17 18 16,22-14-16,7 7 16,7 8-16,-1 4 0,-2 9 15,3 3-15,-1 0 16,-3 1-16,-1 1 0,4-1 15,-1-3-15,1-5 32</inkml:trace>
  <inkml:trace contextRef="#ctx0" brushRef="#br0" timeOffset="381700.4426">6272 4355 0,'0'0'0,"-11"-4"0,-7-4 15,-8-1 1,-11-2-16,-5 5 16,-5 6-16,-8 8 15,3 8-15,0 8 16,1 3-16,7 6 15,4 5-15,10 2 16,7-1-16,8 1 0,13-2 16,10-5-16,7 0 0,11-3 15,10 2-15,13-3 16,3-3-16,7 3 16,2 1-16,1 0 15,-4 1-15,-4 3 16,-9-1-16,-12 3 15,-9-3-15,-12 1 16,-10-4-16,-13 0 16,-4-2-16,-11-6 0,-7-2 15,-10-7-15,-2-3 16,-4-3-16,-2-3 16,-2-7-16,6-8 31,6-10-31,8-9 0</inkml:trace>
  <inkml:trace contextRef="#ctx0" brushRef="#br0" timeOffset="382272.217">6867 4458 0,'0'0'0,"0"0"0,0-9 16,-9-9-16,-5-2 16,-4 3-16,-8 1 15,-4 9 1,-7 9-16,-7 5 15,-2 11-15,-7 9 16,2 11-16,1 7 16,11 8-16,5 7 15,15 4-15,8 3 16,10-5-16,14-2 0,10-11 16,9-10-16,9-9 15,8-8-15,1-8 16,3-10-16,3-5 0,-1-7 31,-3-6-31,-6-7 16,-5-3-16,-10-1 0,-5-5 15,-4-6 1,-7-6-16,-4-4 0,-5-1 16,-5-2-16,-7-1 15,-8 1 1,-6 4-16,-5 0 0,-9 2 15,-5 7-15,-3 7 16,-3 7-16,0 9 16,6 13-16</inkml:trace>
  <inkml:trace contextRef="#ctx0" brushRef="#br0" timeOffset="382906.2713">7275 4875 0,'0'0'0,"0"0"0,-3 6 0,-2 11 0,-11 9 15,-8 6-15,-12 7 16,-9 2-16,-2 1 16,3-6-16,5-5 15,9-6-15,30-25 16,-22 21-16,8-6 16,14-15-16,1 11 15,11-5-15,13-2 16,11-3-16,6-5 15,-2-2-15,0 1 16,0 1-16,-2-3 16,-6 2-16,-32 5 15,28-4-15,-28 4 16,21-5-16,-8-2 16,-4-4-16,-9 11 0,3-16 15,-1-3 1,-2 19-16,0-26 0,0-1 15,0 27-15,0-28 16,0 28-16,-3-22 16,2 11-16,-2 14 15,0 13-15,-1 10 16,2 10-16,0 5 16,0-1-16,0 8 15,-2 0-15,-2 0 0,4 2 16,2-2-1,-2-6-15,2-42 16,4 36-16,-4-36 16,3 29-16,-3-29 0,2 25 15,0-10 1,5-13-16</inkml:trace>
  <inkml:trace contextRef="#ctx0" brushRef="#br0" timeOffset="383497.0407">8080 4745 0,'0'0'0,"0"0"0,0 0 15,-4 0-15,4 0 0,-5 0 16,5 0-16,-3 0 16,6 0-16,11 0 15,15-1-15,13-2 16,11-4-16,11 1 16,13-2-16,6-1 15,11 2-15,-1-2 16,6 2-16,1-1 15,-2 1-15,2 1 16,0 2-16,4 2 0,-5 0 16,2-1-16,-5-2 15,0 2-15,-8 0 16,-6-4-16,-13 1 16,-11 2-16,-5-2 15,-12-2-15,-8 1 0,-33 7 31,30-4-31,-30 4 16,22-5-16,-10-1 16,-14-4-16,-8 0 0</inkml:trace>
  <inkml:trace contextRef="#ctx0" brushRef="#br0" timeOffset="383867.1485">9449 4376 0,'0'0'0,"8"0"0,9 5 16,16-1-16,20 3 15,7 3-15,6 2 16,5 1-16,4-1 15,-5 1-15,-2 2 16,-3 0-16,-8 2 16,-6 5-1,-11 0-15,-15 3 16,-8 6-16,-9 2 16,-18 4-16,-8 0 15,-16 1-15,-11-2 16,-16-3-16,-7-3 15,-5-4-15,-1 2 0,5-2 16,5 3-16,13 5 16</inkml:trace>
  <inkml:trace contextRef="#ctx0" brushRef="#br0" timeOffset="398663.1064">11736 4374 0,'0'0'0,"-3"-7"0,6-5 15,-2-8 1,6-3-16,6-3 0,5 2 0,5 2 16,5 4-16,3 8 15,0 6-15,-1 5 16,1 6-16,3 7 16,-4 11-16,-2 5 0,-3 9 15,-6 7-15,-10 9 31,-3 4-31,-8 4 16,-4 4-16,-6 0 16,-12-4-16,-6-7 15,-4-6-15,-5-11 16,-1-5-16,-2-4 16,-4-7-16,-1-4 0,3-4 15,-1-5-15,5-3 0,5-10 16,9-7-16,6-11 31,9-7-31,10-3 0,11 2 16,4 2-1,5 5-15,6 7 16,9 2-16,-3 9 0,3 9 16,-2 1-16,-2 5 15,-3 5-15,1 5 16,-3 2-16,0 2 15,-3 1-15,4 3 16,-2 0-16,-1-6 0,5-2 16,7-7-16,3-13 15</inkml:trace>
  <inkml:trace contextRef="#ctx0" brushRef="#br0" timeOffset="398960.6664">12676 4209 0,'0'0'0,"0"0"0,0 2 15,-1 12-15,2 12 0,-2 10 31,-1 17-31,-5 12 16,-2 5-16,-6 3 0,8 0 16,-5-4-16,2-5 15,3-10-15,1-5 16,-1-7-16,7-42 16,-7 35-16,7-35 15,-4 26-15</inkml:trace>
  <inkml:trace contextRef="#ctx0" brushRef="#br0" timeOffset="399361.6292">12596 4228 0,'0'0'0,"0"0"0,6 4 16,8 5-16,14 13 16,7 12-16,8 11 15,10 11-15,-3 4 0,-5 4 16,1 1-16,-4-2 16,3-4-16,-8-9 15,-1-9-15,-36-41 16,31 34-16,-31-34 15,28 24-15,-28-24 16,22 17 0,-4-6-16,-3-11 15,-4-9-15,-4-10 16,3-12-16,-6-10 16,3-5-16,3-12 15,-4-4-15,2-2 16,-1-1-16,-2 7 0,-3 0 15,1 8-15,-4 3 16,1 47-16</inkml:trace>
  <inkml:trace contextRef="#ctx0" brushRef="#br0" timeOffset="399862.6519">13749 4513 0,'0'0'0,"0"0"0,-3-6 15,3-8-15,0 14 16,-8-19-16,-5 3 15,-11 8-15,-11 12 16,-8 13-16,-3 7 16,2 8-16,7 3 15,4 4-15,13 0 0,8-2 16,5-4-16,9-5 16,12-7-16,5-6 15,5-4-15,4-5 16,4-6-16,-1-8 0,1-5 15,-1-5-15,-2-4 32,-29 22-32,23-23 15,-23 23-15,16-23 16,-16 23-16,13-21 16,-13 21-16,8-13 0,-5 9 15,-2 10-15,4 6 0,5 2 16,5 1-1,10-3-15,9-8 16</inkml:trace>
  <inkml:trace contextRef="#ctx0" brushRef="#br0" timeOffset="400203.7302">14257 3671 0,'0'0'0,"0"0"15,3 2-15,6 10 16,-5 9-16,-2 4 15,4 12-15,-5 4 16,2 2-16,-2 2 16,-2-1-16,0-9 0,1-6 15,-2-4-15,2-25 16,1 23 0,-1-23-16,1 18 15</inkml:trace>
  <inkml:trace contextRef="#ctx0" brushRef="#br0" timeOffset="400394.4519">14084 3889 0,'0'0'0,"7"-3"0,18-5 0,14 2 0,14 0 16,15-3-16,10 5 16,6-1-1,8 2-15</inkml:trace>
  <inkml:trace contextRef="#ctx0" brushRef="#br0" timeOffset="401033.59">16869 3797 0,'0'0'0,"0"0"0,-2-5 15,2 5-15,-6-13 32,-10 3-32,-13-3 0,-2 5 15,-7 6 1,-8 5-16,-4 7 0,-2 3 16,-4 6-16,4 3 15,3 4-15,15-1 16,7 6-16,12-2 15,9 1-15,15-2 0,5 5 16,14-5 0,13 3-16,0 3 15,2 2-15,4 3 0,-4 1 16,-5 1 0,-1 0-16,-16 2 0,-8-5 15,-11 0 1,-12-1-16,-7-3 15,-12-5-15,-5-6 16,-7 0-16,-2-6 0,-5-5 16,-4-6-16,1-6 0,6-6 15,3-5-15,12-7 16</inkml:trace>
  <inkml:trace contextRef="#ctx0" brushRef="#br0" timeOffset="401534.0876">17326 3960 0,'0'0'0,"-1"-8"0,0-6 0,-1-7 15,-4-1-15,-5-2 16,-5 1 0,-11 6-16,-6 7 15,-8 7-15,-5 7 16,-6 13-16,-1 11 16,-3 11-16,5 10 15,5 13-15,15 0 16,12 2-16,15 0 15,13-8-15,16-7 0,8-6 16,9-12-16,9-8 16,3-8-16,1-8 15,-1-8-15,2-5 0,-5-8 16,-2-4-16,-3-6 16,-9-3-16,-5-4 31,-8-5-31,-6-3 15,-6-5-15,-9 1 16,-8-3-16,-6 4 16,-9 2-16,-7 8 15,-11 14-15,-1 11 16</inkml:trace>
  <inkml:trace contextRef="#ctx0" brushRef="#br0" timeOffset="402066.142">17588 4391 0,'0'0'0,"-2"11"0,-5 5 15,-8 11-15,-4 6 16,-6 6-1,-3-3-15,1-2 0,1-7 16,26-27 0,-21 24-16,21-24 15,-14 21-15,9-7 16,10-6-16,9-3 16,10-3-16,7-6 15,2-2-15,0-2 16,-1 2-16,-32 6 15,30-8-15,-30 8 0,28-8 16,-28 8-16,20-8 16,-20 8-16,14-8 15,-14 8-15,8-8 16,-8 8-16,4-6 31,-4 6-31,1-1 0,0 9 16,2 12-16,-3 11 15,2 7-15,3 5 16,-2 4-16,0-3 16,3 0-16,-1-5 15,0-5-15,-5-34 0,8 28 16,-3-5-16,1-15 16</inkml:trace>
  <inkml:trace contextRef="#ctx0" brushRef="#br0" timeOffset="402497.8898">17825 3437 0,'0'0'0,"0"0"0,2-4 16,6-4-1,-8 8-15,21-7 0,6 3 16,8 8-16,4 5 15,-7 5-15,-2 4 0,-7 1 16,-14 6-16,-5 0 16,-11 7-16,-7 1 15,-14 5-15,-6 1 16,-4 1-16,-2-5 16,40-35-16,-34 33 15,12-8 1,5-1-16,19-8 15,13-3-15,13-8 16,17-4-16,16-2 16,7-5-16,9-8 15</inkml:trace>
  <inkml:trace contextRef="#ctx0" brushRef="#br0" timeOffset="402705.6552">18310 3626 0,'0'0'0,"0"0"0,7-2 0,15-2 31,12-1-31,7 2 16,10 1-16,3 1 15</inkml:trace>
  <inkml:trace contextRef="#ctx0" brushRef="#br0" timeOffset="403300.6019">5324 17687 0,'0'0'0,"13"10"0,18 5 0,12 6 15,14 8-15,8 2 16,5 1-16,6-3 16,2 0-16,3 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09T08:18:45.0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10701 7843 0,'0'0'0,"0"0"0,0 0 0,0 0 16,0 0-16,2 1 15,-2-1-15,3 3 16,3 7-1,2 3-15,4 6 16,-2 2-16,-3 3 16,6 3-16,-2 2 0,-4-1 15,-4 3-15,4-4 16,-7-27 0,3 26-16,5-3 0,-8-23 15,12 19-15,3-8 0,5-8 16,4-10-16,7-8 15,0-6-15,11-4 16,1-5-16,10-4 16,5-5-16,2 1 15,7-4-15,7 2 16,0-2-16,0 3 0,4-4 31,1 2-31,-4 0 0,-3 5 0,-3 4 16,-7 6-16,-8-2 15,-7 7-15,-2-1 16,-7 3-16,-38 19 16,30-17-1,-30 17-15,25-13 16,-25 13-16,23-12 16,-23 12-16,14-10 15,-14 10-15,8-6 16,-8 6-16,4-4 15,-4 4-15,-2-2 16,-3 4-16</inkml:trace>
  <inkml:trace contextRef="#ctx0" brushRef="#br0" timeOffset="88893.8982">5367 14405 0,'0'0'0,"6"2"0,5-1 16,6 3-16,3 1 16,10-2-16,3 0 0,2 0 15,2-1-15,5-1 16,2-1 0,1 1-16,5-1 0,3 0 0,2 1 15,6-2 1,1 1-16,4-2 0,1 2 15,6-5-15,-1 5 16,6 0-16,-1 0 16,5 0-16,-3 0 15,5 0 1,1 2-16,3 0 16,-2-1-16,1 1 15,3-1-15,0 0 16,1-2-16,1 2 15,-3-3-15,-3 2 0,2 2 16,-6-1-16,-1 3 16,0 0-16,1 2 15,0-2-15,1 3 16,-5-3-16,0 0 16,-1 0-16,4 3 15,-5-1-15,1-2 16,-3 0-16,-5-1 15,2-1 1,-4 3-16,4 0 16,2-2-16,-1 0 15,2-1-15,-1 0 16,-2 3-16,-2-1 16,2 0-16,-5 2 15,0-1-15,-3 0 16,-2 2-16,-3-2 0,-7 0 15,-6-2-15,-6-2 16,-39-1-16,33-1 16,-33 1-16,27-1 0,-27 1 15,19 0-15,-6-2 16,-14-1-16</inkml:trace>
  <inkml:trace contextRef="#ctx0" brushRef="#br0" timeOffset="94097.3177">10827 14412 0,'0'0'0,"0"0"0,0-5 0,0 5 16,0-9-16,0 9 15,-5-13-15,-5 0 16,-8-1-16,-2 7 16,-9 4-16,-5 10 15,-4 4-15,-2 7 0,0 3 16,7 1-16,3-3 15,30-19-15,-21 22 16,5 1-16,12 2 16,7-1-16,7 1 15,8-3-15,10 2 16,4-3 0,5 4-16,-3 0 15,0 3-15,-4 1 16,-2 1-16,-8 2 0,-3-3 15,-1 2-15,-16-31 16,9 29-16,-9 1 16,-10-3-16,-11-5 15,-7-5-15,-9-3 16,-1-6-16,-1-4 16,-5-4-16,-1-2 0,-1-4 15,2-3-15,5-2 0,7-8 31,14-3-31,6-3 16</inkml:trace>
  <inkml:trace contextRef="#ctx0" brushRef="#br0" timeOffset="94629.1082">11292 14737 0,'0'0'0,"0"0"0,-2-8 15,-2-7-15,-3-5 0,-3-2 16,2-1-16,1 1 15,-9 8-15,3 1 16,-8 0 0,-6 7-16,-1 8 15,-5 6-15,3 8 16,0 7-16,-2 9 16,10 2-16,8-1 15,7 0-15,8 0 16,12-3-16,5-1 15,5-4-15,0-5 0,8-4 16,-1-7-16,-1-3 16,-29-6-16,27 0 15,-1-5-15,-3-8 16,-6-2-16,-17 15 16,16-18-16,-16 18 0,11-21 15,-11 21-15,5-19 16,-5 19-16,-2-16 15,2 16-15,-3-9 16,1 14-16,2 15 16,5 5-16,4 4 0,8 3 15,5-3-15,11-4 16,-2-4-16</inkml:trace>
  <inkml:trace contextRef="#ctx0" brushRef="#br0" timeOffset="95334.7459">11582 14716 0,'0'0'0,"0"0"0,4 6 15,2 12-15,5 8 16,0 3-16,-1 6 16,2-2-16,-12-33 15,6 30 1,-6-30-16,4 27 16,-4-27-16,4 24 15,-4-24-15,2 15 16,-2-15-16,-1 9 0,0-9 15,1-13-15,2-7 16,1-4-16,-1-3 16,2-2-16,5 1 15,-9 28-15,11-26 0,-11 26 16,13-24-16,6 9 16,-2 9-1,-2 9-15,1 8 0,1 5 16,-6 4-1,-11-20-15,10 21 0,-1 0 16,-9-21 0,7 22-16,-7-22 15,3 17-15,-3-17 16,-1 13-16,1-13 16,-1 10-16,0-7 15,4-8-15,1-6 16,8-5-16,-2-5 15,4-3-15,-14 24 0,20-22 16,0 3-16,3 10 16,-23 9-16,21-3 15,-2 11-15,-4 10 0,0 4 16,-7 4 0,-5 3-16,-2-2 15,-1-27-15,1 25 16,-1-25-16,0 21 15</inkml:trace>
  <inkml:trace contextRef="#ctx0" brushRef="#br0" timeOffset="95700.9494">12219 14842 0,'0'0'0,"0"0"0,6 0 16,9 2-16,3 1 15,7-5-15,6 1 0,3-2 16,-1-4-16,0-4 16,-6-4-16,-6-3 15,-2-5-15,-19 23 16,10-22-16,-5-1 15,-8-4-15,-4 3 16,-11 7 0,-5 6-16,-6 7 15,-4 4-15,-4 9 16,0 8-16,3 7 16,10 4-16,11 7 15,13 2-15,13 6 16,12 5-16,16 2 15,19 6-15,17 2 0,14-5 16,12-2-16</inkml:trace>
  <inkml:trace contextRef="#ctx0" brushRef="#br0" timeOffset="114328.2173">11786 12127 0,'0'0'0,"0"0"0,0 0 0,1-4 16,-1 4-16,3-9 15,-3 9-15,5-14 16,0-1-16,-5 15 16,4-23-16,-4 23 0,4-21 31,-4 21-31,6-19 16,4-2-16,7 5 0,6 5 15,0 3-15,4 4 0,2 6 16,3 4-16,0 4 15,1 2-15,-4 6 32,-4 3-32,-2 5 0,-5 2 15,-5 4 1,-9-3-16,-5-2 0,-5-3 16,-7-1-16,-2-5 15,-8 1-15,0-4 16,-4-2-16,27-13 15,-29 5-15,29-5 16,-23 3-16,23-3 16,-21 0-16,9-3 0,11-4 15,10-3-15,8 2 16,6 2-16,10 2 16,-1 8-16,8 6 15,-7 5-15,-2 4 16,-9 1-16,-5 6 0,-10 1 15,-7 1-15,-8 1 16,-8 2-16,-3-5 31,-7-1-31,-7-6 0,-3-3 16,-4-5-16,-3-1 16,-4-3-16,-2-6 15,0 0-15,1-3 16,4-4-16,3-5 15,5-3-15,6-5 0,10-6 16</inkml:trace>
  <inkml:trace contextRef="#ctx0" brushRef="#br0" timeOffset="114663.2803">12454 12269 0,'0'0'0,"0"0"15,1 1-15,5 3 16,8 1-16,3 7 15,2 2-15,7 11 16,7 1-16,-1 2 16,2 1-16,-2 1 0,-7-6 15,-25-24-15,23 23 16,-23-23 0,18 17-16,-18-17 15,13 12-15,-2-11 0</inkml:trace>
  <inkml:trace contextRef="#ctx0" brushRef="#br0" timeOffset="114901.4901">12730 12246 0,'0'0'0,"0"0"0,-4 5 0,-8 7 15,-4 5-15,-1 3 0,-6 8 16,-4 4 0,-2 1-16,-4 1 0,5-3 15,28-31-15,-23 27 16,23-27-16,-21 25 16,10-7-16</inkml:trace>
  <inkml:trace contextRef="#ctx0" brushRef="#br0" timeOffset="115230.7121">13042 11948 0,'0'0'0,"0"0"0,1 2 0,1 9 15,-2 7-15,5 11 0,-5 6 16,-1 8-16,0 4 16,-1 7-16,0-4 15,3 0-15,-4-3 16,2-8-16,1-2 15,0-6-15,0-31 16,2 25 0,-2-25-16,1 20 15,-2-11-15,-1-17 0</inkml:trace>
  <inkml:trace contextRef="#ctx0" brushRef="#br0" timeOffset="115656.4934">13020 11921 0,'0'0'0,"7"2"0,8 4 16,5 11-16,13 10 15,4 7-15,3 5 0,6 8 16,1 1-16,-5 2 15,5-5-15,-5-3 16,-4-5-16,-38-37 16,36 32-16,-36-32 15,28 27-15,-28-27 16,23 23 0,-23-23-16,17 15 15,-8-9-15,-3-9 16,-4-9-16,-3-12 15,-2-7-15,-4-5 16,2-6-16,-3-5 16,1-4-16,0-4 15,6 2-15,3 10 0,-2 43 16,3-37-16,-3 37 16,2-23-16,3 13 15,-3 17-15,-2 6 16</inkml:trace>
  <inkml:trace contextRef="#ctx0" brushRef="#br0" timeOffset="116257.7674">13812 12419 0,'0'0'0,"0"0"16,0 0-16,0 0 15,-2 6-15,-11 7 0,2 9 16,-1 8 0,-4 6-16,1-2 0,-2 2 15,17-36-15,-15 32 16,15-32-16,-14 27 0,14-27 15,-11 21-15,11-21 16,-5 13-16,4-11 31,5-13-31,5-5 0,2-7 16,0-3-16,2-4 16,5-4-16,-4 2 15,6-1-15,-4 2 16,-16 31-16,15-26 15,-15 26-15,11-21 16,-11 21-16,10-15 16,-1 9-16,0 12 15,-3 6-15,-1 9 0,2 4 16,-3 3-16,1 3 16,-2-2-16,9 2 15,-2-2-15,-1-2 16,-9-27-16,7 25 15,3-3-15,-10-22 16,12 24 0,-12-24-16,11 19 15,-11-19-15,13 14 16,-9-11-16,-2-9 16</inkml:trace>
  <inkml:trace contextRef="#ctx0" brushRef="#br0" timeOffset="116426.6762">13750 12618 0,'0'0'0,"0"0"0,0 0 0,0-2 16,1 0-16,9 1 16,17-1-16,17-1 0,18 0 31,21 3-31,18-1 15</inkml:trace>
  <inkml:trace contextRef="#ctx0" brushRef="#br0" timeOffset="125664.6569">12073 13116 0,'0'0'0,"0"0"0,0 0 0,2 0 0,-2 0 16,5-2-16,-5 2 16,1-2-16,1 4 31,-5 6-31,-7 9 0,-9 10 16,-9 13-16,-4 2 15,-9 5-15,1-1 16,-4-6-16,3-3 15,4-4-15,4-7 16,33-26-16,-31 22 16,31-22-16,-25 17 15,9-1-15,16-16 16,1 14-16,13 1 16,14-1-16,10-3 0,9 1 15,-5-5-15,1-1 16,-4-2-16,-39-4 15,34 1-15,-34-1 16,30 2-16,-30-2 0,27-2 16,-9 0-1,-18 2-15,15-12 0,-7-5 32,-5-11-32,-2-6 15,-2-2-15,-1 0 0,-1-4 16,0 0-16,1 1 15,1 3-15,1 36 16,-2-32-16,2 32 16,-1-21-16,1 21 0,0-14 15,0 14-15,0-8 16,0 15-16,4 16 16,0 12-16,-2 8 15,0 8-15,-2 6 16,2 4-16,-1-2 15,-3 2-15,2-3 0,0-6 16,-2-4-16,1-8 16,1-2-16,0-7 15,0-31-15,0 27 32,0-27-32,-1 24 15,4-5-15</inkml:trace>
  <inkml:trace contextRef="#ctx0" brushRef="#br0" timeOffset="125965.6133">12472 13482 0,'0'0'0,"7"5"0,3 2 0,11 11 15,3 9 1,7-1-16,6 4 16,1 3-16,2 0 15,-5-3-15,-2 2 16,-5 0-16,-3-4 0,-25-28 15,20 25 1,-20-25-16,15 19 16</inkml:trace>
  <inkml:trace contextRef="#ctx0" brushRef="#br0" timeOffset="126197.5511">12833 13462 0,'0'0'0,"0"0"0,0 0 0,-4 7 16,-11 8-16,-3 9 15,-8 5-15,-7 6 16,-1 2-16,1-1 16,-3-6-16,1-1 15,4-1 1,4-6-16,27-22 15,-22 20 1,7-3-16</inkml:trace>
  <inkml:trace contextRef="#ctx0" brushRef="#br0" timeOffset="126497.5972">13215 13175 0,'0'0'0,"4"11"0,0 13 15,-1 16-15,0 15 16,-1 9-16,-2 1 15,1 5-15,0-8 0,0-1 16,-1-9-16,2-7 16,1-5-16,-3-40 15,1 33-15,-1-33 16,2 24-16,-1-11 16</inkml:trace>
  <inkml:trace contextRef="#ctx0" brushRef="#br0" timeOffset="126932.5831">13245 13216 0,'0'0'0,"0"0"0,8 4 0,13 18 15,10 10-15,14 9 16,2 3-16,1 6 0,-1-1 16,-5 0-16,-7 0 15,-2-5-15,-2-7 16,-31-37-16,24 29 16,-24-29-16,18 24 15,-18-24-15,14 15 0,-5-8 16,-5-12-16,-6-15 15,0-7-15,-4-9 32,-1-8-32,-1-3 15,2-3-15,0-6 0,0 1 16,2-1-16,-1 1 16,5 4-16,0 51 15,-2-40-15,2 40 16,0-29-16,-5 20 0</inkml:trace>
  <inkml:trace contextRef="#ctx0" brushRef="#br0" timeOffset="127467.7765">13865 13572 0,'0'0'0,"0"0"0,0 10 16,-6 19-16,-3 7 16,-4 7-16,-5 4 0,-4 2 15,0-8-15,22-41 16,-20 39-16,20-39 15,-16 30-15,16-30 16,-12 19-16,12-19 16,-6 11-16,8-12 15,4-11-15,5-11 0,4-8 16,6-3-16,-5 2 16,3-3-1,-3 2-15,1 3 16,-17 30-16,14-29 15,-14 29-15,16-20 0,-16 20 16,16-17 0,-5 9-16,-4 10 0,-3 12 15,-1 11-15,-1 9 16,1 2-16,6 5 16,-5-4-16,2 0 15,1-4-15,3-1 16,-1 0-16,-3-4 15,-6-28-15,6 26 0,-6-26 16,5 24-16</inkml:trace>
  <inkml:trace contextRef="#ctx0" brushRef="#br0" timeOffset="127628.1601">13755 13848 0,'0'0'0,"10"0"0,15 1 0,14-3 16,30 2-16,15-2 16,18 0-16</inkml:trace>
  <inkml:trace contextRef="#ctx0" brushRef="#br0" timeOffset="147656.4321">4155 13126 0,'0'0'0,"0"0"0,0 0 15,-3-1-15,3 1 16,-7-6-16,7 6 16,-8-7-16,8 7 15,-8-8-15,8 8 16,-7-11-16,7 11 15,-5-7-15,5 7 16,-3-7-16,0 10 0,3 8 16,-1 8-16,1 6 31,1 3-31,-1 3 0,0-31 0,2 30 16,1 1-1,-3-31-15,9 26 16,2-7-16,3-9 15,5-12-15,9-13 0,13-12 16,10-16-16,16-10 16,10-5-16,6-4 15,4 1-15,-1 2 16,-1 3-16,0 5 16,2 9-16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9:02:46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11345 5567 0,'0'0'0,"0"0"0,0 0 0,0-1 15,0 1-15,-1-2 0,1 2 16,0 0-16,0 0 16,2 2-16,-2-2 15,8 5-15,3 5 16,2 4-16,-1 2 15,3-1-15,-4 5 16,1 1-16,1 1 16,1 5-16,0-4 15,-3 2-15,1 0 16,4-1-16,-16-24 0,14 22 16,-1 0-16,-13-22 15,14 16-15,-14-16 16,16 16-16,-16-16 0,13 14 15,-13-14-15,12 13 16,-12-13-16,7 6 31,-7-6-31,5 5 16,-5-5-16,2 2 16,-2-2-16,0 2 15,0-2-15,-1 0 0,1 0 16,0 0-16,0 0 0,-1-2 15,1 2-15,0 0 16,0 0-16,-2 0 16,2 0-16,4 2 15,3-5-15,9-7 16,12-4-16,4-4 31,8-9-31,14-4 16,8-12-16,10-1 15,16-8-15,2-5 16,10 0-16,4 3 16,0 1-16,-2 0 0,3 2 15,-9 0-15,-4 2 16,-5 2-16,-5 4 16,-4 4-16,-9 3 0,-10 5 15,-9 5-15,-13 7 16,-37 19-16,32-16 15,-32 16-15,23-9 16,-10 4-16,-10 8 16</inkml:trace>
  <inkml:trace contextRef="#ctx0" brushRef="#br0" timeOffset="17874.0643">14681 5042 0,'0'0'0,"0"0"0,-2-6 0,2 6 0,1-15 16,7-1-16,8-5 16,7 3-16,-23 18 15,32-16-15,4 5 16,8 6-16,-5 9 0,-3 7 15,-3 7-15,-4 6 16,-6 6-16,-8 5 16,-5 2-16,-4 2 15,-6-2 1,-3-2-16,-10-4 16,-2-5-16,-3-6 15,18-20-15,-20 17 16,-4-5-16,24-12 15,-22 7-15,22-7 16,-23 6-16,23-6 16,-16 1-16,7-9 15,8-5-15,11-1 0,11 3 16,3 4-16,3 4 16,2 12-16,1 5 0,-2 9 15,-7 4-15,1 10 16,-6 0-1,-6 5-15,-6-3 0,-9-1 16,-5-5-16,-9-3 16,-4-5-16,-6 1 31,-4-3-31,-9-3 0,-2-5 16,-1-2-16,3-5 15,4-6-15,4-2 16,2-8-16,0-3 15,2-4-15,6-6 16</inkml:trace>
  <inkml:trace contextRef="#ctx0" brushRef="#br0" timeOffset="18174.0741">15333 5234 0,'0'0'0,"0"0"0,5 4 0,13 8 16,5 5-16,1 14 15,7 2-15,3 9 16,-3-5-16,1 1 15,-6-3-15,1-5 16,-27-30-16,30 30 16,-3-3-16,-3-5 0,-24-22 15,26 18-15</inkml:trace>
  <inkml:trace contextRef="#ctx0" brushRef="#br0" timeOffset="18404.4098">15678 5271 0,'0'0'0,"-3"7"0,-10 13 16,-10 17-16,-15 10 0,-3 9 15,-5 1-15,4-4 16,4-6-16,7-12 16,31-35-16,-25 27 15</inkml:trace>
  <inkml:trace contextRef="#ctx0" brushRef="#br0" timeOffset="19004.0904">16024 4807 0,'0'0'0,"8"-1"0,3-1 16,9 1-16,9 2 16,-1 4-16,4 6 0,3 5 15,2 11-15,-7 5 16,-5 7-16,-9 5 16,-9 1-16,-9 0 15,-7-5-15,-12-2 16,1-7-16,-4-8 0,-2 0 31,1-8-31,25-15 16,-26 11-16,26-11 15,-25 5-15,25-5 16,-18 2-16,7-7 16,11-7-16,13-2 15,14 2-15,6 8 16,-1 8-16,2 9 0,-3 9 15,-2 4-15,-2 2 16,-9 5 0,-8-1-16,-5 1 15,-9 1-15,-9-4 0,-7-1 16,-3-4-16,-13-1 0,4-8 16,-1-3-16,1-3 15,32-10-15,-30 3 16,0-5-16,-1-6 15</inkml:trace>
  <inkml:trace contextRef="#ctx0" brushRef="#br0" timeOffset="19207.6881">16871 5128 0,'0'0'0,"18"-3"16,18 5-16,16-1 16,1 4-16,10 0 15</inkml:trace>
  <inkml:trace contextRef="#ctx0" brushRef="#br0" timeOffset="19407.4851">16938 5288 0,'0'0'0,"15"-2"0,14-3 0,11 2 0,21 1 16,3 0-1,8 2-15</inkml:trace>
  <inkml:trace contextRef="#ctx0" brushRef="#br0" timeOffset="20074.6241">18202 4749 0,'0'0'0,"-1"-5"0,-6-9 15,-1-2 1,-4-3-16,-4-1 0,-10 2 16,-6 4-16,-12 3 0,-8 10 15,-3 7-15,-7 7 16,-1 6-16,6 12 16,6 3-16,10 4 15,10 3-15,16-1 16,12-5-16,8-2 15,15-7 1,6-7-16,3-8 16,5-4-16,3-7 15,-2-3-15,1-4 16,-2-6-16,-4-1 16,-1-2-16,-4-5 0,-8-1 15,0 0-15,-6-1 16,-11 23-16,8-22 15,-8 22-15,7-17 16,-7 17-16,3-11 16,1 4-16,-7 12 0,3 7 15,4 12-15,-8 12 16,1 9-16,-5 7 31,2 4-31,-7 2 16,2-1-16,2-1 0,3-6 15,0-2-15,5-10 16,-2-8-16,3-30 16,-5 26-16,5-26 15,-5 25-15,5-25 16,-4 21-16,-2-7 0</inkml:trace>
  <inkml:trace contextRef="#ctx0" brushRef="#br0" timeOffset="20729.62">18502 5094 0,'0'0'0,"2"9"0,4 9 0,4 11 16,-3 2-16,4 2 15,-11-33-15,6 33 16,-3-6-16,-3-27 16,-3 22-16,3-22 15,-5 15-15,5-15 16,-6 7-16,3-10 0,0-11 15,1-8-15,6 0 16,6-1-16,4-5 16,6 1-16,3 2 0,1 7 15,-24 18-15,24-13 16,-2 8-16,2 9 16,-3 5-1,-21-9-15,20 18 16,-6 1-16,-14-19 15,13 21-15,-13-21 16,8 21-16,-8-21 16,4 15-16,-4-15 15,0 10-15,0-10 16,-1 6-16,-3-11 0,2-8 16,3-4-16,2-3 15,-3 20-15,10-24 16,8 4-16,-18 20 15,22-15-15,4 10 16,1 10-16,-7 6 16,-7 5-16,-2 5 0,-11-21 15,7 23-15,-2-4 16,-4 5-16,-1-24 16,3 23-16,-2 0 15,5-7-15,7-6 16</inkml:trace>
  <inkml:trace contextRef="#ctx0" brushRef="#br0" timeOffset="21108.2337">19299 5085 0,'0'0'0,"0"0"0,0 0 15,0-4 1,-5-3-16,-7 0 0,-2 4 16,-7 2-1,-2 5-15,-3 7 0,2 5 16,-2 4-16,4 4 0,22-24 31,-15 23-31,9 1 0,9-5 16,4 4-16,7-8 15,7-4-15,5-7 16,-1 0-16,5-11 16,-1 1-16,-29 6 15,25-12-15,-2-6 0,-1-9 16,-7-1-16,-4 0 16,-11 28-16,1-27 15,-13 3-15,-17 4 16,-9 1-16,0 6 15,38 13-15</inkml:trace>
  <inkml:trace contextRef="#ctx0" brushRef="#br0" timeOffset="21430.9391">19626 4646 0,'0'0'0,"6"5"0,1 4 16,1 9-16,0 13 0,-2 12 15,-1 5-15,-2 7 16,-4 2-16,-1 1 15,1-4-15,-3-5 16,6-3-16,-2-7 16,-2-1-16,3-6 15,2-2-15,-2-2 16,3 1-16,-4-29 0</inkml:trace>
  <inkml:trace contextRef="#ctx0" brushRef="#br0" timeOffset="38565.3353">14707 6895 0,'0'0'0,"0"0"0,5-9 16,10-9-16,13-4 15,7 4-15,5 1 16,6 11-16,0 8 0,0 10 16,-4 11-16,-1 9 15,-5 7-15,-3 12 16,-8 9-16,-9 6 15,-13 4-15,-14 1 0,-7-4 16,-11-5-16,-5-11 16,-5-6-16,-1-7 15,-6-8 1,1-2-16,-2-6 0,-2-1 16,1-7-1,8-5-15,40-9 0,-37 0 0,7-4 16,10-13-16,7-8 15,8-5-15,9-5 16,6 0-16,11 7 31,6 2-31,4 10 16,1 6-16,2 9 16,0 11-16,-3 7 0,-2 6 15,2 8-15,-5 7 16,2 6-16,-8 4 15,2-5-15,5-2 16,-3-7-16,4-7 0,0-7 16,2-13-16,3-9 15</inkml:trace>
  <inkml:trace contextRef="#ctx0" brushRef="#br0" timeOffset="38765.9062">15410 7314 0,'0'0'0,"4"10"0,6 3 15,13 12-15,10 9 16,11 5-16,-2 3 15,-1 2-15,-2 0 0,-6-2 0,-7-6 16,-26-36-16,23 29 16,-6-9-1</inkml:trace>
  <inkml:trace contextRef="#ctx0" brushRef="#br0" timeOffset="39035.2898">15695 7358 0,'0'0'0,"-5"13"0,-18 10 0,-7 17 15,-8 14-15,-8 3 16,1 0-16,-2-4 15,47-53-15,-38 42 16,38-42-16,-32 33 16,13-19-16</inkml:trace>
  <inkml:trace contextRef="#ctx0" brushRef="#br0" timeOffset="39672.294">16268 6859 0,'0'0'0,"0"0"0,1 8 0,-3 15 0,-9 10 16,-7 8-16,-12 8 15,-13 6-15,-1-1 16,-1-2-16,5-11 16,40-41-16,-33 34 0,33-34 31,-23 24-31,9-6 16,13-4-16,12-1 0,15-5 15,9-1 1,8-3-16,4 1 0,2-2 15,-4-2 1,-6 3-16,-39-4 0,35 2 16,-35-2-16,28-1 15,-28 1-15,23-2 16,-8-8-16,-8-8 16,-1-6-16,-9-8 0,-3-1 15,-5-2-15,6 1 16,-3 0-16,8 34 15,-6-30-15,6 30 0,-4-28 32,4 28-32,-2-19 15,0 9-15,4 17 0,1 12 0,4 20 32,0 12-32,-4 14 15,1 0-15,1 5 16,-5 2-16,0-4 15,0-8-15,0-10 16,0-50-16,3 39 16,-3-39-16,1 31 0,-1-31 0,1 23 15,4-12-15</inkml:trace>
  <inkml:trace contextRef="#ctx0" brushRef="#br0" timeOffset="39871.7178">16898 7183 0,'0'0'16,"16"-2"-16,13-1 0,12 2 15,15-1-15,3 4 0,-6 3 16</inkml:trace>
  <inkml:trace contextRef="#ctx0" brushRef="#br0" timeOffset="40039.9115">16845 7430 0,'0'0'0,"0"0"16,9-5-16,20-1 16,13 0-16,20-2 15,12-2-15,9 1 0,9-2 32</inkml:trace>
  <inkml:trace contextRef="#ctx0" brushRef="#br0" timeOffset="40669.2325">18230 6788 0,'0'0'0,"-3"-6"0,-9-2 0,-4-2 16,-18 3-16,-6 5 16,-4 8-16,-5 3 15,2 4-15,7 3 0,4 4 32,9 1-32,14 7 15,7 3-15,15 5 16,5 1-16,13 7 0,10 1 15,5 1 1,3 4-16,3-4 0,-11 1 16,-7-1-16,-8-3 0,-11-3 31,-14-5-31,-9-5 16,-6-5-16,-9-8 0,-6-5 0,1-6 15,32-6-15,-33 0 16,5-5-16,6-8 15,9-4-15,6-9 16,12-7-16,7-7 16,11-7-1,3-5-15,10-4 16,3-3-16,2 0 16,0 5-16,-3-4 15,-8 1-15,-4 6 16,-12 9-16,-9 2 0,-16 10 15,-13 8-15,-17 9 16,-5 8-16,-10 10 16,-2 8-16,58-13 15</inkml:trace>
  <inkml:trace contextRef="#ctx0" brushRef="#br0" timeOffset="41369.9986">18738 7061 0,'0'0'0,"4"4"0,2 6 0,6 10 16,-1 9 0,-1 1-16,0 4 15,-1 0-15,-9-34 0,4 30 16,-4-30-16,2 29 16,-2-29-16,-2 25 0,2-25 15,-3 16-15,3-16 16,-2 6-16,0-12 15,1-14-15,3-5 32,3-3-32,-1-1 0,2-2 15,-6 31-15,12-24 16,1 3-16,-13 21 16,16-17-16,0 7 15,3 13-15,-19-3 16,19 11-16,-1 10 15,-18-21-15,10 26 16,3 0-16,-13-26 16,5 29-16,-5-29 0,2 19 15,-2-19-15,0 13 16,0-13-16,0 7 16,1-9-16,4-12 15,3-7-15,2-2 16,5-1-16,-15 24 15,23-23-15,2 4 0,-25 19 16,24-15-16,1 9 16,-5 10-16,-20-4 15,17 10-15,-1 7 16,-8 6-16,-8-23 0,5 25 16,1 3-16,-4-1 31,-2-27-31,3 25 15,2-7-15</inkml:trace>
  <inkml:trace contextRef="#ctx0" brushRef="#br0" timeOffset="41740.2502">19533 7104 0,'0'0'0,"0"0"0,0 0 0,1-3 16,-1 3-16,-2-6 16,-8 1-16,-8 9 15,-7 8 1,-4 10-16,1 4 16,3 5-16,11-1 15,14-30-15,-7 31 16,10-4-16,-3-27 15,17 28-15,11-7 16,10-6-16,2-7 16,-4-10-16,-2-4 0,-4-5 15,-6-3-15,-4-2 16,-6-5-16,-6-3 16,-6-1-16,-4-3 15,-8 2-15,-6 0 16,-12 2-16,-9 2 15,-2 5-15,39 17 0</inkml:trace>
  <inkml:trace contextRef="#ctx0" brushRef="#br0" timeOffset="42002.5325">19882 6725 0,'0'0'0,"0"0"0,1 7 16,3 25-16,-2 11 0,-4 11 16,2 7-16,-4 4 15,0-6-15,-2-2 0,4-2 16,-4-4-16,1-3 15,1-3-15,1-1 16</inkml:trace>
  <inkml:trace contextRef="#ctx0" brushRef="#br0" timeOffset="79631.8324">10086 17468 0,'0'0'0,"0"0"0,0 0 0,0 0 16,0 0-1,0-2-15,0 2 16,1-1-16,-1 1 0,0 0 15,0 0-15,1-1 0,-1 1 16,4 4-16,5 5 16,6 6-16,-1 5 0,5 4 15,-4-1 1,2 3-16,-1 4 0,1 0 16,-2 1-16,2 1 15,-5 0-15,5-2 16,-17-30-16,14 28 15,-1 0-15,-13-28 16,15 28-16,-15-28 16,16 22-16,-1-4 31,-15-18-31,19 14 0,0-5 0,-3-8 16,2-4-1,1-7-15,0-4 16,4-7-16,5-5 15,3-7-15,0-2 16,11-9-16,3-4 0,7-1 16,0-3-16,7-2 15,4 5-15,0 0 16,2 2-16,-1 2 16,2 0-16,2 4 15,-2-1-15,0 1 0,-3 8 16,-7 3-16,-6 2 15,-50 28-15,39-22 16,-39 22-16,29-17 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4:40:48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2500 2626 0,'0'0'0,"0"0"0,0 0 0,0 0 0,3-5 15,-3 5-15,0-6 16,0 6-1,1-6-15,-1 6 0,-1-8 16,-11 5-16,-18 8 16,-12 4-16,-9 5 15,-1 1-15,-4-1 16,10 1 0,3-1-16,2-3 0,3 3 15,6-3 1,-1-1-16,4-1 0,29-9 0,-25 11 15,8 1-15,17-12 16,-17 8-16,17-8 16,-13 8-16,13-8 0,-11 5 15,11-5 1,-8 2-16,8-2 0,-6 2 31,6-2-31,-1 0 0,1 0 0,3 7 16,-3-7-16,9 12 15,-1 5-15,-1 7 16,2 6-16,1 2 31,-3 5-31,-4 6 0,-1 12 0,-2 7 32,-2 0-32,-1 7 0,-3 1 15,5-3-15,-2-4 16,-1 2-16,2-5 15,-5-5-15,1 2 16,4-7-16,-4-6 16,-1-4-16,1 1 15,-3-9-15,9-32 16,-6 32-16,-2-5 16,8-27-16,-4 28 15,4-28-15,-3 20 16,3-20-16,0 18 15,0-18-15,7 12 16,7-1-16,7-5 16,7-4-16,4-2 0,10-5 15,12-1-15,10-1 16,11-1-16,9-2 16,2 5-16,-6 0 15,-5 5-15</inkml:trace>
  <inkml:trace contextRef="#ctx0" brushRef="#br0" timeOffset="1558.6596">15924 5789 0,'0'0'0,"8"-4"0,11-1 0,10 2 0,13-2 16,10 3-16,7 2 0,1-1 15,5 1 1,-2 0-16,2 0 0,-4-3 16,-4 3-16,0 4 15,-3-2-15,-9 5 16,-7-4-16,-38-3 16,34 3-1,-34-3-15,26 4 0,-6 6 16,-20-10-16,12 15 15,-2 1-15,-10 7 16,-4 3-16,4 3 0,-3 4 16,1 2-1,-2 2-15,0 0 16,3 6 0,2-1-16,0 3 0,0 1 0,7 9 15,-1-2-15,-2 3 16,3 0-16,1 2 31,2 3-31,-3 0 16,1-2-16,-5-8 15,-1-2-15,-3-6 16,-1-8-16,1-35 16,-8 34-16,-4-7 15,-8-1-15,-7-6 16,-9-5-16,-12-8 15,-11 2-15,-18-6 16,-31-1-16,-19 2 16,-16 4-16,-26 14 0,-10 10 15</inkml:trace>
  <inkml:trace contextRef="#ctx0" brushRef="#br0" timeOffset="26877.4204">18915 5458 0,'0'0'0,"0"0"0,0 0 0,1-3 0,-1 3 0,3-6 15,-3 6-15,5-6 16,7-1-16,8 5 0,1 1 16,4 2-16,4 3 15,4 2-15,2-1 16,8 0-16,8-2 15,5 0-15,4 0 16,3-3-16,-1 5 0,6-4 16,-2-1-1,3 2-15,2 1 16,5 0-16,-1-3 16,-3 2-16,-4 1 15,2-3-15,-12 1 0,-2-2 16,-56 1-16,52 0 15,-52 0-15,43 0 16,-43 0 0,33-3-16,-33 3 0,25-5 15,-25 5-15,15-3 16,-15 3-16,6-2 16,-6 2-16,0-6 15,-6 2-15,-12 6 16,-7 5-16</inkml:trace>
  <inkml:trace contextRef="#ctx0" brushRef="#br0" timeOffset="43583.6938">14081 7011 0,'0'0'0,"0"0"0,0 0 0,0 0 0,4-2 0,1-4 0,-5 6 0,11-5 15,4-2-15,4 3 16,3 3-16,3 3 15,5-3-15,-2 1 16,6-1-16,7 2 16,2-2-16,3 1 15,8 1-15,3 3 16,6-4-16,2 2 16,1 0-16,8-2 15,7-3-15,0 0 16,2 1-16,4-1 15,-1 1-15,3 1 16,1 1-16,-1-2 0,-2 4 31,-5-2-31,-4 0 0,-6 0 16,-5 1-16,-12-2 0,-55 1 16,47-3-16,-7 1 15,-40 2-15,31-3 16,-31 3-1,21-1-15,-21 1 0,12 0 16,-12 0-16,2-1 16,-5 1-16,-10 7 15,-12 4-15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4:44:54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2495 3118 0,'0'0'0,"12"1"0,12-2 0,12-1 0,11-2 16,10-1 0,9 0-1,2 2-15,8 0 0,6 0 16,8 3-16,3 0 16,4 3-16,4 3 15,2-2-15,3-1 16,4 2-16,3-1 15,7 1-15,7-1 16,4 1-16,3-3 16,8 1-16,5 5 15,0-1-15,9-1 16,2 3-16,6-4 16,7 0-16,4 2 15,8 0-15,0 0 16,4 0-16,1-4 15,6-1-15,0 1 0,1-3 16,1 3 0,-2-5-16,1 1 15,-1-2-15,-2 1 0,-8 0 16,-2 1-16,-3 1 16,-9 0-1,-3 2-15,-6-2 0,-11 1 16,-6 2-16,-10-2 15,-7-1-15,-5 1 16,-10-4-16,-12 0 16,-6 1-16,-14-3 15,-13-1-15,-13 1 0,-54 5 16,45-3-16,-45 3 16,37-3-16,-37 3 15</inkml:trace>
  <inkml:trace contextRef="#ctx0" brushRef="#br0" timeOffset="837.7526">15460 2994 0,'0'0'0,"0"0"0,11-3 0,12-3 0,20 3 16,15-2-16,11 3 16,12 1-16,9-3 15,8-1-15,11 1 16,8-3-16,9 2 0,13 2 16,13 2-1,4-4-15,9 1 0,9 4 16,9-1-1,3 1-15,8 0 0,3 1 16,4-1-16,3-1 31,1 2-31,-1-1 16,2-2-16,-1 3 0,-5-4 0,-6 5 16,-2 4-16,-9 2 15,-10 3 1,-5 5-16,-7-1 15,-13 0-15,-16 0 16,-16-4-16,-22 2 16,-21-2-1,-16 4-15,-23 6 16,-15 0-16</inkml:trace>
  <inkml:trace contextRef="#ctx0" brushRef="#br0" timeOffset="42091.7369">1816 3860 0,'0'0'0,"0"0"0,0 0 0,0-4 0,0 4 0,0-6 15,-6-3-15,-8 1 31,-10-3-31,-4 2 16,-5 4-16,-4 0 16,-4 4-16,-1 2 15,3-1-15,4 2 16,1 0-16,0 3 16,4-1-16,-3 0 0,2 4 15,2 1-15,29-9 16,-31 9-16,8 1 15,23-10-15,-20 11 16,4 4-16,5 2 16,11-17-16,-11 17 15,3 6-15,2 9 16,-1 7-16,4 4 16,-1 3-16,-7 7 0,5 1 15,-6 4-15,4 7 16,0 2-1,-5 0-15,5 0 0,2-4 16,0-1-16,2-6 16,2-3-1,0-9-15,4-2 32,0-1-32,2-4 0,2-3 0,-6-34 0,6 33 15,3-4-15,-9-29 16,8 25-16,6-7 15,8-1-15,5-6 16,5-6-16,6-6 16,9-3-16,-1 0 15,6-3-15,-3 3 16,2 3-16,-51 1 16</inkml:trace>
  <inkml:trace contextRef="#ctx0" brushRef="#br0" timeOffset="43578.4373">15154 6302 0,'0'0'0,"5"-4"0,8-4 0,12 0 0,8 3 15,7 1-15,3-1 16,5 8-16,1 0 16,-3 0-1,7-1-15,-7 0 0,4 2 16,-3 1-16,-6 1 15,-1 1-15,-3 0 16,-37-7-16,31 12 16,-10 2-16,-4 10 15,0 5-15,-11 2 16,-2 4-16,-4 3 16,-6-2-16,-3 4 0,4 2 15,2-1-15,-2 3 16,-2 3-16,2 4 15,0-1-15,5 4 16,-5 2 0,8 0-16,-6 0 0,0 0 15,1 0-15,4-3 16,2-5-16,0-3 16,1-8-16,-5-37 15,1 34-15,0-5 16,-6-4-16,-14-6 15,-15-6-15,-23-8 16,-22-3-16,-28 2 16,-18-8-16,-22 11 0,-15 6 15</inkml:trace>
  <inkml:trace contextRef="#ctx0" brushRef="#br0" timeOffset="61757.1424">8255 6103 0,'0'0'0,"0"0"0,2-1 0,-2 1 0,0 0 16,9-5-16,8 3 16,7 0-16,6 3 15,8 4-15,-1-1 16,3 1-16,4 3 16,7-2-16,4-1 0,7-2 15,7-1-15,8-2 16,-1 1-16,10-2 15,4-1-15,4 2 16,7-1-16,5-3 16,2 6-16,10-2 15,-1 2-15,3-2 16,9 1-16,-3 1 0,4-2 31,-1 4-31,8-1 0,4-3 16,0-1-16,7-1 0,-1-3 15,2 2-15,-4-2 16,4 0 0,-2 3-16,2-1 0,1-2 15,3 4 1,-4-1-16,-3 1 0,2 1 16,-1-1-16,-2 0 15,-6 1-15,-5 0 16,-9 1-16,-2 0 15,-6-1-15,-9 1 16,-11-1-16,-9-1 31,-13-1-31,-12-1 0,-11-1 0,-9 0 16,-43 4-16,35-2 0,-35 2 16,23-1-16,-23 1 15,14-2-15</inkml:trace>
  <inkml:trace contextRef="#ctx0" brushRef="#br0" timeOffset="93174.1641">1860 7982 0,'0'0'0,"0"0"0,-10-4 0,-14-6 0,-8-1 15,-6 0-15,-3 0 16,-2 3-16,1 0 15,2 0-15,0 5 16,-3 3 0,2 1-16,3 1 0,-1 6 0,2 0 15,6 3-15,-2 2 16,6 6-16,1 1 16,0 7-16,3 5 15,-3 5-15,7 7 16,-5 5-16,7 5 15,0 5-15,6 2 16,1 2-16,2 1 16,3-1-16,4-2 15,1-1-15,1-4 16,1-1-16,2-6 16,1 1-16,0-5 15,3-2-15,0-7 16,0-4-16,3-4 15,-11-28-15,9 27 16,2-3-16,6-1 0,-17-23 16,19 18-16,-3-3 15,5-1-15,-2-7 16,4-3-16,5-1 16,-1-3-16,7-4 15,9-6-15,11 2 16,12-6-16,15-1 15,14-3-15,3-1 16,-2 1-16</inkml:trace>
  <inkml:trace contextRef="#ctx0" brushRef="#br0" timeOffset="107315.8925">22408 8036 0,'0'0'0,"5"-4"0,7 0 0,8-6 15,16 3-15,16-1 16,10 3 0,5 3-16,-4 1 15,-2 5-15,-4 1 16,-7 1-16,-9 1 16,-8 1-16,-33-8 0,30 5 15,-5 3-15,-25-8 16,20 12-16,-4-1 15,-5 5-15,-7 1 16,-6 3-16,-2 0 16,1 5-16,-5 0 15,-1 4-15,-1 5 0,6 1 16,-3 6 0,3 2-16,-1 2 15,5 2-15,6 9 16,2 3-16,2 4 0,6 5 15,-4 3-15,-1 3 16,0 0-16,-5 1 16,-3 2-16,-5-6 15,-6-4-15,-2-5 16,1-3-16,-4-7 16,-4-5-16,-3-6 15,-8-9-15,-8-9 16,-15-8-16,-23-10 0,-27-10 15,-25-7-15,-18-2 16,-24 0-16,-18 10 16</inkml:trace>
  <inkml:trace contextRef="#ctx0" brushRef="#br0" timeOffset="116410.82">4794 10337 0,'0'0'0,"0"0"0,0 0 0,1-3 0,-1 3 31,1-5-31,-1 5 0,2-5 0,-2 5 16,5-5-16,4 1 16,-9 4-1,13-3-15,6-2 0,11 2 0,5 2 31,5-3-15,8 0-16,7 2 0,6-1 16,10 0-16,3-1 15,7 3-15,1 1 16,8 1-16,1-1 16,8 2-16,2 2 15,-2-2-15,0 1 16,-4 2-16,-7-1 15,-1 0-15,2-1 0,-7 1 16,-5-1-16,-6 3 16,-10-5-16,-61-1 15,53 2-15,-53-2 16,42-2-16,-42 2 16,29-3-16,-29 3 15,19-4-15,-19 4 16,8-4-16,-10 1 15,-16 1-15,-17 2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4:50:49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4599 11007 0,'0'0'0,"0"0"0,0 0 0,2-1 0,-2 1 0,0 0 0,1-5 0,-1 5 16,1-10-16,1 1 15,-2 9-15,8-7 16,-8 7-16,9-3 0,5 4 16,-14-1-16,20 5 15,-20-5-15,24 5 16,2 3 0,2 0-16,3-2 0,2 0 15,-1 0 1,7-2-16,-3-1 0,4 1 0,4-2 15,1-1 1,6 1 0,-3 1-16,3 0 0,5 1 15,-4-1-15,1 1 16,3-3-16,2 0 16,1 0-16,4 0 15,2 0-15,-1 1 16,-1 3-16,3-2 15,1 0-15,1 0 16,3 1-16,1-1 16,0 1-16,-3 0 15,2 1-15,-1-4 16,4 2-16,3-2 16,0 0-16,-1-2 15,-4 3-15,2 0 16,-4-1-16,3-1 15,-2 3-15,-1-1 0,1 1 0,-2-1 16,1-1-16,1 1 16,6-4-16,-3 5 15,6-7 1,-3 3-16,-7 2 0,4-1 16,0 0-16,1-2 15,-2 2-15,4-3 16,-7 4-16,4-3 15,-5-1-15,4 1 0,-4 0 16,4 2-16,0 3 31,5-3-31,-2 0 0,2 0 0,3 4 16,-3-1-16,2 1 16,-3 0-16,-1-2 15,-3 2-15,-1-1 16,-4-2-16,-5 2 15,-4-3 1,-13 1-16,-46-1 0,41 2 16,-41-2-16,32 1 15,-13 2-15</inkml:trace>
  <inkml:trace contextRef="#ctx0" brushRef="#br0" timeOffset="25419.7203">5127 11328 0,'0'0'0,"22"-13"0,23 3 0,27 15 0,32 7 16,16 3-16,-6 6 16,-8 0-1,-19-7-15,-12-6 16,-10-7-16</inkml:trace>
  <inkml:trace contextRef="#ctx0" brushRef="#br0" timeOffset="44736.5621">4627 15152 0,'0'0'0,"0"0"0,-2-1 0,2 1 0,-7-5 0,-10-3 16,-5 4-16,-7 0 15,-5-1 1,-9 3 0,-7 0-16,-4-1 15,-12 1-15,-1 1 16,-10 0-16,-5 1 15,-4-1-15,-2-1 0,-11 2 16,-7-3-16,-8 3 16,-10-3-16,-14 2 15,-9 1-15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4:53:29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1385 3538 0,'0'0'0,"0"0"0,2 0 0,5-2 0,-7 2 16,13 2-16,9-2 0,8-3 15,3 1-15,3 1 16,-3-1-16,10 0 16,4 4-16,8-1 15,6-1-15,0 0 16,7-1-16,3-2 15,5-1-15,3 3 16,5-5-16,6 0 16,3 3-16,6-6 15,5-3-15,0 5 16,5 0-16,0 1 16,3 2-16,4 0 15,1-1-15,-1-1 16,3 4-16,-6 1 15,3-1-15,-2 2 16,0-1-16,-2 1 16,-3-2-16,-2 5 15,-7-3-15,-2 2 16,-5-2-16,-2 3 16,-3 2-16,-1 0 15,-1-3-15,-4 5 16,-5-3-16,-8 3 0,-9-2 0,-12 1 15,-48-6-15,42 3 16,-10-1-16,-32-2 16,26-1-16,-26 1 15,21-1-15,-10-3 16,-10 8-16,-7 5 16,-11 1-16</inkml:trace>
  <inkml:trace contextRef="#ctx0" brushRef="#br0" timeOffset="17708.2786">6442 8357 0,'0'0'0,"0"0"0,4-5 0,-4 5 16,4-10-16,-4 10 15,4-13 1,-4 13-16,7-12 0,-7 12 16,10-10-1,2 2-15,-12 8 0,16-3 0,4 2 16,12-1 0,2 2-16,11-1 0,4-2 15,6 1-15,8 2 16,9-3-1,6 0 1,10-3-16,5 4 0,4 0 0,6-1 16,8-1-16,2 1 15,2 1-15,3 1 16,-3 1-16,-4 0 16,-13 2-16,-8-2 15,-11 0-15,-13 0 16,-66 0-16,51-2 15,-51 2-15,40-2 16,-40 2-16,27-2 16,-15 2-16,-21 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4:56:41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2817 5380 0,'0'0'0,"0"0"0,0 0 0,3-3 16,-3 3-16,7-6 15,-7 6-15,8-4 16,5 1-16,-13 3 0,15-4 15,5 4 1,2 3-16,2 2 0,8 0 16,4-1-16,10-1 15,7 3-15,9-1 16,8-2-16,6-5 16,8 3-16,9-3 15,5-3-15,10 1 16,11-1-16,3-1 0,7 3 15,8 0-15,-1 3 16,5 1 0,-6 1-16,8 3 15,-9-3-15,-4 0 16,-6 2-16,-6 1 16,-10 0-16,-8 0 15,-14-1-15,-10 0 16,-11-2-16,-65-2 15,50 0-15,-50 0 16,34-1-16,-34 1 16,22-3-16,-13-1 15,-16 1-15</inkml:trace>
  <inkml:trace contextRef="#ctx0" brushRef="#br0" timeOffset="861.4003">3015 7403 0,'0'0'0,"0"0"0,3 2 0,7-2 16,12 2-16,6 1 16,14 0-16,9-1 15,8-1-15,11-1 16,15-1-16,11-1 0,12 3 16,10-2-16,8-2 15,8-2 1,7 3-16,7-2 0,6-1 15,2 3 1,4-1-16,-3 1 0,5 4 16,-5-2-16,-5 0 15,-7 3-15,-5 0 16,-13 3-16,-13-3 16,-14 3-16,-15-5 15,-16 1-15,-69-2 16,52 1-16,-52-1 15,34 2-15,-34-2 16,23 0-16,-15 0 16,-19 1-16</inkml:trace>
  <inkml:trace contextRef="#ctx0" brushRef="#br0" timeOffset="1646.8846">2734 9388 0,'0'0'0,"0"0"0,0 0 0,7 1 0,9 2 0,16 4 16,11-1-16,8 4 15,14-3-15,11-2 16,15-3-16,16-1 15,13-2-15,12 1 0,15-5 16,11-4 0,7 4-16,10-4 0,12 0 15,4 5 1,11-1-16,3-1 16,11 6-16,-9-1 0,-5 5 15,-8 2-15,-4 1 16,-11 1-16,-12 4 15,-8-3 1,-16 3-16,-14-1 0,-11 0 16,-16 0-16,-30-2 15,-72-9-15,54 8 16,-22-1-16,-30 2 16</inkml:trace>
  <inkml:trace contextRef="#ctx0" brushRef="#br0" timeOffset="147349.8832">14168 3834 0,'0'0'0,"0"0"0,-1 0 0,-9 1 0,-2 2 16,-5 4-16,-3 0 0,0 4 16,-7 3-1,-5 4-15,-4 7 0,-2 1 16,-6 7-1,-2 3-15,-4-2 0,1-3 16,-1 3-16,1-4 16,6-2-16,5-2 15,4-3-15,34-23 16,-29 19-16,7-3 16,22-16-16,-14 15 15,14-15-15,-7 13 0,13 1 16,15-1-16,10-3 15,5-1-15,5-4 16,4-5 0,0 0-16,0-1 15,-1-4-15,1 1 16,-6-1-16,-1 0 0,-38 5 16,35-5-16,-3-2 15,-32 7-15,26-7 16,-6-4-16,-20 11 15,13-14-15,-4-2 16,-7-6-16,-2 0 16,0-2-16,0-1 15,0 25-15,3-25 16,0 0-16,-3 25 0,0-27 16,0 27-16,0-20 15,0 20-15,1-15 16,-1 15-16,-2-8 15,0 10-15,6 14 16,-1 11-16,-5 7 16,2 11-1,2 10-15,-4 5 0,-2 1 16,4 4-16,-1 2 16,-2-4-16,3-9 15,0-2-15,-1-11 16,1-41-16,-3 35 15,3-35-15,-3 25 16,-2-5-16,5-15 0</inkml:trace>
  <inkml:trace contextRef="#ctx0" brushRef="#br0" timeOffset="147899.5966">14689 4043 0,'0'0'0,"0"0"0,0-5 0,-4-4 0,-8-1 0,-1-3 15,13 13-15,-18-14 16,-3 6 0,-12 6-16,-1 5 15,-6 8-15,0 12 16,-5 11-16,6 13 16,2 15-16,6 6 15,8 4-15,10 1 0,11-4 16,15-10-16,8-13 15,11-10-15,2-10 16,2-10-16,1-9 16,-1-6-1,3-10-15,-4-4 0,5-4 0,-7-7 16,1-2-16,-5-7 16,-9-6-16,-4-3 15,-4-5-15,-7-3 16,-5-1-16,-6-3 15,-6 2-15,-8 4 16,-5 8-16,-4 7 16,-5 11-16,0 12 15,-7 12-15,41-2 16</inkml:trace>
  <inkml:trace contextRef="#ctx0" brushRef="#br0" timeOffset="148198.9144">15439 4083 0,'0'0'0,"0"0"0,2 7 0,4 12 16,5 14-16,-1 0 16,-5 10-16,0 2 15,-3 2-15,-4-1 16,-4-2-16,1 1 16,-4-5-16,0-6 15,9-34-15,-8 29 0</inkml:trace>
  <inkml:trace contextRef="#ctx0" brushRef="#br0" timeOffset="148400.8142">15281 4331 0,'0'0'0,"0"0"0,9-2 0,34-6 0,29-2 15,16 0-15,21 5 16,7 1 0</inkml:trace>
  <inkml:trace contextRef="#ctx0" brushRef="#br0" timeOffset="169448.345">16219 3773 0,'0'0'0,"0"0"0,0 0 0,2-1 0,-2 1 0,3-1 16,1 2-16,1 7 15,4 3-15,0 4 16,-3 10-16,-1 7 0,2 10 15,-2 8 1,-5 2 0,3 4-16,3-1 0,-3 0 0,-1-5 15,0 3-15,3-5 16,-6-4-16,-2-3 16,0-4-16,3-37 15,0 31-15,0-10 16,2-14-16</inkml:trace>
  <inkml:trace contextRef="#ctx0" brushRef="#br0" timeOffset="169998.56">16603 3812 0,'0'0'0,"0"0"0,4-9 0,-4 9 0,13-19 16,8 1 0,7-3-16,4 6 0,4 4 15,-2 8-15,7 6 16,-4 8-16,2 7 15,-3 5-15,-8 12 16,-2 4-16,-14 11 16,-7 6-16,-7 6 15,-13 0-15,-5 4 0,-6-9 16,-9-5-16,-5-9 16,-3-5-1,-3-9 1,-2-5-16,0-5 0,48-19 0,-46 14 15,8-8-15,7-6 32,11-12-32,16-8 0,11-6 0,-7 26 15,17-27-15,9 7 16,3 7-16,0 8 16,4 10-16,-1 10 15,0 5-15,0 5 0,0 2 16,-4 4-1,7-2-15,-5-1 0,-1-3 16,-1-12-16,4-11 16</inkml:trace>
  <inkml:trace contextRef="#ctx0" brushRef="#br0" timeOffset="170705.9269">17709 3674 0,'0'0'0,"0"0"0,2 3 0,-2 14 0,-6 8 16,-12 5-16,-3 12 16,-17 5-16,-8 1 15,-5 2-15,-9-5 16,4-5-16,4-7 16,52-33-16,-44 26 15,44-26-15,-32 22 16,18-3-16,11 2 15,12-6-15,12-5 16,4-4-16,4 1 16,3-5-16,1-1 15,-4 0-15,2 0 16,-2-4-16,-29 3 16,25-1-16,-25 1 0,23-3 15,-2 2 1,-21 1-16,13-7 0,-6-5 15,-3-4-15,-6-4 16,-3-4-16,1-1 16,0-5-16,0 2 15,4 28-15,-1-29 16,1 29-16,-1-27 16,1 27-16,1-23 15,-1 8-15,0 15 16,-1-3-16,2 12 15,-2 17-15,3 12 0,2 10 16,0 4 0,0 9-16,-8-2 15,6 0-15,-4-4 0,2-5 16,4-9 0,-4-41-16,8 33 0,-8-33 15,7 26-15,3-10 16,6-19-16,3-14 15</inkml:trace>
  <inkml:trace contextRef="#ctx0" brushRef="#br0" timeOffset="170942.0845">18151 3980 0,'0'0'0,"8"-2"0,4 0 0,19 1 0,16 1 0,7 2 16,9-1-16,-1 2 15,-7-2-15,-5-1 16,-50 0-16</inkml:trace>
  <inkml:trace contextRef="#ctx0" brushRef="#br0" timeOffset="171141.1867">18073 4218 0,'0'0'0,"16"0"0,9-2 0,19 2 16,25 0-16,11-3 15,5-1-15,7-4 16</inkml:trace>
  <inkml:trace contextRef="#ctx0" brushRef="#br0" timeOffset="171634.791">19503 3656 0,'0'0'0,"0"0"0,0 0 0,0 0 0,0 0 15,0 0 1,0 3-16,-1 6 0,4 4 16,-2 7-16,-2 2 15,-4 9-15,1 3 16,-2 10-16,2 8 0,1 5 16,-1 3-16,0-3 15,4-3 1,-1-6-16,1-6 0,3-6 15,-3-36-15,6 30 16,-6-30-16,2 28 16,-2-28-16,1 24 15,4-8-15</inkml:trace>
  <inkml:trace contextRef="#ctx0" brushRef="#br0" timeOffset="172174.0649">20158 3636 0,'0'0'15,"0"0"-15,0 0 0,0-5 0,0 0 0,0 5 16,-5 3-16,-7 6 31,-11 13-31,-9 12 16,-8 11-16,-3 7 15,-3 3-15,3 6 0,4-1 16,10-1-16,7-3 16,13-6-16,10-8 15,9-8-15,16-7 0,5-9 16,7-7-16,-2-8 16,2-7-16,-7-6 15,-2-5 1,-7-3-16,-22 18 0,18-21 15,-6-4-15,-7-5 16,-9 0-16,-15 3 0,-12 5 16,-19 6-16,-14 9 31,-5 7-31,2 7 16,67-7-16,-58 3 15</inkml:trace>
  <inkml:trace contextRef="#ctx0" brushRef="#br0" timeOffset="172820.635">20764 3535 0,'0'0'0,"0"0"0,0 0 0,1 2 0,-1 11 0,-4 4 15,-7 8-15,-9 11 16,-8 3-16,-16 3 16,-9 3-16,1-5 15,-2-2-15,2-6 16,52-32-16,-41 25 0,13-7 15,28-18-15,-14 17 16,18-4-16,22-4 16,15-1-16,9-1 15,6-5-15,6 0 16,-9-2-16,0 0 16,-53 0-16,46-1 15,-6-1-15,-40 2 16,33-2-16,-9-6 0,-8-4 15,-16 12-15,5-14 16,-4-7 0,-5-9-16,-1-2 15,-3 1-15,1-2 16,-1-2-16,8 35 16,-3-31-16,3 31 0,-2-28 15,2 28 1,0-18-16,2 8 0,0 13 15,2 12-15,2 12 16,-4 9-16,-2 17 16,3 5-16,-6 8 15,-1 6-15,2-6 16,-3-5-16,2-7 0,3-54 16,-2 43-16,1-7 15,-2-5-15,3-31 16</inkml:trace>
  <inkml:trace contextRef="#ctx0" brushRef="#br0" timeOffset="181133.4185">21717 3770 0,'0'0'0,"0"0"0,0 0 0,0-3 16,-5-5-16,5 8 16,-5-15-1,-3 1-15,8 14 16,-10-15-16,-9 5 15,-13 11-15,-3 9 16,-7 6-16,-4 5 16,4 1-16,42-22 15,-34 27-15,6-1 16,28-26-16,-20 30 16,13 0-16,14-4 15,8-5-15,11-8 16,5-8-16,8-6 0,5-5 15,0-4-15,0-4 16,-9-2-16,-6-1 16,-6-5-16,-23 22 15,17-22 1,-17 22-16,8-24 16,-8 24-16,3-22 0,-3 22 15,-4-17-15,0 14 16,-3 15-16,4 11 15,1 11-15,4 6 16,6 0-16,-2 6 16,3-1-16,-2 3 15,-3 3-15,0 1 16,-4 1-16,-5 1 0,-5-5 16,-6-6-16,-5-7 15,-6-10-15,0-7 16,-7-2-16,-1-6 15,-8-3-15,-5-5 16,-1-7 0,-2-13-16,6-16 0,8-14 15,13-14-15</inkml:trace>
  <inkml:trace contextRef="#ctx0" brushRef="#br0" timeOffset="181447.9372">22230 3311 0,'0'0'0,"-3"8"0,-3 8 0,-5 17 0,-13 20 0,-6 14 0,-5 15 16,-5 3-16,-5 4 16,9-3-1,-5-9-15,5-14 0,6-13 16,1-11 0,29-39-16,-23 28 15,23-28-15,-17 22 0,10-17 16,22-14-16</inkml:trace>
  <inkml:trace contextRef="#ctx0" brushRef="#br0" timeOffset="182346.5623">22260 3631 0,'0'0'0,"0"0"0,0 0 0,0 1 0,-1 10 0,-1 13 16,0 7-16,2 6 0,1 5 31,1-5-31,-2-1 0,0-36 0,-1 32 16,1-32-16,-4 23 16,4-23-16,-5 16 15,1-7-15,0-13 16,2-11-16,4-5 15,4-7 1,1 0-16,4-1 0,-11 28 16,9-27-16,9 4 15,1 9-15,-19 14 16,22-7-16,-4 8 16,-18-1-16,19 10 15,-3 8-15,-16-18 16,13 24-16,-13-24 15,9 22-15,-9-22 0,5 24 16,-5-24-16,4 15 16,-1-7-16,0-13 15,7-7-15,7-12 16,0 0-16,-17 24 16,22-22-1,-22 22-15,20-17 0,-20 17 16,22-10-16,-4 13 15,-6 11-15,-1 7 16,-11-21-16,7 24 16,-2 0-16,-5-24 15,9 23-15,9-7 16,4-12-16,6-7 16,3-5-16,-1-6 15,-3-1-15,-3-4 0,-24 19 16,22-22-16,-2-2 15,-20 24 1,13-24-16,-13 24 0,7-19 31,-7 19-31,-2-17 0,-3 10 16,-8 11-16,-2 10 0,0 9 16,-3 6-16,4 2 15,14-31-15,-4 29 16,4-2-16,9-6 15,14-9 1,-1-7-16,7-6 0,-2-10 16,-2-3-16,-3-2 15,-5-7-15,-6-2 16,-8-1-16,-10 2 0,-6 4 16,-9-1-16,-10 8 15,-4 5-15,36 8 16,-38-5-16,38 5 31,-34-1-31</inkml:trace>
  <inkml:trace contextRef="#ctx0" brushRef="#br0" timeOffset="182580.8344">23116 3257 0,'0'0'0,"0"0"0,0 10 0,3 21 0,0 8 0,-2 12 16,7 9-16,-6 9 16,-8-2-16,2-2 15,-2 1-15,-4-10 16,-1-3-16,1-3 15,-3-7-15,0 4 16</inkml:trace>
  <inkml:trace contextRef="#ctx0" brushRef="#br0" timeOffset="208173.0271">14429 5961 0,'0'0'0,"0"0"0,0 0 0,2-5 16,-2 5-16,-2-4 15,-5-5-15,-13 2 32,-5-2-32,-5 5 15,-13 1-15,-6 1 16,2 4-16,-3-1 0,0 0 16,7 0-16,7 1 15,5 2-15,31-4 16,-30 5-16,9 4 15,5 5-15,2 4 16,-1 2-16,9 5 16,-1 1-16,2 6 15,1 3-15,4 1 16,-3 0-16,0-1 16,3-3-16,0-32 0,-1 29 15,2-1-15,-1-28 16,5 23-16,-5-23 15,3 19-15,-3-19 16,0 12 0,0-12-16,0 8 0,0-8 0,0 4 15,-2-11-15,2-6 16,10-5-16,6 1 16,5-4-16,6 5 15,6 5 1,2 6-16,0 5 15,2 5-15,1 8 16,-1 11-16,-4 3 0,-5 6 0,-5 7 16,-5 1-16,-7 1 31,0 3-31,-9 0 0,-6 1 0,-3-2 16,-6-1-16,-7-5 15,-6-9-15,-1-5 16,-2-9-16,-4-2 15,-8-7-15,-7-2 16,-11-8-16,-2-6 16,-1-6-16,2-5 15,13-6-15,14-4 16,13-4 0,18 0-1,16 1-15</inkml:trace>
  <inkml:trace contextRef="#ctx0" brushRef="#br0" timeOffset="208852.2738">15026 5993 0,'0'0'0,"0"0"0,0 0 0,0 0 0,2 2 0,-4 2 16,-10 11-16,-4 9 16,-10 9-16,-11 6 15,-8 4-15,-2-2 0,-5-1 16,2-1-16,50-39 15,-44 32-15,44-32 16,-34 25-16,13-5 16,16-1-16,11-7 15,14-3-15,9-3 16,8 0-16,5-2 0,5-1 16,-1-1-16,-4-4 31,-3-3-31,-39 5 0,36-2 0,-7-3 15,-29 5 1,28-6-16,-28 6 0,19-7 16,-7-3-16,-8-11 15,-4-3-15,-3 0 16,-3-4-16,6 0 16,-1 3-16,0-1 15,1 26-15,0-24 16,0 24-1,0-20-15,0 20 0,1-13 16,0 14-16,6 19 16,1 16-16,-2 12 0,0 10 15,-3 9-15,-1-4 16,3 2-16,-2-3 16,-1-8-16,1-10 15,2-10-15,-5-34 16,4 27-16,-4-27 15,5 22-15,2-6 16,8-15 0</inkml:trace>
  <inkml:trace contextRef="#ctx0" brushRef="#br0" timeOffset="209136.7914">15705 6168 0,'0'0'0,"0"0"0,2 9 0,2 17 16,0 14-16,-6 10 31,-4 9-31,5 2 0,-6-4 0,4-3 15,2-11-15,1-43 16,-5 36-16,5-36 0,-2 28 16,2-28-16,-6 25 15,-1-11-15</inkml:trace>
  <inkml:trace contextRef="#ctx0" brushRef="#br0" timeOffset="209339.1263">15468 6427 0,'0'0'0,"11"-2"0,17-6 0,24-1 16,20 1-1,12-2-15,9 4 0,8-2 16</inkml:trace>
  <inkml:trace contextRef="#ctx0" brushRef="#br0" timeOffset="209860.9412">16486 5964 0,'0'0'0,"0"0"0,0 0 0,3-1 16,-3 1-16</inkml:trace>
  <inkml:trace contextRef="#ctx0" brushRef="#br0" timeOffset="210562.7148">16462 5973 0,'0'0'0,"0"0"0,0 0 0,0 0 0,-1 1 16,1-1-16,0-3 15,0 3-15,1-4 16,-1 4-16,5-5 15,-5 5-15,6-9 16,-6 9-16,13-11 16,-2-3-16,10 0 15,-1 3-15,7-1 16,0 3-16,0 4 0,6 1 16,-2 4-16,-4 9 15,1 2-15,-2 5 16,-3 2-16,-3 6 15,-6 3-15,-3 4 16,-6 2-16,-5 2 16,-7-2-16,-7-7 15,-6 1-15,-1-5 16,-7-3-16,0-1 0,28-18 16,-26 13-16,26-13 15,-28 10-15,28-10 16,-25 4-16,9-3 15,16-1-15,-9-5 16,11-11-16,11 1 16,12 1-1,6 6-15,4 4 0,1 8 0,-4 8 16,1 7-16,-8 5 16,-4 8-16,-13 9 15,-8 2-15,-9 1 16,-11 2-1,-4-3-15,-10-7 0,-7-6 16,2-7-16,-4-6 16,-2-6-16,5-6 15,1-3-15,3-8 16,1-5-16,4-7 16,0-9-16,11-7 15</inkml:trace>
  <inkml:trace contextRef="#ctx0" brushRef="#br0" timeOffset="210911.5331">17130 5912 0,'0'0'0,"0"0"16,3 2-16,0 12 0,2 8 0,3 15 16,-2 8-16,-2 13 15,-5 1-15,-4 4 16,-3-4-16,-1-8 15,-1-3-15,3-5 0,4-10 16,3-33-16,-3 29 16,-2-4-16,4-2 15,1-23-15,5 19 16,2-4-16,15-9 16</inkml:trace>
  <inkml:trace contextRef="#ctx0" brushRef="#br0" timeOffset="211194.4806">17734 6028 0,'0'0'0,"0"0"0,0 7 0,6 17 0,-5 11 0,-1 6 16,-1 9 0,-1 6-16,-4-2 15,-4-2-15,6-3 16,4-49-16,-4 43 0,-2-10 16,6-33-16,-3 28 15,3-28-15,0 18 16</inkml:trace>
  <inkml:trace contextRef="#ctx0" brushRef="#br0" timeOffset="211399.1009">17508 6261 0,'0'0'0,"0"0"0,7-2 0,15-7 0,21 6 0,14-3 15,14 0 1,7 3-16,-1-1 0,0-2 16</inkml:trace>
  <inkml:trace contextRef="#ctx0" brushRef="#br0" timeOffset="211966.7781">18799 5751 0,'0'0'0,"0"0"0,0 0 0,3-4 0,-3 4 15,-6-4-15,-7 1 16,-7 10-16,-16 9 15,-6 9-15,-14 7 16,-2 11-16,5 2 16,-1 6-16,7 3 15,11 4 1,7 0-16,7-1 0,12-5 0,12-4 16,11-3-16,10-9 15,4-9-15,3-7 16,-1-6-16,5-7 15,-1-4-15,-1-9 16,-32 6 0,33-11-16,-5-2 0,1-10 15,-8 0-15,-10-7 16,-9 0-16,-8-1 16,-14 5-16,-12 2 15,-8 9-15,-11 6 16,-7 8-16,58 1 15,-53 2-15,9 0 0</inkml:trace>
  <inkml:trace contextRef="#ctx0" brushRef="#br0" timeOffset="212632.9185">19309 5763 0,'0'0'0,"0"0"0,-4 7 31,-10 18-31,-11 9 0,-10 11 16,-20 5-16,-2 0 15,-6-6-15,9-5 16,6-10-16,48-29 16,-38 21-1,38-21-15,-24 15 0,16-1 16,14-1-16,19-4 16,10-4-16,14 0 15,4-4-15,-2-2 16,-4-1-16,-5 0 15,-42 2-15,35-2 16,-35 2-16,29-2 16,-5-5-16,-24 7 0,16-11 15,-7-7-15,-2-10 16,-5 0-16,-3-4 16,0-2-16,-2 5 15,4-1-15,1 3 16,-2 27-16,-4-24 15,4 24-15,-3-15 16,3 15-16,-4-10 16,4 14-16,1 17 15,-2 14-15,-4 9 16,3 12-16,-3 6 0,-3-1 16,5-1-1,1-2-15,4-8 0,0-6 16,-2-44-16,5 34 15,-3-5-15,-2-29 16,0 25-16,0-25 16,2 17-16,3-12 15,11-17-15</inkml:trace>
  <inkml:trace contextRef="#ctx0" brushRef="#br0" timeOffset="212884.7632">19860 5952 0,'0'0'0,"9"-1"0,13-3 0,11 2 16,20-4 0,4 2-16,4 0 0,-3 0 15,-58 4 1</inkml:trace>
  <inkml:trace contextRef="#ctx0" brushRef="#br0" timeOffset="213071.2822">19813 6145 0,'0'0'0,"17"2"0,20-2 0,16-2 0,28 2 16,17 1-16</inkml:trace>
  <inkml:trace contextRef="#ctx0" brushRef="#br0" timeOffset="226834.6384">20911 5449 0,'0'0'0,"0"0"0,0 0 0,0 0 16,0 0-16,0-1 16,2 1-16,-2 7 15,1 9-15,4 11 16,-2 13-16,1 14 0,-7 8 15,-1 9-15,-1 0 16,1 3-16,-6-3 16,5-1-16,1 3 15,-2-10 1,1 0-16,1-6 16,1-8-16,1-5 15,0-9-15,2-35 0,1 30 16,-1-30-16,1 24 15,1-6-15,6-18 16,5-18-16</inkml:trace>
  <inkml:trace contextRef="#ctx0" brushRef="#br0" timeOffset="227575.3646">21701 5597 0,'0'0'0,"0"0"0,0 2 0,0-2 0,-1 9 0,-7 12 0,-7 6 16,-16 9-16,-5 10 15,-7 1-15,-6 1 16,-9-2 0,8-5-16,50-41 0,-42 31 15,42-31-15,-35 24 16,13-6-16,17-4 16,14-3-16,13-2 15,17-1-15,5-4 16,9-3-1,-1-1-15,-2-1 0,-1 1 16,-49 0-16,42-1 16,-6 2-16,-36-1 15,36-3-15,-36 3 16,28-2-16,-28 2 16,22-7-16,-3-5 0,-8-8 31,-5-4-31,-9-6 0,-2 1 0,-6-1 15,3 0-15,-4 0 16,5 1-16,3 2 16,-1 0-16,5 27 15,-2-26 1,2 26-16,-3-22 0,3 22 16,-2-14-16,0 10 0,0 17 15,-3 16-15,1 12 16,-5 9-16,3 12 15,-2 7 1,3 4-16,3-1 0,-5 0 16,7-5-16,-1-9 15,2-11-15,0-5 16,-1-42-16,2 32 16,-2-32-16,0 24 15,-2-8-15,0-16 16,-1-13-16</inkml:trace>
  <inkml:trace contextRef="#ctx0" brushRef="#br0" timeOffset="228199.4824">22584 5566 0,'0'0'16,"0"0"-16,-4-7 0,-5-7 0,-10 1 15,-6-1-15,-9 5 0,-6 7 16,-14 8-16,-4 12 15,-5 8-15,1 9 16,6 9-16,15 0 0,12 2 16,14-7-16,12-4 15,3-35-15,11 32 16,10-3-16,12-9 16,2-6-16,3-7 15,0-9-15,-2-4 16,-1-5-16,2-6 15,-4-6-15,-4-1 16,-3-3-16,-6 0 0,-5-6 16,-15 33-16,14-29 15,-14 29 1,9-25-16,-9 25 16,3-19-16,-3 8 15,-6 15-15,1 14 0,-1 14 16,-3 8-16,-2 6 15,2 1-15,-6 7 16,0 4-16,-1-2 16,2 4-16,1-2 15,4-5-15,2-3 16,2-6-16,5-44 16,-6 34-16,6-34 15,-3 30-15,3-30 16,-3 25-16,0-12 0,-1-16 15</inkml:trace>
  <inkml:trace contextRef="#ctx0" brushRef="#br0" timeOffset="229013.7418">23309 5738 0,'0'0'0,"-5"-6"0,-7 4 0,-9-2 0,-10 5 15,-9 4-15,-5 9 16,-3 17-16,-1 6 16,5 5-16,6 2 15,13-1 1,17-7-16,8-36 0,3 28 16,14-9-16,12-10 15,2-8-15,2-6 16,0-5-16,-2-4 0,-2-1 15,-1-4 1,-5-2-16,-4-2 16,-4 1-16,-3 0 0,-12 22 15,6-24-15,-6 24 16,6-22-16,-6 22 16,1-16-1,-1 6-15,-5 13 0,0 12 16,5 15-16,1 11 15,0 10-15,7 9 16,-5 7-16,2 2 16,-9-1-16,4 3 15,-5-2-15,-5-2 16,-3-6-16,-4-6 16,-4-6-16,-4-7 0,-6-5 31,-3-8-31,-5-6 0,-4-7 0,3-7 15,0-7-15,3-8 16,8-7-16,7-11 16,5-8-16,17-11 15,12-9-15,15-5 16,16-8-16,13 1 31,9 2-31,6 4 0,2 3 0,-8 9 16,-65 46-1,62-35-15,-62 35 0,46-27 16,-46 27-16,32-17 16,-16 11-16,-21 7 0</inkml:trace>
  <inkml:trace contextRef="#ctx0" brushRef="#br0" timeOffset="229301.8388">23798 5416 0,'0'0'0,"0"0"0,-1 7 0,-9 19 15,-3 16-15,-10 10 16,-4 13-16,3 9 16,-5 5-16,-3 2 15,-5-6-15,5-12 0,-1-8 16,10-12-16,2-8 16,21-35-16,-15 31 15,6-8-15</inkml:trace>
  <inkml:trace contextRef="#ctx0" brushRef="#br0" timeOffset="230115.1598">23776 5784 0,'0'0'0,"0"0"0,1 4 0,1 6 15,2 10-15,-2 5 0,3 1 16,-5-26-16,6 29 16,-6-29-16,-6 27 15,6-27 1,-4 20-16,-3-11 0,3-14 16,4-13-16,6-10 15,7-1-15,0-4 16,-13 33-16,20-30 15,-20 30-15,17-21 16,1 12-16,-2 12 16,1 12-16,-2 6 15,-6 2-15,-9-23 16,10 25-16,-10-25 0,9 21 16,-9-21-16,7 15 15,-7-15-15,6 9 16,4-11-16,2-14 15,9-6-15,5-3 16,1 5-16,-27 20 16,28-14-16,-28 14 15,21-8-15,-6 13 16,-15-5-16,10 14 16,-10-14-16,7 18 0,-7-18 15,8 19 1,9-4-16,-17-15 0,21 7 15,2-7-15,-23 0 16,28-9-16,-4-4 16,-24 13-16,19-18 15,-19 18-15,14-19 16,-14 19-16,8-17 31,-8 5-31,-7 10 0,-9 10 16,-1 7-16,0 6 15,-6 1-15,23-22 16,-8 24-16,4-1 0,14-5 16,-10-18-16,21 13 15,3-5 1,8-12-16,-3-3 0,-29 7 16,25-13-1,-5-5-15,-4-5 0,-16 23 16,6-27-16,-7 1 15,-12 1-15,-8 4 16,-4 7-16,-2 6 16,27 8-16,-25-7 15</inkml:trace>
  <inkml:trace contextRef="#ctx0" brushRef="#br0" timeOffset="230366.5604">24649 5419 0,'0'0'0,"2"8"16,-2 8-16,4 20 0,-1 12 0,0 9 0,2 5 15,-3 1 1,4-5-16,-6-2 0,-2-4 15,2-3-15,-1-5 16,-3-2-16,-2-2 16,1 0-16</inkml:trace>
  <inkml:trace contextRef="#ctx0" brushRef="#br0" timeOffset="246410.2753">9085 9212 0,'0'0'0,"0"0"0,0 0 0,0 0 0,4-1 0,4-4 16,5-2-16,6 1 15,5 2-15,5 1 16,11 3-16,8 2 16,6-2-16,11 0 15,3 0-15,8 2 16,14-4-16,0 2 16,7 0-16,9-3 15,-4 3-15,7 0 16,5 0-16,-6 0 15,6 3-15,-4-1 16,-5 1-16,-13-3 0,-9 2 16,-15-3-16,-18 0 15,-50 1-15,40 0 16,-40 0-16,27 0 16,-19-1-16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02:14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3853 14896 0,'0'0'0,"0"0"0,0 0 0,3-3 16,-3-1-16,0 4 15,-8-8-15,-5 3 0,-11-2 31,-5 3-31,-8 2 0,-2 0 0,-8 2 16,-5 0-16,-2-3 16,0 1-1,-7-1-15,-3 1 0,-2-1 16,1 2-16,0 0 16,3 2-16,10-2 15,3 3-15,8-1 16,5-1-16,36 0 15,-27 2-15,27-2 0,-25 4 16,25-4-16,-20 7 16,4 3-16,16-10 15,-15 14-15,3 2 16,3 9-16,3 0 16,-2 3-16,3 8 15,-1 5-15,-6 5 16,1 9-16,2 3 15,1 4-15,-4 3 16,-2-1-16,2 1 16,2 0-1,1-1-15,1-2 0,3-2 16,-5-7-16,6-4 16,2-8-16,-1-5 15,1-3-15,2-33 16,0 26-16,0 0 0,0-26 15,0 25 1,0-25 0,0 21-16,0-21 15,0 19-15,0-19 16,0 16-16,0-16 16,0 13-16,0 1 15,0-14-15,-2 17 16,2 1-16,0-18 15,-1 19-15,1-19 16,0 19-16,5 1 16,-5-20-16,11 19 15,6-1-15,12-2 0,4-3 16,8-5-16,7-3 16,13-4-1,6-3-15,12-6 16,7 2-16,15-2 0,2 2 15,-2 1-15,-8 7 16,-3-1-16,-22 0 16,-68-1-16,55 3 15,-55-3-15,42 4 16,-18-1-16,-18 6 16</inkml:trace>
  <inkml:trace contextRef="#ctx0" brushRef="#br0" timeOffset="1047.688">7414 16869 0,'0'0'0,"0"0"0,6-1 0,11-1 0,8 1 16,4 1-16,11 0 16,4 0-1,7 3-15,5 3 0,2-1 16,-6 0-16,0-1 16,-9 1-16,-43-5 15,39 4-15,-39-4 16,33 4-16,-3 0 15,-30-4-15,27 3 16,-27-3-16,20 6 16,-7 6-16,-3 8 15,-5 2-15,-5 8 16,1 5-16,-2 5 0,4 5 16,-3 8-1,0 1-15,0 5 0,-1 5 31,0 4-31,3 4 16,-1 2-16,8 8 0,2 0 16,2 1-16,1-1 15,2-4 1,-4-6-16,-1-4 0,0-8 16,-3-8-16,-6-5 15,-2-7-15,0-40 0,-1 36 16,-4-7-1,5-29-15,-7 28 16,-5-6-16,-4-3 16,-3-5-16,-1-2 15,-8-2-15,-13-1 0,-15-1 16,-21 2-16,-13-3 16,1-4-16,-2-6 15,-17 1-15,-16 3 16,3-3-16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06:02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3523 9810 0,'0'0'0,"0"0"16,0 0-16,0-2 0,0 2 0,0-6 0,0 6 16,3-11-16,-3 11 15,4-11-15,-4 11 32,7-11-32,4 7 0,-11 4 15,14 0-15,-14 0 16,16 2-16,2 3 15,8 2-15,0-4 16,4 2-16,5-1 16,6 2-16,-1 0 15,5-2-15,5 4 0,6-1 16,-1 2-16,10-1 16,1-4-1,5 2-15,7-1 16,2-3-16,6 1 15,0-3-15,-3 2 16,5-2-16,2 4 16,0-4-16,-1 0 15,7 4-15,6-4 0,1 2 16,3-2-16,2 0 16,0 0-16,5 4 15,0-3-15,0 1 16,-1-2-16,6 1 15,-2-1-15,4 0 16,9 0-16,-3-1 16,-3-1-16,4 4 15,-2-4-15,5 4 16,2-1-16,1 1 16,6 0-16,0 3 0,1-1 15,-3-1 1,5 2-16,0-2 0,3-3 15,-3 1-15,9 2 16,10-5-16,1 0 16,-5 7-16,0-1 15,-6 2-15,2 0 16,3-2-16,4-4 16,3 3-16,5 1 15,-3-1-15,-3-1 16,3 0-16,-4 4 15,-1-7-15,0-3 16,1 0-16,1 4 16,2-3-16,5 4 15,-4 0-15,-4-1 0,5-2 16,0 1 0,2-2-16,-1-3 0,7 1 15,-7 1-15,2 2 16,-1 1-16,6-2 15,-2 1-15,0-4 16,-2 2-16,-3-1 16,-5 1-1,2 2-15,0 1 0,-5-1 16,1 0-16,0 2 16,0 0-16,-3-2 0,1 4 15,-2-1-15,-2-2 16,-1 1-16,-1 1 15,4-1-15,-3 5 16,1-6-16,-2 3 16,-1 3-16,-2-3 15,-2 0 1,-2-1-16,-2 2 0,6-3 16,-3-5-16,-3 4 15,0-2-15,0-1 16,3 4-16,-2-1 15,-3 1-15,-1-2 16,-1 0-16,-6 0 0,-3-3 16,-2 1-16,-3 0 15,-4-2-15,3 2 16,-4-2-16,-5 0 16,2 3-1,0-6-15,-8 1 0,0 1 16,3 1-16,-6 3 15,-5 2-15,-6 1 16,-10-3-16,-8-1 16,-9 0-16,-5 1 15,-10 1-15,-53 2 16,47-3-16,-47 3 16,37-1-16,-11 1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07:32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11765 3301 0,'0'0'0,"0"0"0,7 1 0,-7-1 16,8 1-16,-8-1 15,12-2-15,3-1 16,-15 3-16,20-4 0,-20 4 16,15-4-16,-15 4 15,10-4-15,-4 3 16,-7-4 0,-16 1-16,-5-2 15,-9 3-15,-9 0 16,-6 1-16,-6-3 15,-8 1-15,-6 1 16,0-1-16,4 2 0,8-3 16,2 4-16,6 1 15,6 0-15,3 1 16,37-1 0,-34 2-16,2-2 0,32 0 15,-29 5 1,9 4-16,2 0 0,2 5 15,5 6-15,2 8 16,0 1-16,0 9 16,3 8-16,-2 8 15,-3 9-15,6 9 16,-1 0-16,-5 5 16,1 5-16,5 2 15,-4-4-15,1 2 16,2 0-16,-5-5 15,-1-3-15,-2-6 0,3-5 16,-2-4-16,0-4 16,-2-3-16,0-6 15,5-6-15,-2-2 16,12-38-16,-9 32 16,6-4-16,3-28 15,2 27-15,5-5 16,7-2-16,3 1 15,6-6-15,3-1 0,9-3 16,6-1-16,12-3 16,9-6-16,10 0 15,3-1-15,6-5 16,3 1-16,-3-2 16,-4 2-16,-9 2 15,-11 0-15,-57 2 16,49 0-1,-49 0-15,37 0 0,-37 0 16,32 1 0,-32-1-16,23 2 0,-15 5 0</inkml:trace>
  <inkml:trace contextRef="#ctx0" brushRef="#br0" timeOffset="559.5874">12193 3572 0,'0'0'0,"0"0"0,0 0 16,2 0-16,0 0 0,-2 5 16,4 7-16,2 10 15,-6 13 1,1 12-16,-7 9 0,10 9 15,-9 8 1,1 7-16,-5-2 16,5 0-16,-2-4 15,1-8-15,-1-13 16,4-6-16,2-47 16,-6 36-16,6-36 15,-4 26-15</inkml:trace>
  <inkml:trace contextRef="#ctx0" brushRef="#br0" timeOffset="897.3514">12178 3588 0,'0'0'0,"4"-10"0,2-4 0,15-2 15,8 0-15,8 4 16,4 5 0,5 10-16,3 4 0,-4 8 15,-2 5-15,-3 8 16,-7 7-16,-3 8 16,-7 10-16,-8 11 0,-10 2 15,-3 4 1,-6-1-16,2-2 15,-2-7-15,1-6 0,1-5 16,-2-5-16,1-7 16,-3-6-16,6-31 15,-3 28-15</inkml:trace>
  <inkml:trace contextRef="#ctx0" brushRef="#br0" timeOffset="1102.6159">12264 4077 0,'0'0'0,"8"-4"0,10-2 0,21-1 0,10 2 16,11 3-1,11 1-15,6 0 0,-1 1 16,-7 1-16</inkml:trace>
  <inkml:trace contextRef="#ctx0" brushRef="#br0" timeOffset="1465.4633">12955 3542 0,'0'0'0,"0"0"0,2 0 0,4 9 0,0 10 0,1 6 16,-1 9-16,-1 13 15,-10 10-15,-2 7 16,-7 9-16,-3-1 16,0-4-16,-3-4 15,2-3-15,6-10 0,0-6 16,7-2-16,3-7 16,9-6-16,5-6 15,6-6 1,1-9-16,6-7 0,8-7 15,12-14-15,0-10 16</inkml:trace>
  <inkml:trace contextRef="#ctx0" brushRef="#br0" timeOffset="1936.8833">13423 3926 0,'0'0'0,"7"2"0,11-2 0,12 0 0,15 3 15,4 6-15,3-1 16</inkml:trace>
  <inkml:trace contextRef="#ctx0" brushRef="#br0" timeOffset="2125.1927">13450 4134 0,'0'0'0,"11"0"0,17-3 0,16 1 0,13-2 16,15-3-16</inkml:trace>
  <inkml:trace contextRef="#ctx0" brushRef="#br0" timeOffset="2678.5933">14185 3568 0,'0'0'0,"2"-6"0,7-1 0,-9 7 0,12-14 0,13 0 16,10 4-16,4 11 15,5 5-15,-1 9 0,-4 7 16,-7 12 0,-12 7-16,-1 13 15,-13 5-15,-5 9 16,-13-2-16,1-3 0,-9-4 31,-8-10-31,-4-5 0,-6-8 16,-5-7-16,-4-6 0,-1-2 15,-2-7-15,4-5 16,4-3 0,42-6-16,-33-1 0,10-11 15,13-11-15,10 23 16,0-26-16,11-1 0,11 1 31,6 11-31,-1 11 16,8 8-16,-4 9 0,-1 7 0,2 5 31,0 2-31,3 0 0,5 1 0,5-9 16,2-9-16</inkml:trace>
  <inkml:trace contextRef="#ctx0" brushRef="#br0" timeOffset="3117.2005">14740 3584 0,'0'0'0,"0"0"0,10-3 0,18-4 0,14 3 16,8-2-16,10 2 16,2 1-16,-6-1 15,-6-1-15,-4 2 16,-46 3-16,34-4 15,-34 4-15,29 0 16,-9 1-16,-9 7 0,-2 8 16,-5 5-16,-3 10 0,-1 11 15,-1 12-15,-5 10 16,-1 3-16,-2-2 31,2-5-31,-3-4 0,2-11 16,8-45-16,-3 39 15,1-6-15,2-33 16,-7 28-16,1-8 16</inkml:trace>
  <inkml:trace contextRef="#ctx0" brushRef="#br0" timeOffset="3290.0927">14895 3995 0,'0'0'0,"8"-2"0,15-3 0,14-3 0,25 1 16,9 1-16,11 5 15</inkml:trace>
  <inkml:trace contextRef="#ctx0" brushRef="#br0" timeOffset="3525.5049">15610 4227 0,'0'0'0,"-3"13"0,-3 8 0,-4 14 0,-13 10 16,-11 4-16,-17 0 15,-9 1-15,-10-7 16</inkml:trace>
  <inkml:trace contextRef="#ctx0" brushRef="#br0" timeOffset="4218.8038">16580 3485 0,'0'0'0,"-2"-8"0,-7-3 0,-4-3 15,-9 0-15,-6-1 16,-5 12-16,-4 4 0,-5 8 15,0 9-15,0 4 16,1 0-16,5 2 16,36-24-16,-25 25 15,6-3-15,11 3 16,14 0-16,6-2 16,11-2-16,10 7 15,6-1-15,5 5 16,-2 3-16,3 2 15,-7 0-15,-7 2 16,-10 0-16,-5 0 16,-11 1-16,-9-1 0,-5-4 15,-9-3 1,-9-6-16,-6-1 16,-7-5-16,-4-6 15,-9-1-15,0-3 0,-2-9 16,6-6-16,4-7 15,9-8-15</inkml:trace>
  <inkml:trace contextRef="#ctx0" brushRef="#br0" timeOffset="4443.4108">16880 3755 0,'0'0'0,"11"-3"0,11-3 0,12 3 16,25 3-16,4 1 15,2 0-15</inkml:trace>
  <inkml:trace contextRef="#ctx0" brushRef="#br0" timeOffset="4659.11">16927 3967 0,'0'0'0,"18"-1"16,18-2-16,12 1 15,22-3-15,7 1 0,2-6 16</inkml:trace>
  <inkml:trace contextRef="#ctx0" brushRef="#br0" timeOffset="5310.6362">17777 3414 0,'0'0'0,"0"0"0,0 0 0,3-8 0,5-3 0,10-5 32,12 2-32,8 0 15,3 4-15,1 9 16,2 3-16,-6 10 15,-5 8-15,-8 9 16,-7 5-16,-15 8 16,-3 4-16,-10 1 15,-13-4-15,-2-8 0,-3-5 16,-4-10 0,0-1-16,32-19 15,-33 12-15,33-12 0,-31 10 16,31-10-16,-28 5 15,10-1-15,18-4 16,-3-2-16,14-2 16,15-5-1,6 7-15,4 3 0,-2 10 16,-5 8-16,-2 8 16,-4 5-16,-7 8 0,0 4 15,-7 3-15,-8 1 16,-8-1-16,-8-4 15,-4-2-15,-12-6 16,0-6-16,-7-10 16,0-4-16,-4-8 15,-1-5-15,0-3 16,-3-5-16,-2-11 16,-3-8-1,4-9-15,10-7 0</inkml:trace>
  <inkml:trace contextRef="#ctx0" brushRef="#br0" timeOffset="5877.8532">18437 3497 0,'0'0'0,"0"0"0,1-8 0,7-9 16,4-5-16,11 1 16,1 5-16,4 2 15,4 3-15,0 5 16,-32 6-1,35 2-15,0 8 0,4 13 16,-2 7-16,-9 10 16,-7 10-16,-9 5 15,-11 7-15,-10 1 16,-9-2-16,-4-5 0,-4-4 16,-4-7-16,4-10 15,-2-6-15,-4-6 16,-1-3-16,-2-4 15,2-6-15,1-5 16,-2-3-16,8-7 16,6-7-16,4-2 15,16 14-15,-10-19 16,10 19-16,-1-18 0,1 18 16,2-14-16,7 7 15,11 11-15,0 9 16,5-1-16,-2 4 31,2 5-31,4-4 0,4 5 16,7 0-16,-4 0 0,3-4 15</inkml:trace>
  <inkml:trace contextRef="#ctx0" brushRef="#br0" timeOffset="6145.8675">19216 4144 0,'0'0'15,"-4"16"-15,-6 15 0,-7 12 0,-8 7 0,-5 2 16,-7 1-16,-4-6 16,-2-5-16,43-42 15,-42 33 1,11-11-16</inkml:trace>
  <inkml:trace contextRef="#ctx0" brushRef="#br0" timeOffset="6839.8346">20370 3424 0,'0'0'0,"0"0"0,0-7 0,-6-5 0,-7-5 31,-3-2-31,-5 2 15,-5 5 1,-1 6-16,-1 2 0,-5 10 0,-7 8 0,-3 10 16,-5 4-16,1 12 15,1 9-15,1 11 16,0 9-16,18 6 31,6 0-31,8-2 16,12-4-16,7-13 15,9-4-15,10-8 16,8-10-16,1-8 0,3-7 16,-3-10-1,2-8-15,-2-7 0,3-9 16,3-3-16,-1-7 16,3-6-16,0-3 15,-2-3-15,-6-4 16,-5 0-16,-1-6 15,-5 1-15,-11-2 16,-6 0-16,-6-2 16,-9 0-16,-4 1 15,-8 3-15,-2-4 16,-6 10-16,-5 5 16,-1 5-16,-2 10 0,5 9 15,5 7-15,6 9 16,2 12-16,7 5 15</inkml:trace>
  <inkml:trace contextRef="#ctx0" brushRef="#br0" timeOffset="7080.3644">20567 3717 0,'0'0'0,"0"0"16,12 0-16,20 2 0,23-2 0,10-1 15,7 4-15,-2-3 16,-70 0-1</inkml:trace>
  <inkml:trace contextRef="#ctx0" brushRef="#br0" timeOffset="7281.7516">20622 3923 0,'0'0'0,"15"0"0,14-1 0,9-1 0,21-2 16,13 0-16,1-5 16</inkml:trace>
  <inkml:trace contextRef="#ctx0" brushRef="#br0" timeOffset="8012.8824">21434 3373 0,'0'0'0,"0"0"0,3 6 0,-6 19 15,6 12-15,-1 10 16,-1 11-16,-1 3 16,0 6-16,-1-4 15,-4-5-15,3-1 0,-3-10 16,0-7-16,1-4 15,0-5 1,2-3-16,2-2 16,0-26-16,-3 24 0,4-6 15</inkml:trace>
  <inkml:trace contextRef="#ctx0" brushRef="#br0" timeOffset="8563.3532">22199 3340 0,'0'0'0,"0"0"0,0 0 0,0-3 0,0 3 16,0-3-16,0 3 15,-2-4-15,-5 8 16,-11 4-16,-10 9 16,-3 3-16,-5 8 15,6 8-15,-8 6 16,-5 12-16,1 7 15,5 4-15,10 2 16,9 0-16,13-4 0,6-7 16,13-6-16,6-8 15,6-11-15,6-9 16,5-10-16,-4-7 16,-1-6-16,-32 1 15,34-5-15,-3-7 16,-4-10-16,-1-1 15,-6-1-15,-9-2 16,-9-1-16,-5 0 16,-14 1-16,-9-3 15,-23 8-15,-17 3 16,-15 5-16,-9 4 16,-1 6-16,17 0 15,14 1-15</inkml:trace>
  <inkml:trace contextRef="#ctx0" brushRef="#br0" timeOffset="9271.0236">22379 2941 0,'0'0'0,"8"-4"0,15-1 0,12-2 16,24-2-16,11-2 15,3 1-15,2 1 16,-1 3-16,-10-3 16,-6 1-16,-58 8 15,51-6-15,-9-1 16,-42 7-16,35 0 15,-35 0-15,23 2 16,-23-2-16,15 5 16,-8 8-16,1 5 0,-7 3 15,-2 2-15,-2 1 16,-3 2-16,3 4 16,-4-1-1,4 8-15,-5 4 0,5 13 16,0 0-16,-3 11 15,-4 6-15,9 4 16,-4-3-16,5 4 16,6-2-16,4-6 15,0-5-15,6-4 16,-9-8-16,6-2 16,-6-6-16,-1-4 15,-6-5-15,0-3 16,-6-4-16,-4-3 0,-7 1 15,-6-3 1,-16-4-16,-19 1 31,-23-6-31,-19-1 0,-29 9 0,-31 4 0</inkml:trace>
  <inkml:trace contextRef="#ctx0" brushRef="#br0" timeOffset="68241.0312">13573 7814 0,'0'0'0,"0"0"0,0 0 0,1-4 16,-1 4-16,0-7 15,0 7-15,0-9 16,0 9-16,1-9 0,-1 9 15,2-6 1,-2 6-16,7-4 16,-7 4-16,12 1 0,2 4 15,-14-5-15,17 8 16,-3 2-16,5 5 16,-19-15-16,20 17 15,-6 5-15,5 5 16,-2 0-16,-1-2 15,-3-1-15,6-2 16,-19-22-16,14 19 16,3 1-1,-17-20-15,18 22 0,-18-22 0,21 21 16,-21-21-16,21 18 16,-21-18-16,19 13 31,-19-13-31,13 8 0,-5-8 0,-8 0 15,10-5-15,-10 5 16,9-9-16,4-5 16,10-7-16,5 0 15,5-3-15,4-4 16,9-1-16,8-8 16,12-1-16,-1-6 15,5-3-15,12-3 16,-2 1-16,3-1 15,2 2-15,2 3 0,-3 4 16,-3 0 0,-5 5-16,-10 7 0,-7 4 31,-12 3-31,-5 3 0,-9 4 0,-33 15 16,26-12-16,-26 12 15,19-11-15,-19 11 16,13-6-16,-13 6 15,5-4-15,-5 3 16,-7 7 0,-4 11-16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12:15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11168 15408 0,'0'0'0,"0"0"0,0 0 0,0 0 0,1-1 16,-1 1-16,2-5 16,-2 5-1,3-5 1,-3 5-16,4-5 16,12 2-16,4-2 0,3 4 15,5 0-15,3 0 16,7 1-16,3-2 15,9-2-15,8-1 16,10 3-16,9 0 16,9 1-16,9 1 15,7-2-15,11 2 16,2 0-16,6 0 16,1 3-16,-4 2 15,2 1-15,-6 3 16,-4 0-16,-6 0 15,-9 0-15,-13-5 16,-17-2-16,-10 1 16,-55-3-16,40 2 15,-40-2-15,25 0 0,-25 0 16,18 1 0,-18-1-16,9-2 0,-18-3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9:04:44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4543 7757 0,'0'0'0,"0"0"0,0 0 0,-1 1 0,-3 5 16,-3 4-1,-2 6-15,3 2 0,0 3 16,6-21-16,-2 23 16,-5 4-16,1 11 15,0 1-15,3 4 16,-4 5-16,2 8 15,3 4-15,-6 4 0,1 7 16,4 2-16,-7-1 16,-1-4-16,3-6 31,-1-4-31,-2-7 16,5-5-16,-3-6 15,1-8-15,8-32 16,-11 28-16,11-28 0,-6 19 15,-2-10-15,7-19 16,3-12-16</inkml:trace>
  <inkml:trace contextRef="#ctx0" brushRef="#br0" timeOffset="503.844">4482 7744 0,'0'0'0,"0"0"0,0 0 16,1-1-16,-1 1 16,2-1-16,6-4 15,12-1-15,8 0 0,12-5 16,9 3-16,11-3 15,4 2-15,1 1 16,3-2-16,-6 3 0</inkml:trace>
  <inkml:trace contextRef="#ctx0" brushRef="#br0" timeOffset="776.2531">4497 8226 0,'0'0'0,"15"-5"16,18-5-16,22-5 0,12 1 16,9-2-1,4 1-15,1 0 16,-7-1-16</inkml:trace>
  <inkml:trace contextRef="#ctx0" brushRef="#br0" timeOffset="1407.1544">5375 8558 0,'0'0'0,"0"-7"0,2-4 16,0-10-16,-2 21 31,3-23-31,-2-2 0,-4 1 16,-4 2-16,-8 7 16,-1 6-16,-8 4 15,-1 6-15,-6 9 0,-6 7 16,-2 8-1,3 6-15,6 4 0,5 8 16,11-2-16,17-4 16,7-3-16,12-4 15,12-8 1,2-4-16,3-8 16,1-9-16,4-1 0,-5-9 15,-4-4 1,-5-4-16,-6-2 15,-6-3-15,-2-4 0,-14-7 16,-3-3-16,-9-1 16,-3-4-16,-11 4 15,0 8-15,-12 11 16,-9 10-16</inkml:trace>
  <inkml:trace contextRef="#ctx0" brushRef="#br0" timeOffset="2429.0558">3367 15157 0,'0'0'0,"0"0"0,-2 7 0,-2 13 31,-2 8-31,-2 11 0,-3 14 16,-2 9-16,2 11 15,-8 10-15,2 8 16,-2 2-16,0 1 15,4-10-15,1-13 16,2-10-16,2-9 16,10-52-16,-7 41 15,0-7-15,7-18 0,0-18 16,6-21-16</inkml:trace>
  <inkml:trace contextRef="#ctx0" brushRef="#br0" timeOffset="2759.0623">3385 15024 0,'0'0'0,"6"-5"15,6-5-15,17-3 16,4 3-16,12 3 15,1 8-15,2 10 0,1 13 16,-4 9-16,-8 7 16,-4 10-16,-5 10 15,-10 12 1,-11 6-16,-9 11 0,-11 5 0,-2 0 16,0-9-1,-3-7-15,5-10 0,3-7 16,2-9-16,3-5 15,3-7-15,2-40 16,-2 34-16,3-12 16,3-14-16</inkml:trace>
  <inkml:trace contextRef="#ctx0" brushRef="#br0" timeOffset="2928.9439">3514 15712 0,'0'0'0,"12"2"0,14-4 0,14 1 16,22-4-16,7 1 15</inkml:trace>
  <inkml:trace contextRef="#ctx0" brushRef="#br0" timeOffset="3692.0754">4083 15751 0,'0'0'0,"5"8"0,6 11 0,3 11 16,3 5-16,1 4 0,-9 1 0,-4-6 15,-5-34 1,2 37-16,-2-37 16,-3 27-16,3-27 15,-5 24-15,5-24 16,-4 15-16,2-9 15,4-16-15,1-12 16,7-11-16,2-4 16,4-4-1,5 5-15,-21 36 0,23-30 16,2 11 0,4 15-16,-4 11 0,-1 13 15,-5 6-15,-5 1 16,-6 2-16,-8-29 15,7 27-15,-7-27 16,9 17-16,2-3 0,6-8 16,2-5-16,1-7 15,6-5-15,0-9 16,2-5-16,-1-7 16,-1-6-16,-3-3 15,-2-2-15,-4 3 16,-17 40-16,9-40 0,-9 40 15,5-32-15,-5 32 16,1-25-16,-9 15 16,-7 15-16,-2 9 15,2 8-15,6 7 16,7 4-16,12-2 16,5 1-1,8 0 1,4-1-16,1 3 0,5 0 15,-6-1-15,-5-1 16,-22-32-16,13 30 16,-3-2-16,-10-28 15,-2 26-15,-8-7 16,-5-5-16,-5-6 0,-1-6 16,-3-9-16,0-11 15,5-9-15</inkml:trace>
  <inkml:trace contextRef="#ctx0" brushRef="#br0" timeOffset="3868.5128">5276 15648 0,'0'0'0,"0"0"0,0 0 0,0 0 0</inkml:trace>
  <inkml:trace contextRef="#ctx0" brushRef="#br0" timeOffset="4008.0738">5167 15914 0,'0'0'0,"11"2"0</inkml:trace>
  <inkml:trace contextRef="#ctx0" brushRef="#br0" timeOffset="8638.9684">6098 15181 0,'0'0'0,"0"0"0,0 0 15,0 0-15,0 0 0,0 1 16,0-1-16,2 3 16,4 7-16,-2 6 15,-1 7-15,-1 8 16,-1 4-16,0 6 0,-2 8 16,3 4-1,-4 5-15,-1 6 0,1 1 16,-1 2-16,-1-2 0,0-7 15,-1-1-15,2-8 16,3-4-16,-3-5 16,2-6-16,1-34 15,-2 31-15,2-31 16,-4 27-16,4-27 16,-3 25-1,3-25-15,-3 18 16,-3-9-16</inkml:trace>
  <inkml:trace contextRef="#ctx0" brushRef="#br0" timeOffset="8801.8699">6481 15654 0,'0'0'0,"0"0"16,0 0-16,2 0 0,-2 0 0,2 5 16,-2-5-16</inkml:trace>
  <inkml:trace contextRef="#ctx0" brushRef="#br0" timeOffset="9665.4142">7389 15237 0,'0'0'0,"0"0"0,0 0 0,0 0 15,0 0-15,-1-2 16,-4-3-16,-11-2 16,-8 3-16,-9 0 15,-5 1-15,-6 0 16,-5 1-16,3 0 0,-3 0 16,6-1-1,3 1-15,6 0 16,34 2-16,-28 4 0,6 2 15,4 9 1,6 4-16,3 3 16,2 8-16,3 2 15,7 3-15,-1 3 16,2 0-16,-1 3 16,-1-2-16,-4-2 0,3-3 15,-2-6-15,1-28 16,-2 25-16,2-25 15,0 17-15,0-17 16,0 12-16,0-12 0,0 7 16,0-7-16,0 2 15,3-7-15,4-7 16,-7 12-16,7-17 16,8 0-16,8-2 15,1 5-15,3 3 16,5 7-1,3 3-15,-1 10 16,1 3-16,4 6 16,-1 7-16,-1 9 15,-5 3-15,-8 8 16,-7 1-16,-6 8 0,-8-3 16,-7-2-16,-12-4 15,4-3-15,-9-6 16,-2-7-16,-2-6 15,-2-4-15,-2-3 16,-1-6-16,0-9 16,-5-4-16,-1-5 15,-4-5 1,1-11-16,1-5 0,5-6 0,9-4 31</inkml:trace>
  <inkml:trace contextRef="#ctx0" brushRef="#br0" timeOffset="10328.3787">7620 15415 0,'0'0'0,"0"0"0,-2-6 16,2-6-16,8-6 16,1-4-16,7 3 15,2 4-15,9 7 16,0 4-1,6 8-15,3 7 16,3 7-16,-4 14 16,-4 5-16,-9 9 15,-5 11-15,-10 7 0,-11 3 16,-7 1-16,-7-5 16,-4-4-16,-5-11 15,-2-6-15,-2-8 16,-7-6-16,0-4 15,-2-3-15,-3-5 16,5-8-16,1-7 16,4-9-16,2-7 0,6-3 31,4-9-31,8-8 0,7 4 0,10-1 16,5 5-16,9 7 31,3 7-31,3 7 0,6 11 15,3 4-15,-1 5 16,-1 7-16,2 3 0,1 6 16,-6 4-1,0 2-15,-4-2 16,0 2-16,2-2 16,-2-6-16,0-1 0,8-6 15,-3-8-15,4-11 16</inkml:trace>
  <inkml:trace contextRef="#ctx0" brushRef="#br0" timeOffset="10665.2152">8540 15714 0,'0'0'0,"0"0"16,3 2-16,7 8 16,2 5-16,9 7 15,4 7-15,5 5 0,-3 1 16,6 3-16,-2 0 15,-4-3-15,1-2 16,-6-1-16,-22-32 0,18 29 31,-18-29-31,14 24 0,-14-24 16,13 16-16</inkml:trace>
  <inkml:trace contextRef="#ctx0" brushRef="#br0" timeOffset="10933.7022">8888 15687 0,'0'0'0,"0"0"0,-6 3 0,-8 15 16,-13 7-16,-11 11 15,-3 7-15,-5 6 0,0-2 16,0-1-16,5-7 16,1-8-16,5-4 0,5-3 31,30-24-31,-24 20 16,11-7-16</inkml:trace>
  <inkml:trace contextRef="#ctx0" brushRef="#br0" timeOffset="11291.8393">9427 15387 0,'0'0'0,"0"0"0,3 3 15,3 9-15,-2 5 16,-1 13 0,2 10-16,0 9 15,-4 13-15,-2 10 16,-4 4-16,0 3 15,-2 1-15,1-7 16,1-15-16,5-10 16,3-11-16,-3-37 15,6 28-15,-6-28 16,3 22-16</inkml:trace>
  <inkml:trace contextRef="#ctx0" brushRef="#br0" timeOffset="11829.2254">10111 15547 0,'0'0'0,"0"0"0,0-5 16,-6-2-16,6 7 16,-7-12-16,-8 2 15,-15 1-15,-5 8 0,-4 6 32,-5 12-32,-5 9 15,8 11-15,-2 13 0,3 9 0,7 5 16,14 1-16,5-3 15,15-1-15,10-5 16,7-6-16,7-7 16,6-5-1,5-7-15,2-7 16,5-10-16,2-6 16,3-6-16,-1-8 15,-2-8-15,-5-4 16,-6-7-16,-5-7 15,0-6-15,-5-7 16,-8-7-16,-4-4 16,-11-4-16,-3-2 15,-7-1-15,-5-2 0,-11 5 16,0 8-16,-10 5 16,1 10-16,-7 8 15,41 29-15</inkml:trace>
  <inkml:trace contextRef="#ctx0" brushRef="#br0" timeOffset="12430.5011">10366 14945 0,'0'0'0,"0"0"0,3-3 0,4-3 15,7 0-15,4 2 16,5 1-16,0 7 16,1 8-16,2 5 15,-2 7-15,0 3 16,-4 7 0,-2 2-16,-10 5 15,-4 2-15,-8 3 16,-6-6-16,-7 0 15,-1-8-15,-6-7 16,-4-7-16,1-5 0,0-6 0,27-7 16,-29 4-1,5-7-15,2-3 16,4-5-16,4-4 16,14 15-16,-4-18 15,6-1-15,-2 19 0,12-17 16,2 5-16,11 8 15,-4 10-15,4 9 16,-4 3-16,3 7 16,-7 2-16,-1 1 15,1-3-15,4 2 0,0-7 16,2-4-16</inkml:trace>
  <inkml:trace contextRef="#ctx0" brushRef="#br0" timeOffset="13170.8374">10998 14964 0,'0'0'0,"0"0"0,1 5 15,-2 7-15,-4 3 16,-7 9 0,-3 7-16,-9 3 15,-6 3-15,0 0 16,-4-5-16,6-5 15,1-10-15,27-17 16,-19 17-16,19-17 16,-13 9-16,13-9 15,-6 10-15,9 0 0,10-1 16,5-2-16,7 0 16,9-2-16,-4-2 15,-30-3-15,32 2 0,-2-1 16,-30-1-1,26-1-15,-26 1 0,17-4 16,-17 4-16,19-5 16,-9-2-16,-10 7 31,5-12-31,-5-5 16,-3-6-16,0-4 0,-2-1 15,4-4-15,-1 5 16,2 27-16,-4-25 15,4 25-15,-1-23 16,1 23-16,0-17 0,0 17 16,0-10-16,-1 4 15,2 12-15,5 9 16,-1 6-16,0 6 16,1 14-16,2 6 15,-1 2 1,-1 3-16,2-3 0,-4 0 0,0-6 31,-4-4-31,0-39 16,3 35-16,0-8 15,-3-27-15,2 24 16,-2-24-16,1 16 0</inkml:trace>
  <inkml:trace contextRef="#ctx0" brushRef="#br0" timeOffset="31964.187">5575 8436 0,'0'0'0,"0"0"0,0 0 15,6-2-15,10 1 16,10 3-16,5 4 16,2 5-16,0 11 0,-1 1 15,-7 6-15,-2 4 16,-7 0-16,-8-2 16,-8 3-1,-5-4-15,5-30 16,-13 26-16,-1-4 15,14-22-15,-18 14 16,-1-13-16,1-10 0,2-11 16,7-6-1,4-8-15,10-5 16,7-2-16,6-2 0,6 0 16,8-1-16,3 4 0,1 6 31,3 4-31</inkml:trace>
  <inkml:trace contextRef="#ctx0" brushRef="#br0" timeOffset="32696.5418">6166 8451 0,'0'0'0,"0"0"0,0 2 16,4 9-16,4 4 0,-1 7 15,9 7-15,-4 8 16,-3-3-16,1 4 31,-10-38-31,6 33 0,-6-33 16,4 25-16,-4-25 16,1 19-16,-1-19 15,0 9-15,-2-12 16,1-9-16,-1-6 15,5-6-15,2-5 16,4-2-16,2-1 16,3 1-16,4 3 15,0 2-15,-18 26 0,19-19 16,5 8-16,1 6 16,-25 5-16,24 1 0,-1 7 15,-2 9-15,-3 1 16,-18-18-16,10 21 15,-3 0-15,-7-21 16,5 22-16,-5-22 16,2 17-1,-2-17-15,1 12 16,0-7-16,-2-9 0,3-8 16,6-10-16,-2-3 15,3-4-15,4 2 16,8 1-16,-21 26 15,22-21-15,3 9 16,-1 11-16,-2 7 16,-6 10-16,-5 7 15,-5 5-15,-3 2 16,-3-30-16,1 35 16,-1-3-16,0-32 15,-1 34-15</inkml:trace>
  <inkml:trace contextRef="#ctx0" brushRef="#br0" timeOffset="33860.9087">6927 8438 0,'0'0'0,"0"0"0,-1 8 16,-4 13-16,2 8 16,3 1-16,1 3 15,-1-33-15,1 31 0,8-7 16,-9-24-16,14 18 16,0-8-16,9-7 15,-2-11 1,-3-6-16,0-9 0,-5 1 15,-13 22-15,11-25 16,-11 25-16,10-21 16,-10 21-1,7-15-15,-4 12 0,-1 12 16,1 8-16,-3-17 16,5 21-16,8 1 15,12-5 1,5-7-16,6-8 0,1-10 15,-2-7-15,-5-10 16,2-8-16,-2-4 0,-6-8 16,-5-4-16,-7-3 31,-3-7-31,0-3 16,-7 0-16,0-3 0,-1 0 15,-2 1-15,-3 4 16,-1 5-16,-2 7 15,1 5-15,6 43 16,-4-39-16,4 39 16,-3-33-16,3 33 15,-3-23-15,4 7 16,1 14-16,1 16 0,-1 9 16,-3 12-16,-1 16 15,1 12-15,-3 10 16,-8 8-16,4 6 15,-2-1-15,0 0 0,2-8 16,7-8 0,4-11-16,6-7 0,3-10 15,1-5-15,5-9 16,5-5-16,-3-8 16,6-4-16,4-9 0,2-2 15,-1-6-15,2-3 31,0-4-31,-4-2 16,1-3-16,-4-4 16,-1-5-16,-2-3 15,-7-1-15,-2 1 0,-5-1 16,-4 1-16,-5 30 16,2-28-16,-7 4 15,-7 5-15,-8 10 16,-4 9-16,-4 12 15,-4 11-15,0 6 16,4 5-16,7 2 0,10-1 16,10-2-16,9-3 15,5-5-15,5-8 16,4-6 0,2-7-16,-1-2 15,-1-7-15,-22 5 16,23-9-16,-1-6 15,-22 15-15,22-19 16,-22 19-16,15-20 16,-15 20-16,11-15 15,-4 5-15,-7 10 16,6 2-16,-3 8 16,3 8-16,3 2 0,5-2 15,6-1-15,1-8 16,4-5-16,4-9 15,2-5-15</inkml:trace>
  <inkml:trace contextRef="#ctx0" brushRef="#br0" timeOffset="34030.2757">8392 8126 0,'0'0'0,"0"0"0,0 0 15,1 0-15,-1 0 16,2 4-16,-1 8 16</inkml:trace>
  <inkml:trace contextRef="#ctx0" brushRef="#br0" timeOffset="34199.6458">8363 8474 0,'0'0'0,"0"0"0,0 0 15,0 0-15,3 2 16,1 7-1</inkml:trace>
  <inkml:trace contextRef="#ctx0" brushRef="#br0" timeOffset="38834.9906">9924 7950 0,'0'0'0,"0"0"0,5 7 0,4 18 15,4 9 1,3 14-16,-8 4 16,4 4-16,-6-2 0,-6-54 15,3 50-15,-4-9 0,1-41 16,-2 34-16,2-34 16,-6 21-16,-3-10 15,9-11-15,-10-1 16,1-11-16,0-10 15,2-5-15,5-7 16,2-3-16,4-3 0,2-1 31,10-2-31,4 5 16,3 3-16,0 10 16,-23 25-16,30-16 15,-1 6-15,0 11 16,-1 8-16,-3 4 0,-3 4 15,-8 8-15,-6 8 16,-2 2-16,-3 3 16,-5 3-16,1-4 15,0-1-15,3-6 0,1-2 16,-3-28-16</inkml:trace>
  <inkml:trace contextRef="#ctx0" brushRef="#br0" timeOffset="39235.7809">10591 8075 0,'0'0'0,"0"0"0,0 0 16,-1-4-1,-4-7-15,5 11 0,-10-13 16,-5 2-16,-4 1 16,-6 10-16,-4 12 15,1 10-15,2 13 0,2 6 32,6 9-32,6-3 15,9-5-15,12-7 16,7-8-16,11-7 15,1-5-15,6-11 0,3-8 16,-6-4-16,3-5 16,-3-6-16,-8-1 15,1-4-15,-7 0 16,-4-3-16,-7 1 16,-4-4-16,-7 0 15,-8 5-15,-5 2 0,-6 6 16,24 17-16,-30-8 15</inkml:trace>
  <inkml:trace contextRef="#ctx0" brushRef="#br0" timeOffset="39382.4597">10773 8290 0,'0'0'0,"0"0"0,0 0 0,0-1 15</inkml:trace>
  <inkml:trace contextRef="#ctx0" brushRef="#br0" timeOffset="39837.5289">11484 8013 0,'0'0'0,"0"0"0,-4-3 15,4 3-15,-11-10 0,-5-1 16,-9 3 0,-5 7-16,-3 11 15,-1 7-15,-2 12 16,5 2 0,3 9-16,12 2 0,13-2 15,8-3-15,14-1 16,9-10-16,4-8 15,3-9-15,7-7 0,-4-6 16,0-7-16,-4-4 16,-34 15-16,31-16 15,-7-7-15,-10-4 16,-8-6-16,-10 4 16,-13-4-16,-8 4 0,-9 1 15,-5 8-15,39 20 16</inkml:trace>
  <inkml:trace contextRef="#ctx0" brushRef="#br0" timeOffset="40068.453">11760 7796 0,'0'0'0,"-2"10"0,-1 12 16,1 19-16,-3 10 16,3 11-16,3 7 15,0-4-15,-2 2 0,4-8 16,-3-59-16,5 48 16,-5-48-16</inkml:trace>
  <inkml:trace contextRef="#ctx0" brushRef="#br0" timeOffset="40269.4278">11707 7474 0,'0'0'0,"8"-5"0,9-8 15,9-3-15,10 5 0,10 2 16,-1 10-16,2 9 16,2 8-16</inkml:trace>
  <inkml:trace contextRef="#ctx0" brushRef="#br0" timeOffset="40469.53">11664 8064 0,'0'0'0,"9"-2"0,21-6 15,14 3-15,18-2 16,10 6-16</inkml:trace>
  <inkml:trace contextRef="#ctx0" brushRef="#br0" timeOffset="41424.1238">12270 8013 0,'0'0'0,"3"7"0,2 9 16,5 4-16,-1 6 16,-1 3-16,1-1 15,-9-28-15,9 26 16,-9-26-16,8 24 15,-8-24-15,2 21 0,-2-21 16,4 13-16,-3-12 16,-2-11-16,3-5 15,1-9-15,-3-2 16,4-4-16,2 0 16,-6 30-16,9-29 15,3 10 1,11 10-16,1 13 15,-24-4-15,23 8 16,0 10-16,-23-18 16,23 27-16,-6-2 15,-17-25-15,15 24 16,-15-24-16,7 18 16,-7-18-16,3 13 0,-3-13 15,2 6-15,-1-10 16,9-12-16,1-6 15,2-4-15,7-1 16,2 4-16,-22 23 0,20-16 16,3 10-16,-1 12 15,-6 10-15,-3 8 16,2 3-16,-3 3 16,-3-4-16,2-2 31,0-2-31,2-6 0,7-6 15,3-4-15,1-5 16,2-5-16,2-7 16,-2-3-16,2-3 0,1-1 15,-7-2 1,-1-1-16,-6-2 0,-3 1 16,-12 22-16,5-22 15,-5 2-15,0 20 16,-9-13-16,-4 6 15,-4 15-15,-6 8 0,4 11 16,-2 5 0,11 1-16,-1-1 0,14-4 15,6-8-15,-9-20 16,19 16-16,6-9 16,9-6-16,2-8 15,-4-9 1,-4-3-16,-3-5 15,-4 2-15,-10-2 16,-11-1-16,-5-3 16,-10 6-16,-6-2 15,-11 6-15,-5 3 16,-2 5-16,39 10 16</inkml:trace>
  <inkml:trace contextRef="#ctx0" brushRef="#br0" timeOffset="41737.4569">13291 7397 0,'0'0'0,"0"0"0,1 9 0,-1 24 0,11 13 15,-1 14 1,-4 13 0,2 5-16,-5 1 15,-4 1-15,1-2 16,-1-8-16,-3-7 0,4-63 16,2 54-16,-2-10 15,0-44-15,5 40 16,0-12-16,5-16 15</inkml:trace>
  <inkml:trace contextRef="#ctx0" brushRef="#br0" timeOffset="42356.3966">13520 8018 0,'0'0'0,"0"0"0,0 0 0,0 0 16,9-1-16,-9 1 16,14-3-16,3-1 0,8-9 15,-2-4-15,-4-1 16,-3-3 0,-16 21-16,10-20 0,-10 20 15,2-20-15,-7 5 16,-8 9-16,-5 12 15,-7 8-15,-6 14 16,5 10-16,0 7 0,4 4 16,9-7-1,12-2 1,5-7-16,-4-33 16,15 23-16,10-9 15,10-5-15,5-9 16,0-4-16,-2-6 15,1-7-15,-4-3 16,-3-5-16,-8-2 16,-4-3-16,-6-2 0,-6-4 15,-4 3-15,-7-1 16,3 34-16,-5-28 0,5 28 16,-11-25-16,11 25 0,-10-18 31,0 11-31,-2 14 15,5 6-15,5 7 0,10 1 0,2 1 16,6-1-16,3 2 16,5-1-1,-1 1-15,0 1 0,-2-1 16,-4 3-16,-6-1 16,-11-25-16,6 23 15,-7-4 1,-12-2-16,-5-1 15,-7-3-15,-8-6 16,33-7-16,-32 5 16</inkml:trace>
  <inkml:trace contextRef="#ctx0" brushRef="#br0" timeOffset="42610.2199">14404 7884 0,'0'0'0,"0"0"0,2 0 0,9-4 16,10 1-16,10-1 15,10 1-15,5 0 16,0-1-16,1-3 16</inkml:trace>
  <inkml:trace contextRef="#ctx0" brushRef="#br0" timeOffset="42826.1272">14392 8101 0,'0'0'0,"17"0"0,16-1 0,25 0 16,10 3-16,13-4 15</inkml:trace>
  <inkml:trace contextRef="#ctx0" brushRef="#br0" timeOffset="44270.0086">15779 7347 0,'0'0'0,"0"0"0,4 5 0,5 11 16,-1 11-16,8 11 15,-2 6-15,0 4 16,-5 1-16,-1-2 15,-2-7-15,-6-40 0,5 32 16,-5-32-16,-1 26 16,1-26-16,-2 20 15,2-20-15,-2 11 16,0-8-16,2-11 16,0-9-16,-2-6 0,3-6 15,2-5-15,5-4 16,1-5-16,5 1 15,4 3-15,7 6 16,-4 7-16,7 11 16,-1 6-16,-3 14 15,1 4 1,1 12-16,-5 5 16,-7 8-16,1-2 15,-4 8-15,-2-5 16,0 2-16,-5-6 15,-6-3-15,2-28 16,4 23-16,-3-4 16,8-13-16</inkml:trace>
  <inkml:trace contextRef="#ctx0" brushRef="#br0" timeOffset="44636.615">16577 7381 0,'0'0'0,"0"0"0,-6-5 16,-3 0-16,9 5 0,-17-4 16,-6 8-16,-8 14 15,-1 7 1,7 8-16,4 4 0,7 3 0,7-4 15,12-5 1,5-5-16,9-4 0,7-8 16,1-5-16,8-6 15,-2-4-15,1-5 16,-4-4-16,0-5 16,-3-1-16,-27 16 0,22-20 15,-2-6-15,-11-2 16,-6-3-16,-8 3 15,-6-1-15,-10 8 16,-4 4-16,-8 7 31,33 10-31</inkml:trace>
  <inkml:trace contextRef="#ctx0" brushRef="#br0" timeOffset="44802.4352">16884 7585 0,'0'0'0,"0"0"0,0 0 16,8-2-16</inkml:trace>
  <inkml:trace contextRef="#ctx0" brushRef="#br0" timeOffset="45203.1535">17647 7273 0,'0'0'0,"0"0"0,-3-2 0,-3-7 16,-6 4-16,-8 4 16,-7 3-16,-9 8 15,-2 8-15,-4 8 0,6 0 32,10 6-32,11 2 0,1-3 0,18 3 31,7-6-31,7-5 0,9-6 15,9-6-15,3-6 16,1-8-16,-1-4 16,-2-3-16,-7-2 15,-8-1-15,-5-3 16,-10-4-16,-4-3 0,-6-2 16,-11-3-16,-6-2 15,-6 0-15,26 30 16</inkml:trace>
  <inkml:trace contextRef="#ctx0" brushRef="#br0" timeOffset="45434.7169">17958 7061 0,'0'0'0,"-4"14"0,4 10 0,-3 15 16,3 15-16,-3 3 15,6 6-15,-2-1 16,6-5-16,1-3 16,-3-6-16</inkml:trace>
  <inkml:trace contextRef="#ctx0" brushRef="#br0" timeOffset="45695.4275">17894 6662 0,'0'0'0,"10"-6"0,9-4 0,10-5 15,19 0-15,3 8 0,7 5 16,-2 8-16,-3 10 0,-53-16 16,47 30-16</inkml:trace>
  <inkml:trace contextRef="#ctx0" brushRef="#br0" timeOffset="45904.1315">17835 7219 0,'0'0'0,"18"-6"0,14-3 0,15-1 16,23 2-16,6-1 15</inkml:trace>
  <inkml:trace contextRef="#ctx0" brushRef="#br0" timeOffset="46925.0009">18547 7190 0,'0'0'0,"1"9"0,6 7 16,7 15-16,0 4 16,-1 10-16,1-4 15,-14-41-15,7 42 16,0-4-16,-7-38 0,7 34 16,-7-34-16,4 25 15,-4-25-15,4 15 16,-4-15-16,4 8 15,-1-13-15,4-10 0,0-4 16,4-6-16,2-4 16,-1 0-16,-12 29 0,14-26 15,4 6 1,-18 20-16,21-14 0,1 12 16,4 6-16,-11 10 15,-2 6-15,-4 4 31,-5 1-31,-4-25 16,2 25-16,-2-25 0,0 23 16,0-23-16,0 14 15,-1-4-15,0-14 16,-3-6-16,2-7 16,4-1-16,3-7 0,2 1 15,6-3-15,5 2 16,3 7-16,4 2 15,0 9-15,-2 8 16,0 7-16,-5 6 16,-2 3-16,-2 7 15,-5 4-15,2-2 16,-1-1-16,-10-25 16,12 24-1,3-8-15,4-2 16,3-5-16,5-6 15,-1-4-15,-1-8 16,4-4-16,-2-4 16,1-2-16,-3-2 15,-5-1-15,-20 22 0,17-24 16,-7-2 0,-10 26-16,6-23 0,-6 23 15,2-20-15,-6 9 16,-12 15-16,-5 2 15,0 14-15,2 6 16,3 5-16,6 0 16,12 0-16,1-4 0,10-9 0,6-4 15,6-6-15,3-6 16,2-3-16,0-5 16,-30 6-16,31-12 15,-3-1-15,-28 13 16,22-22-16,-7-5 15,-13-5 1,-14 1 0,-8 4-16,-15 5 0,-5 4 15,-4 6-15,5 0 16,39 12-16,-34-12 16</inkml:trace>
  <inkml:trace contextRef="#ctx0" brushRef="#br0" timeOffset="47197.608">19734 6727 0,'0'0'0,"0"0"16,-1 9-16,0 18 15,-1 13-15,0 9 16,0 11-16,0 7 16,1 4-16,-1 0 0,-2-3 15,-3 0-15,3-7 16,-4-8-16,2-8 16,6-45-16,-4 37 15,4-37 1,-2 30-16,2-30 15</inkml:trace>
  <inkml:trace contextRef="#ctx0" brushRef="#br0" timeOffset="47604.2426">19921 7307 0,'0'0'0,"0"0"0,11 0 0,7 0 16,12 0-16,7 0 16,-4-2-16,-33 2 0,37-4 15,-37 4-15,30-5 16,-7-5-16,-23 10 0,13-15 16,-6-2-1,-7 17-15,-6-19 0,-7 4 16,-13 6-16,-7 12 31,-5 5-31,-4 9 16,-1 7-16,5 6 15,4-2-15,6 1 0,16 0 16,8-2-16,8-4 16,12-5-16,10 0 15,11-6-15,11-6 16,9-5-16</inkml:trace>
  <inkml:trace contextRef="#ctx0" brushRef="#br0" timeOffset="47891.9495">20520 7235 0,'0'0'0,"0"0"0,0 0 32,0-1-32,-6-5 0,-5 0 15,-3 1-15,-4 2 16,-7 4-16,0 11 16,-5 8-16,2 7 15,1 10-15,4 1 16,6-5-16,11 1 15,7-7-15,12-5 16,5-2-16,10-3 0,10-14 16,12-6-16,5-7 15</inkml:trace>
  <inkml:trace contextRef="#ctx0" brushRef="#br0" timeOffset="48623.8758">20687 7279 0,'0'0'0,"-4"7"0,1 5 0,0 4 16,3-16-16,-2 21 16,5-1-1,-3-20-15,12 21 16,5-5-16,5-8 15,0-4-15,1-6 16,-2-4-16,-1-4 16,-20 10-16,16-18 15,-16 18-15,16-19 16,-16 19-16,12-19 0,-12 19 16,6-15-1,-5 11-15,-4 10 16,3-6-16,-6 16 0,5 6 15,4 2 1,7-2-16,12-5 0,1-8 16,6-11-1,1-2-15,4-10 16,-6-4-16,3-4 0,2-6 16,-6-5-1,-3-9-15,-2-1 0,-3-6 0,0-2 16,-6-4-16,0-4 15,-8-1-15,-3-4 16,-3 1-16,0 3 16,-3 1-16,1 8 15,2 8-15,1 43 16,-3-36-16,3 36 16,0-29-16,0 29 15,-1-19-15,2 14 16,2 16-16,0 13 0,-2 12 31,2 13-31,-4 8 0,-1 8 16,-3 6-1,-4 8-15,3 2 0,-1-2 16,-2-1-16,0-7 16,2-9-16,2-8 15,6-10-15,-1-44 16,10 36-16,3-6 15,6-9-15,9-7 16,6-6-16,5-14 16,-1-8-16</inkml:trace>
  <inkml:trace contextRef="#ctx0" brushRef="#br0" timeOffset="49293.6914">21458 7257 0,'0'0'0,"0"0"0,4 1 0,10-2 16,5-4-16,10 3 0,5-2 16,0-4-16,-34 8 15,31-11-15,-3-4 16,-4-8-16,-10-1 15,-10 2-15,-4 22 16,-5-22-16,-7 5 16,-11 7-16,-2 11 15,-10 8 1,0 14-16,-5 9 16,9 9-16,2 1 0,13-3 15,7-5-15,11-4 16,11-4-1,7-6-15,9-5 16,4-3-16,10-8 16,-3-6-16,1-4 0,2-4 15,-3-9-15,0 0 16,-1-10-16,-5-5 16,-3-2-16,-5-4 15,-6-2-15,-6-4 16,-2 4-16,-8 1 15,-4 41-15,-1-39 16,1 39-16,-5-31 16,5 31-16,-9-24 15,-1 12-15,3 14 16,0 9-16,4 7 0,3 8 16,7 3-16,9 2 15,5 5-15,9 1 16,2 2-1,0 2-15,1-4 16,1 3-16,-6-5 0,-8-4 16,-6-2-1,-10-4-15,-9-2 0,-11-2 16,-11-3-16,-13-4 16,-19 0-16</inkml:trace>
  <inkml:trace contextRef="#ctx0" brushRef="#br0" timeOffset="50231.5197">15779 7929 0,'0'0'0,"0"0"16,2 2-1,7-1-15,8-1 16,13 2-16,5-1 16,10-2-16,11 1 15,5 0 1,5-2-16,37-2 15,3-1-15,-1-1 16,4 1-16,2-1 0,-3 1 16,6-1-16,6 3 15,6-1-15,6 2 0,4-1 16,6-1-16,2 0 16,3 6-16,2-6 15,3 1-15,5 0 31,-1-1-31,0 0 0,-6-3 16,4 5-16,4-1 16,4-1-16,0 1 15,4 1-15,4-1 16,-9 0-16,1 0 0,-1 3 16,-9 0-16,-3-2 15,0-1-15,-2 0 16,-4-2-16,-3 2 15,-2 0-15,-2 3 16,-3 0-16,-2 1 16,-5 1-16,-10-2 15,-7 0-15,-9 1 16,-7-1 0,-9 1-16,-8-1 15,-10 4-15,-9-2 0,-57-2 16,44 0-1,-13 1-15</inkml:trace>
  <inkml:trace contextRef="#ctx0" brushRef="#br0" timeOffset="50802.1104">18036 8179 0,'0'0'0,"0"0"0,5 8 0,-1 15 0,1 15 15,1 9 1,2 10 0,-4 8-16,-1 0 15,-3-1-15,1-2 16,-3-6-16,2-8 0,1-10 15,-1-38-15,-3 33 16,3-33-16,-2 28 16,4-7-16,-2-21 15</inkml:trace>
  <inkml:trace contextRef="#ctx0" brushRef="#br0" timeOffset="51268.4375">18023 8219 0,'0'0'0,"0"0"0,4 1 0,8 4 31,12 12-31,8 9 15,5 9-15,6 12 0,2 2 16,4 5-16,-8-3 16,-2 3-16,1-8 15,-4-4-15,-2-9 16,-6-5-16,-2-3 16,-7-2-16,-19-23 15,17 21-15,-17-21 0,12 16 16,-12-16-16,9 11 15,0-10-15,-4-8 16,-2-9-16,-1-8 16,-4-5-16,-3-11 15,-2-6-15,-2-6 16,-3 0 0,6 0-16,0-3 15,-1 3-15,1 3 16,2 4-16,4 45 15,0-37-15,0 37 16,-2-28-16,2 28 0,1-20 16,5 17-16</inkml:trace>
  <inkml:trace contextRef="#ctx0" brushRef="#br0" timeOffset="51836.4064">18816 8778 0,'0'0'0,"-7"11"0,-6 14 0,-4 10 16,-7 11-1,1 7-15,-4-2 16,5-7-16,22-44 16,-19 35-16,19-35 15,-15 28-15,15-28 16,-14 16-16,5-10 16,4-13-16,4-13 15,5-6-15,5-10 0,5-3 16,2-4-16,4-2 15,-2-2-15,-1 4 16,0 0-16,1 6 16,2 3-16,-20 34 0,14-27 15,-14 27-15,16-19 32,-5 10-32,2 18 15,-3 11-15,1 14 16,4 7-16,-4 3 15,-3-1-15,0 0 16,3 3-16,-2-5 0,6-3 16,-4-7-16,-11-31 15,13 31-15,-13-31 16,6 21-16,-6-21 0,8 22 16,-8-22-16,6 19 15</inkml:trace>
  <inkml:trace contextRef="#ctx0" brushRef="#br0" timeOffset="52004.8792">18687 9046 0,'0'0'0,"10"-3"0,20-2 16,15 2-1,28 1-15,18-2 16</inkml:trace>
  <inkml:trace contextRef="#ctx0" brushRef="#br0" timeOffset="59962.6086">1967 6600 0,'0'0'0,"0"0"0,0 0 15,1 1-15,10-4 16,7 3-16,8-2 0,7-1 16,5 6-16,7-1 15,2 0-15,14 2 16,6-2-16,14 1 16,10-2-16,16-2 15,7-1-15,11 1 16,15-2-16,2 0 15,12 3-15,10 1 16,2 1 0,10 2-16,4-2 15,3 0-15,5-1 0,1 3 16,3-2-16,-1 2 16,-2 1-16,-4-3 15,-6 4-15,-9-2 16,-5 2-16,-11-5 0,-13 5 15,-16-2-15,-14 0 16,-14-1-16,-19 0 16,-78-3-16,58 1 15,-58-1-15,41 1 0,-24-1 32</inkml:trace>
  <inkml:trace contextRef="#ctx0" brushRef="#br0" timeOffset="61665.7539">6701 10285 0,'0'0'0,"0"0"0,3 7 0,7 17 0,6 8 16,6 12-16,2 10 15,2 4-15,-1-4 16,-3 3-16,-7-4 0,-3-6 16,-12-47-1,6 42-15,-6-42 0,3 32 16,-3-32-16,1 23 16,-1-23-16,-1 13 15,-2-15 1,-2-11-1,3-12-15,1-8 0,3-6 16,2-1-16,3-4 16,2 3-16,9 2 15,0 5-15,6 6 16,3 13-16,1 8 16,1 7-16,1 15 0,0 4 15,-2 10 1,-2 4-16,-7 6 15,-6 1-15,-4 6 16,-4-5-16,-1-2 16,1-3-16,-1 1 15,0-4-15,3-6 16</inkml:trace>
  <inkml:trace contextRef="#ctx0" brushRef="#br0" timeOffset="62035.3849">7589 10508 0,'0'0'0,"-8"-1"0,1-6 16,-6-4-16,13 11 0,-16-9 15,-4 5-15,-2 11 16,-7 14-16,2 11 16,9 10-1,0 6-15,11 0 16,11-7-16,9-8 16,7-4-16,9-10 15,6-8-15,-1-6 16,2-9-16,-2-4 15,-34 8-15,32-14 0,-2-3 16,-10-9-16,-11-2 16,-5-4-16,-4-3 15,-8 4-15,-6-2 16,-6 4-16,-6 11 16</inkml:trace>
  <inkml:trace contextRef="#ctx0" brushRef="#br0" timeOffset="62213.475">7933 10758 0,'0'0'0,"0"0"0,0 0 0,0 0 15,5 3-15</inkml:trace>
  <inkml:trace contextRef="#ctx0" brushRef="#br0" timeOffset="62636.1556">8669 10541 0,'0'0'0,"0"0"0,-6-5 0,-13-7 32,-11 1-32,-11 3 0,-5 8 15,-5 12-15,2 9 16,5 5-16,8 12 15,8 6-15,13-2 16,13 0-16,14-3 16,8-8-16,10-6 15,13-7-15,7-10 0,2-9 16,3-9-16,-6-5 16,-7-3-16,-10-4 15,-10-1-15,-7-3 16,-6-5-16,-10 1 15,-7-6-15,-13-1 0,-9-1 16,-7 3 0,-8 5-16</inkml:trace>
  <inkml:trace contextRef="#ctx0" brushRef="#br0" timeOffset="62868.6669">8918 10292 0,'0'0'0,"0"18"0,0 16 0,0 22 16,-5 16-16,0 9 0,-2 2 15,2-2 1,2-12-1,1-7-15,2-11 0,0-51 0,4 38 16,0-20-16</inkml:trace>
  <inkml:trace contextRef="#ctx0" brushRef="#br0" timeOffset="63104.1849">8858 9951 0,'0'0'0,"9"-2"0,10-5 16,8 0-16,20 1 0,8 5 15,2 8 1,-1 7-16,0 5 15</inkml:trace>
  <inkml:trace contextRef="#ctx0" brushRef="#br0" timeOffset="63303.385">8932 10592 0,'0'0'0,"23"-3"0,14-3 0,15 1 16</inkml:trace>
  <inkml:trace contextRef="#ctx0" brushRef="#br0" timeOffset="64238.2422">9310 10653 0,'0'0'0,"10"7"0,1 4 15,1 8-15,4 3 16,-16-22-16,16 25 16,-5 4-16,-11-29 15,6 27-15,-6-27 16,9 25-16,-9-25 16,-1 21-16,1-21 15,-2 14-15,0-12 0,-1-8 16,3 6-16,-4-16 15,3-6-15,5-13 16,8-4-16,-12 39 16,14-37-16,10 11 15,2 9 1,2 15-16,-5 11 16,-4 6-16,-1 5 15,-6 1-15,-12-21 16,6 22-16,-6-22 15,3 21-15,-3-21 16,0 20-16,0-20 16,-3 16-16,3-16 0,-2 7 15,0-12-15,9-14 16,6-5-16,2-6 16,7-2-16,-22 32 15,22-25-15,0 10 16,-2 13-16,-3 12 0,-7 6 31,-3 5-31,-1 6 16,-3 0-16,-3-27 0,10 29 15,0 1-15,5-5 16,4-7-16,5-7 16,1-10-16,0-5 15,1-4-15,-2-5 16,-1-1-16,-4-4 0,-19 18 15,16-20 1,-7-4-16,0-3 0,-7 0 16,-2 27-16,-4-22 15,-6 5-15,-7 10 16,-3 11-16,-4 7 16,2 8-16,0 7 0,7 1 15,15-27-15,-6 27 16,14-3-16,14-4 15,8-9-15,0-7 16,5-5-16,-2-8 16,-8-3-16,-25 12 15,24-14 1,-8-2-16,-5-7 16,-12-3-16,-9 1 15,-5 0-15,-11-1 16,-7 1-16,-3 0 15</inkml:trace>
  <inkml:trace contextRef="#ctx0" brushRef="#br0" timeOffset="64492.3068">10219 10067 0,'0'0'0,"5"12"0,-2 9 16,-3 21-16,1 15 16,6 13-16,-13 8 0,5 7 15,4-2-15,-1-3 16,-4-6-16,5-6 0,-2-9 15,1-8-15,-2-51 16,2 43-16,2-11 16</inkml:trace>
  <inkml:trace contextRef="#ctx0" brushRef="#br0" timeOffset="64870.6395">10457 10714 0,'0'0'0,"0"0"0,8 0 16,7-7-16,9 2 16,-1-1-16,-23 6 15,30-9-15,-4-3 16,-26 12-16,22-16 15,-8 0-15,-9-5 16,-8 1-16,3 20 16,-10-18-16,-4 4 0,-10 6 15,-4 8-15,-5 12 16,-4 10-16,3 10 16,3 7-16,10 4 15,11 1-15,10-5 16,15-3-16,8-8 15,12-6 1,13-8-16,8-8 16</inkml:trace>
  <inkml:trace contextRef="#ctx0" brushRef="#br0" timeOffset="65170.893">11016 10625 0,'0'0'0,"0"0"0,-2-3 15,-4-9-15,6 12 16,-11-14-16,-7 2 16,-7 0-16,-5 7 0,-1 11 15,-5 11-15,1 12 16,6 7-16,5 8 31,7-1-31,12-5 16,9-6-16,9-3 0,13-8 15,4-5-15,13-9 16,5-7-16,2-6 16</inkml:trace>
  <inkml:trace contextRef="#ctx0" brushRef="#br0" timeOffset="65856.7901">11115 10692 0,'0'0'0,"0"0"0,-2 9 16,-2 12-16,-1 4 15,5 2-15,0-27 16,8 25-16,6-8 15,6-4 1,-20-13-16,23 4 16,4-6-16,-27 2 15,29-8-15,-9-5 16,-20 13-16,19-18 16,-19 18-16,11-21 15,-11 21-15,5-16 16,-6 4-16,1 12 0,-3 1 15,-1 12-15,2 8 16,7 4-16,8-3 16,6-5-16,5-6 15,6-9-15,2-6 16,3-7-16,-2-5 0,-2-6 16,-4-8-16,-2-6 15,-2-4-15,-8-8 16,-2-1-16,-4-5 31,-4-1-31,-7-2 16,0 0-16,-8-5 0,2 4 15,-1-4-15,-2 5 16,1 8-16,10 49 0,-10-42 16,10 42-16,-7-35 15,7 35-15,-6-24 16,6 24-16,-4-15 15,3 15-15,7 20 16,-3 10-16,-3 15 16,4 10-16,1 8 0,-5 9 31,3 2-31,0 5 16,-7 3-16,3-7 0,3-7 15,0-7 1,-1-14-16,6-9 0,2-5 15,0-10-15,6-4 16,7-4-16,4-10 16</inkml:trace>
  <inkml:trace contextRef="#ctx0" brushRef="#br0" timeOffset="66537.6117">11841 10699 0,'0'0'0,"0"0"0,0 0 0,3 0 16,8-1-1,-11 1-15,23-6 0,0-5 16,-23 11-16,25-17 15,-5-4 1,-8-2-16,-12 23 16,2-22-16,-2 22 0,-4-20 15,-9 7-15,-5 15 16,-9 14-16,0 9 0,-6 10 16,8 1-1,7-3-15,18-33 16,-7 31-16,11-3 0,14-6 15,11-6-15,5-8 16,3-8-16,6-7 16,-2-7-16,-6-7 0,2-3 15,-4-2-15,-11-5 16,-1-1-16,-8 0 16,-8 3-16,-5-2 15,0 31-15,-5-26 16,5 26-16,-9-22 15,9 22 1,-13-17-16,1 11 16,2 13-16,5 9 15,7 7-15,10 3 16,5 4-16,7-2 16,0 3-16,0-3 15,-4 0-15,-20-28 16,16 28-16,-7-3 0,-7 1 15,-2-26-15,-6 20 16,-10-5-16,-11-6 16,-3-8-16,1-7 15</inkml:trace>
  <inkml:trace contextRef="#ctx0" brushRef="#br0" timeOffset="66688.8339">12574 10572 0,'0'0'0,"0"0"0,5-2 0,7 0 15,11-1-15,11 3 0</inkml:trace>
  <inkml:trace contextRef="#ctx0" brushRef="#br0" timeOffset="66905.1197">12539 10758 0,'0'0'0,"13"2"0,23-4 0,19-1 0,18 1 15</inkml:trace>
  <inkml:trace contextRef="#ctx0" brushRef="#br0" timeOffset="67463.0765">13218 10181 0,'0'0'0,"6"-8"0,3-4 0,7-9 15,8 3 1,7 3-16,1 7 0,11 9 16,1 8-16,2 8 0,-7 12 31,-4 12-31,-6 8 0,-9 8 15,-15 6-15,-9 1 16,-16-1-16,-8-2 16,-9-6-16,0-8 15,-8-8-15,4-6 16,-1-7-16,0-8 16,-1-4-16,43-14 15,-40 9-15,1-9 0,39 0 16,-36-5-16,10-9 15,13-11-15,12-5 16,12 2-16,13 5 16,7 5-16,2 7 0,7 10 15,-5 6-15,1 3 32,-2 6-32,-2 2 15,-4 1-15,-4 3 0,-2 1 16,1 1-16,-1 0 0,-22-22 31</inkml:trace>
  <inkml:trace contextRef="#ctx0" brushRef="#br0" timeOffset="67660.8412">13767 10585 0,'0'0'0,"0"0"0,0 0 16,4 1-16,-4-1 0</inkml:trace>
  <inkml:trace contextRef="#ctx0" brushRef="#br0" timeOffset="68324.8034">14472 10164 0,'0'0'0,"0"0"0,0 0 0,-3-3 16,-8-4-16,-19-3 15,-8 1-15,-10 2 16,-6 0-16,2 3 16,7 2-16,45 2 15,-43 0-15,9 4 16,4 10-16,7 10 0,8 5 31,4 7-31,7 6 16,4 1-16,1 0 0,1 0 15,5-3-15,-2-2 16,-5-38-16,11 39 16,-4-10-16,-7-29 15,8 25-15,-8-25 16,9 18-16,-9-18 15,4 8-15,0-11 16,-3-7-16,3-8 0,4-4 16,5 0-16,-1 3 15,9 3-15,4 7 16,-1 3-16,6 7 16,2 7-16,-2 8 15,0 3 1,-4 10-16,-7 5 15,-8 3-15,-3 4 0,-9-1 16,-10-4-16,-6-1 16,-9-5-1,-6-9-15,-4-3 16,-4-3-16,-1-9 0,-2-3 16,3-10-1,0-4-15,3-5 0,6-7 16,8-5-16</inkml:trace>
  <inkml:trace contextRef="#ctx0" brushRef="#br0" timeOffset="68904.2966">14659 10257 0,'0'0'0,"3"-6"0,1-5 0,3-4 15,6-4 1,1-4-16,2 5 0,10 4 16,1 6-1,4 8-15,3 12 16,2 5-16,3 12 15,0 12-15,-4 6 16,-6 8-16,-8 7 16,-13 1-16,-13 1 0,-14-1 15,-11-4-15,-3-6 16,-6-7-16,-5-7 16,3-13-16,-2-5 15,0-6-15,0-3 16,0-4-16,8-11 15,2-2-15,33 5 16,-27-14-16,10-6 16,8-10-1,9-3-15,17 6 16,6 10-16,10 7 16,5 11-16,5 10 15,-2 4-15,4 4 16,0 6-16,-3 2 15,-3 0-15,-5-2 0,0-1 16,-3-4-16,2-2 0,-2-2 31</inkml:trace>
  <inkml:trace contextRef="#ctx0" brushRef="#br0" timeOffset="69193.5093">15683 10590 0,'0'0'0,"4"6"0,11 6 16,13 13-16,18 9 16,6 6-16,4 6 0,1 0 15,-5-4-15,-6 0 16,-46-42-16,38 36 16,-38-36-16</inkml:trace>
  <inkml:trace contextRef="#ctx0" brushRef="#br0" timeOffset="69424.8042">16060 10601 0,'0'0'0,"0"0"0,0 4 0,-10 10 0,-5 10 16,-12 11-16,-11 6 15,-9 6-15,-6-2 16,-1-1-16,3-4 16,7-6-16,44-34 0,-36 32 15</inkml:trace>
  <inkml:trace contextRef="#ctx0" brushRef="#br0" timeOffset="69996.7557">17090 9989 0,'0'0'0,"0"0"0,-3-5 16,-8-1-16,-9 4 15,-11 8-15,-13 9 16,-15 10-16,-8 14 16,-7 8-1,1 9-15,-2 4 16,9 6-16,13 5 16,8-2-16,19 1 15,13-7-15,17-6 16,8-5-16,14-7 15,5-9-15,5-6 16,5-11-16,4-4 0,0-8 16,0-8-1,-3-4-15,-5-5 16,-37 10-16,34-16 16,-6-5-16,-12-9 15,-5-5-15,-14-2 16,-6 3-16,-12-3 15,-3 4-15,-11 8 0,-5 7 16,-9 10 0,-8 8-16</inkml:trace>
  <inkml:trace contextRef="#ctx0" brushRef="#br0" timeOffset="70180.4068">17126 10586 0,'0'0'0,"0"0"0,0 1 0,0-1 16,1 6-16</inkml:trace>
  <inkml:trace contextRef="#ctx0" brushRef="#br0" timeOffset="70664.4887">17901 10150 0,'0'0'0,"-5"-7"0,-3-4 0,-6-1 16,-8 6-16,-9 2 15,-10 10-15,-5 12 16,-3 10-16,-1 9 16,1 13-16,9 11 0,3 5 31,15 3-31,11-4 15,13-4-15,10-8 16,11-12-16,10-9 0,7-5 16,9-9-16,4-10 0,5-9 15,0-5-15,-2-8 16,-4-4-16,-5-5 16,-8-4-1,-10-5-15,-11-7 0,-6-5 16,-6 1-16,-8-4 15,-5-5-15,-10 1 16,-6 1-16,-9 3 16,-9 3-1,-9 13-15,-1 8 16,51 23-16</inkml:trace>
  <inkml:trace contextRef="#ctx0" brushRef="#br0" timeOffset="71165.5854">18316 10133 0,'0'0'0,"0"0"0,3-3 0,5-10 15,6 0-15,8 2 0,3 6 16,6 10-16,4 8 16,-3 11-16,2 12 15,-4 13-15,-9 5 16,-10 5-16,-9 0 0,-12 0 16,-10-7-16,-5-5 15,-9-7-15,-3-8 31,-2-9-31,2-5 16,3-7-16,-1-5 16,5-9-16,1-4 0,5-4 15,7-7 1,4-6-16,9-4 0,8-1 16,11-1-16,9 9 15,3 7-15,8 7 0,2 11 16,3 9-16,2 8 15,-4 8-15,-4 4 16,-6 2-16,-4 2 16,1-5-16,-25-32 15,24 27-15,-3-8 0</inkml:trace>
  <inkml:trace contextRef="#ctx0" brushRef="#br0" timeOffset="71666.4255">18762 10003 0,'0'0'0,"0"0"0,9-1 0,19 3 16,6 5-16,11 10 0,4 11 16,-2 9-16,-6 6 15,-8 9-15,-10 0 16,-14 0-16,-8 2 16,-9-4-16,-12-6 0,-9-5 15,-3-6 1,-3-6-1,-2-5-15,-2-6 16,1-4-16,2-6 16,1-3-16,4-7 0,4-2 15,3-6-15,24 12 16,-14-16 0,9-7-16,5 23 0,5-24 15,11 6-15,12 12 0,4 7 16,3 7-16,3 9 15,1 6-15,-1 1 16,-2 1-16,-4 2 16,2-2-16,-5-2 15,-1-5-15,1-5 16,-1 0 0</inkml:trace>
  <inkml:trace contextRef="#ctx0" brushRef="#br0" timeOffset="71898.5134">19432 10369 0,'0'0'0,"12"7"0,6 4 15,11 6-15,13 8 16,5 4-16,-1 0 0,-4-2 16,-42-27-16,35 23 15,-35-23-15,27 22 16</inkml:trace>
  <inkml:trace contextRef="#ctx0" brushRef="#br0" timeOffset="72167.5089">19682 10307 0,'0'0'0,"-4"8"0,-13 16 0,-11 15 16,-17 9-16,2 7 15,-5-3-15,3-1 0,4-10 32,41-41-32,-39 31 15,10-13-15,14-18 16</inkml:trace>
  <inkml:trace contextRef="#ctx0" brushRef="#br0" timeOffset="72468.158">20132 9999 0,'0'0'0,"0"0"0,3 7 0,3 18 15,-5 13 1,6 12-16,-3 16 0,2 8 0,-5 2 16,-2 2-16,-1-5 15,-3-8-15,-2-6 16,4-13-16,0-6 31,2-9-31,1-31 16,4 26-16,-4-26 15,8 18-15</inkml:trace>
  <inkml:trace contextRef="#ctx0" brushRef="#br0" timeOffset="72937.7428">20746 10080 0,'0'0'0,"0"0"0,0 0 15,-3-4-15,-11 0 32,-15 8-32,-10 8 15,-12 11-15,-7 16 0,2 6 16,6 11-1,10 5-15,10-4 16,18-6-16,14-1 0,10-6 16,13-4-16,7-7 15,2-5-15,6-3 16,3-8-16,-3-6 0,-1-6 16,4-6-16,-8-6 15,1-5-15,-4-8 16,-5-6-16,-2-3 15,-6-10-15,-5-3 16,-8 0 0,-5-6-16,-6-5 15,-7-3-15,-6-3 16,-8 1-16,-8 4 16,-11 12-16,3 12 15</inkml:trace>
  <inkml:trace contextRef="#ctx0" brushRef="#br0" timeOffset="73470.2061">20969 9495 0,'0'0'0,"0"0"0,4-3 0,6-6 16,9 6 0,6 4-16,2 7 15,4 3-15,0 12 16,-5 5-16,-6 9 15,-6 3-15,-11 4 16,-5-4-16,-8 1 16,-8-7-16,-5 0 15,-3-8-15,-4-3 0,30-23 16,-31 15-16,-1-6 16,0-6-16,32-3 15,-30-3-15,11-7 16,3-4-16,9-6 15,7-2-15,0 22 16,8-16 0,6 3-16,4 10 15,6 6-15,5 6 16,2 3-16,0 4 16,2 6-16,1-1 15,1 0-15,1 1 16,-36-22-16</inkml:trace>
  <inkml:trace contextRef="#ctx0" brushRef="#br0" timeOffset="74035.4941">21424 9422 0,'0'0'0,"7"-2"0,5 1 0,6 2 15,10 7-15,4 6 0,0 7 16,1 4-16,-10-2 15,-8 4-15,-9-1 16,-6-3-16,-8-3 16,-9-2-16,17-18 15,-19 14-15,-3-3 0,22-11 16,-28 8-16,28-8 16,-29 5-16,29-5 15,-25 2-15,25-2 16,-16 2-16,8-2 15,15-2-15,10 1 16,6 2 0,-1 6-16,5 4 15,-2 6-15,-4 4 16,-3 4-16,-2 1 0,-2 3 16,-5 2-16,-5-5 15,-10-2-15,-7-2 16,-6-6-16,-3-4 15,-6-7-15,-3 0 16,-2-7-16,0-2 16,1-3-16,2-2 15,1-1-15,-3 0 16</inkml:trace>
  <inkml:trace contextRef="#ctx0" brushRef="#br0" timeOffset="74937.7361">12302 12069 0,'0'0'0,"0"0"0,0 0 15,0 0-15,0 0 16,1 0-16,6-1 16,13-4-16,4-3 15,13 0-15,4-2 16,7 1-16,0 2 16,1 0-16,-4 0 0,-45 7 15,42-6-15,-6 3 16</inkml:trace>
  <inkml:trace contextRef="#ctx0" brushRef="#br0" timeOffset="75158.8754">12527 12297 0,'0'0'0,"19"-2"0,24 3 16,23 1-16,17 0 0,14-1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8:51:59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7768 5638 0,'0'0'0,"0"0"0,0 0 16,-1-1-16,1 1 16,0-5-16,0 5 0,0-5 15,0 5-15,0-4 0,0 4 32,4-8-32,-4 8 0,6-5 15,-6 5-15,11-9 16,9-3-1,4-4-15,1 2 16,1-3-16,1-3 0,2 1 16,3 1-16,2-3 15,0-5-15,5 1 16,0 0-16,4 2 16,1-4-1,-3 1-15,-1 2 0,1-1 16,-1-3-16,4 2 0,0 1 15,0-1-15,0-2 16,-2 2-16,-4-1 16,5 5-16,-1-2 15,-2-1-15,3 0 16,-4 4-16,-2-3 16,0 3-16,3-2 15,-5 4-15,-3-1 0,0 2 16,2-3-16,-4 2 15,4 1-15,-3-2 16,-3 4-16,0 0 16,0 4-16,-5-5 15,-1 5 1,0 1-16,0-1 16,-22 12-16,21-11 15,1 0-15,-22 11 16,23-12-16,-23 12 15,18-11-15,-18 11 16,21-9-16,-21 9 16,18-4-16,-18 4 0,12-2 15,-11 2-15,-9 8 16,8-8-16</inkml:trace>
  <inkml:trace contextRef="#ctx0" brushRef="#br0" timeOffset="1601.1938">8209 3565 0,'0'0'0,"0"0"0,0 0 0,-1 0 15,1 0-15,0-1 16,0 1-16,0 4 16,1 4-16,-4 5 31,5 3-31,-2-16 0,3 19 16,-2 2-16,0 7 15,7 3-15,-4 5 16,0 3-16,-1 4 15,-1 3-15,-1 1 16,-1 5-16,1-2 16,2-1-16,-4-7 15,1-42-15,-2 41 0,0-5 16,2-36-16,-2 37 16,0-6-16,2-31 15,-3 29-15,3-29 16,2 20-16,-2-20 15,2 14-15,1-16 16</inkml:trace>
  <inkml:trace contextRef="#ctx0" brushRef="#br0" timeOffset="2287.5549">8209 3553 0,'0'0'0,"0"0"0,0 0 15,0 0-15,3-1 16,-3 1-16,9 0 16,5 3-16,5 6 0,5 7 15,5 4-15,-4 1 16,0 7-16,6 2 15,1 6-15,4 7 16,3 4-16,-7-3 16,1 4-16,-2-4 15,0-1-15,0-3 0,-2-5 32,-29-35-32,26 30 15,-26-30-15,25 28 0,-25-28 16,25 24-16,-25-24 0,18 17 15,-18-17-15,16 12 16,-7-7 0,-3-12-16,-1-8 15,-2-7-15,2-6 16,-5-6-16,-1-5 16,0-4-16,-1-7 15,2-5-15,0-4 16,-1-1-16,2 0 0,-1 6 15,-2 2-15,4 7 0,-2 45 16,0-41 0,0 7-16,0 34 0,2-32 15,-2 32-15,0-24 16,0 24-16,-1-17 16,1 17-16,-1-10 15,1 9 1,0 11-16,0 6 15</inkml:trace>
  <inkml:trace contextRef="#ctx0" brushRef="#br0" timeOffset="3189.8687">9335 3882 0,'0'0'0,"0"0"0,3-1 16,-3 1-16,0-10 31,1-2-31,-1-4 0,0 16 16,-5-18-16,0 2 15,-6-2-15,11 18 16,-15-14-16,-6 3 16,-9 5-16,-2 4 15,3 3-15,0 10 0,2 6 16,0 5-16,2 6 15,-1 8-15,2 4 16,2 3-16,6 1 16,9-5-16,7-39 15,-2 35-15,7-6 16,9-4-16,7-8 16,1-4-16,6-5 0,4-11 15,-2-3-15,3-4 16,-4 0-16,1-3 15,0-2-15,-4-2 16,-4-4-16,-22 21 0,26-25 16,-6-1-16,-20 26 31,23-31-31,-7-1 16,-5 2-16,-11 30 15,4-27-15,-4 27 0,0-20 16,0 20-16,-2-13 15,2 13-15,-1-8 16,-3 10-16,0 12 16,3 9-16,-2 2 0,4 7 15,6-1 1,-3-1-16,-4-30 0,7 28 16,2 1-16,10 1 15,-1-3-15,4-8 16,4-8-16,8-7 15</inkml:trace>
  <inkml:trace contextRef="#ctx0" brushRef="#br0" timeOffset="3991.6622">9704 4122 0,'0'0'0,"0"0"0,2-5 0,-2 5 15,7-11-15,4 3 16,-11 8-16,22-8 16,-1 7-16,1 16 15,0 6-15,-4 3 16,-8 9-16,-5 2 15,-3-3-15,-6 4 0,-9 0 16,2-3-16,-10 3 31,0-3-31,-5-7 16,-2-1-16,-2-7 16,2-4-16,28-14 15,-27 11-15,1-6 0,6-9 16,3-5-16,6-5 15,4-7-15,9-4 16,3-4-16,3 3 0,-8 26 16,18-23-16,-18 23 0,18-17 15,5 6-15,4 11 16,-1 3-16,-5 7 16,4 4-16,-3 5 15,1 2-15,-1 7 16,7 1-16,-10 2 15,3-2-15,-2-3 16,5-7-16,2-8 16,8-8-16</inkml:trace>
  <inkml:trace contextRef="#ctx0" brushRef="#br0" timeOffset="4793.1555">10582 3412 0,'0'0'0,"0"0"0,-2-5 0,2 5 0,-10-7 31,-2-1-31,-3-1 16,-4 3-16,-4 4 15,1 2-15,-9 5 16,2 4-16,-8 8 15,2 6-15,-6 1 16,4 10-16,1 6 0,1 9 16,4 10-16,1 5 0,3 6 15,6-1-15,9 3 16,12-8-16,6-8 16,10-8-16,8-7 31,-1-4-31,5-5 15,8-3-15,3-7 0,3-8 16,3-8-16,6-4 16,-6-7-16,2-5 15,-3-8-15,-3 0 16,-2-4-16,-9 0 16,-30 22-16</inkml:trace>
  <inkml:trace contextRef="#ctx0" brushRef="#br0" timeOffset="5466.0416">11157 3460 0,'0'0'0,"0"0"0,-4-5 15,4 5-15,-10-12 16,-1 0-16,-9-1 16,-4 2-16,3 6 0,-4 3 15,-3 8-15,-2 4 16,4 2-16,-5 4 16,0 10-16,1 4 15,-1 9-15,4 10 16,1 8-16,8 5 15,2 6 1,11 0-16,4-6 16,4-7-16,13-9 15,8-8-15,3-12 16,5-4-16,2-10 16,-1-4-16,2-6 0,-4-2 15,-31 0-15,34-8 16,1-3-16,7-6 15,3-6-15,-11-1 16,1 0-16,-10-1 16,-7 0-16,-2-1 15,-6-3-15,-5-3 0,2-4 16,-10-5 0,-3 1-16,-2-1 0,-4-1 15,-9 1-15,1 5 0,-3 3 16,23 33-16,-28-30 15,-2 9-15,-7 12 16</inkml:trace>
  <inkml:trace contextRef="#ctx0" brushRef="#br0" timeOffset="6362.0342">11412 4157 0,'0'0'0,"0"0"0,0-1 0,0 1 0,1-9 16,1-3-16,3-6 31,7 0-31,4 2 0,-16 16 16,22-15-16,4 4 15,-26 11-15,25-1 16,2 7-16,0 9 16,-5 3-16,-5 8 15,-4 0-15,-7 4 16,-9-1-16,3-29 0,-6 31 16,-5 0-16,-7-3 15,-1-6-15,0-5 16,19-17-16,-22 13 15,22-13-15,-19 4 16,6-2-16,13-2 16,-9-5-16,1-5 0,8 10 15,4-12-15,-4 12 16,8-12-16,5-2 16,9 4-16,-22 10 15,27-4-15,-3 3 16,5 7-16,-29-6 15,23 13 1,-1 6-16,-7 9 16,-1 4-16,-9 0 15,-4 0-15,-5 0 16,-5-4-16,-9-3 0,-2-2 16,-8-8-16,1-1 15,-8-3 1,1-4-16,-5-3 0,-1-1 0,-6-6 15,4-2-15,42 5 16,-41-6-16,3-4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9:07:08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2668 15516 0,'0'0'0,"0"0"0,2 1 0,2 11 16,6 4-16,-2 10 16,-2 8-16,-1 13 15,-4 6-15,-4 8 16,-6 7-16,-3 1 16,2 1-16,1-5 15,-1-2-15,0-8 0,4-7 16,0-7-16,6-5 15,0-36-15,0 30 16,1-8-16</inkml:trace>
  <inkml:trace contextRef="#ctx0" brushRef="#br0" timeOffset="375.5263">2630 15270 0,'0'0'0,"3"-6"0,8-4 0,10-7 15,5 2-15,8 7 16,2 5-16,3 7 15,-5 6-15,4 11 0,-5 8 32,-2 7-32,0 14 15,-7 14-15,-5 7 16,-8 13-16,-2 3 16,-6 0-16,0-3 0,-2-12 15,-2-9-15,1-7 16,0-8-16,0-6 15,1-6-15,2-5 16,-3-31-16,3 26 16,-3-26-16,3 22 0,-3-11 15</inkml:trace>
  <inkml:trace contextRef="#ctx0" brushRef="#br0" timeOffset="532.3013">2709 15924 0,'0'0'0,"8"-2"0,12-7 16,12-1 0,18-2-16,7-2 15,2 0-15</inkml:trace>
  <inkml:trace contextRef="#ctx0" brushRef="#br0" timeOffset="1333.9886">3175 15751 0,'0'0'0,"0"0"0,6 1 15,9 5 1,8 9-16,0 7 16,2 10-16,-2 5 15,0 7-15,-9-4 16,-2-1-16,-12-39 16,3 35-16,-3-3 15,0-32-15,-6 25 16,6-25-16,-7 17 15,3-8-15,2-10 0,0-10 16,4-8-16,2-7 16,8-7-16,1-3 15,1 4-15,3 4 0,3 9 16,-1 7 0,0 13-16,2 9 0,-8 11 31,0 4-31,-4 5 15,-1 4-15,-2-2 0,-6-32 16,8 28-16,-8-28 16,8 21-16,4-5 15,-12-16-15,17 6 16,6-12-16,8-17 0,2-6 16,-7-6-16,0-8 15,-4 1-15,-5-2 16,-5-2-16,-3 1 15,-2 7-15,-7 2 16,0 36-16,-9-26 16,-4 4-16,13 22 0,-23-15 15,-3 7-15,0 10 16,26-2-16,-24 10 16,9 10-16,14 8 15,7 5-15,9 0 16,12 4-16,6-2 15,4 1-15,1 1 0,-2-4 32,-6-4-32,-30-29 15,23 28-15,-8 0 16,-15-28-16,8 26 16,-7-4-16,-15-3 15,-5-7-15,-5-4 16,-1-9-16,-2-10 15,4-5-15,4-9 0</inkml:trace>
  <inkml:trace contextRef="#ctx0" brushRef="#br0" timeOffset="1490.9451">4184 15644 0,'0'0'0,"0"0"0,0 0 0,0 0 15,0 0-15,0 1 0,0 2 16</inkml:trace>
  <inkml:trace contextRef="#ctx0" brushRef="#br0" timeOffset="1634.5029">4251 15962 0,'0'0'0,"2"7"16,-2-7-16</inkml:trace>
  <inkml:trace contextRef="#ctx0" brushRef="#br0" timeOffset="5075.5822">4814 15135 0,'0'0'0,"0"0"0,0 0 0,1 0 15,-1 0-15,1 0 16,5 1-16,8 1 16,6 0-16,11 0 15,6-1-15,8-5 0,7-2 16,8-2 0,2-2-16,-1 1 0,-3 2 15,-5 2-15,-9 2 0,-5 2 16,-8 1-1,-31 0-15,25 5 16,-25-5-16,20 5 0,-2 8 16,-7 9-16,-5 5 15,-5 11-15,-5 8 32,-4 8-32,-6 11 15,0 8-15,2 5 0,-2-2 16,2 0-16,1-4 15,1-6-15,-2-7 16,5-2-16,0-9 16,0-8-1,7-40-15,-5 33 0,5-33 0,-4 24 32,2-10-32,-4-19 0,1-15 15</inkml:trace>
  <inkml:trace contextRef="#ctx0" brushRef="#br0" timeOffset="5231.2919">5211 15592 0,'0'0'0,"13"0"0,15-2 16,7 2 0,19 1-16,7-1 15,0-1-15</inkml:trace>
  <inkml:trace contextRef="#ctx0" brushRef="#br0" timeOffset="5392.0421">5823 15738 0,'0'0'0,"0"0"0,0 0 16,1 0-16,3 0 15,-4 0-15</inkml:trace>
  <inkml:trace contextRef="#ctx0" brushRef="#br0" timeOffset="6140.7858">6173 15281 0,'0'0'0,"0"0"0,3-8 15,10-10-15,8-3 16,3 3-16,4 0 16,2 6-16,5 9 15,2 6 1,2 5-16,6 7 15,-3 12-15,-2 7 16,-1 10-16,-11 12 16,-10 12-16,-11 6 15,-14 3-15,-8-1 16,-7-7-16,-5-10 0,-1-10 16,-4-8-16,0-5 15,1-5-15,-9-4 0,5-2 16,-2-6-16,3-6 15,6-6-15,2-9 16,4-7 0,1-8-16,6-3 15,4-11-15,8 2 0,5-3 0,4 3 16,7 4 0,3 7-16,6 9 0,2 7 15,0 7-15,6 8 16,1 3-16,2 9 15,0 6-15,5 1 16,-3 0 0,4-2-16,4 0 15,2-1-15,-1-9 16</inkml:trace>
  <inkml:trace contextRef="#ctx0" brushRef="#br0" timeOffset="6995.5792">6952 15311 0,'0'0'0,"0"0"0,5-6 16,9-5-16,3-3 31,11-1-31,4 7 16,8 3-16,0 10 0,-1 7 15,-3 6-15,-3 6 16,-9 6-16,-2 8 0,-10-4 16,-6 4-1,-8-5-15,-8 2 16,-9-3-16,-5-3 15,-5-5-15,0-2 0,1-5 16,28-17-16,-28 13 16,28-13-16,-23 9 0,23-9 15,-18 3 1,6-8-16,10-7 16,10-3-16,10 1 0,10 3 15,2 6 1,5 11-16,2 8 15,-3 10-15,-4 3 16,-1 10-16,-8 1 16,-7 4-16,-6 0 15,-9 1-15,-8-3 16,-7-3-16,-4 0 16,-3-8-16,0-7 0,-5-3 15,-3-5-15,0-3 16,-2-5-16,-5-4 15,5-4-15,-1-7 16,1-4-16,0-7 16,5-3-16,4-4 15,6-5-15,7 4 0,13 5 16</inkml:trace>
  <inkml:trace contextRef="#ctx0" brushRef="#br0" timeOffset="7327.7243">7753 15710 0,'0'0'0,"0"0"0,3 4 0,6 5 16,10 11-16,5 6 0,9 6 15,5 5-15,-4 4 16,3-1 0,-2-4-16,-6-4 15,-6 0 1,-2-6-16,-21-26 0,17 25 15,-17-25-15</inkml:trace>
  <inkml:trace contextRef="#ctx0" brushRef="#br0" timeOffset="7597.2954">8109 15643 0,'0'0'0,"-2"7"0,-11 8 15,-10 19 1,-18 7-16,-5 6 16,-2 2-16,0 2 15,-1-4-15,4-5 16,1-4-16,44-38 15,-37 31-15,37-31 16,-32 24-16,11-9 16</inkml:trace>
  <inkml:trace contextRef="#ctx0" brushRef="#br0" timeOffset="7913.3799">8588 15341 0,'0'0'0,"0"0"0,3 3 16,6 10-16,-2 7 0,-1 11 31,5 13-31,-7 9 15,0 7-15,1 10 16,-4 0-16,-7 2 0,1 2 16,-1-7-1,-2-6-15,0-9 0,4-10 16,4-42-16,-2 38 16,2-38-16,4 29 0,11-15 15</inkml:trace>
  <inkml:trace contextRef="#ctx0" brushRef="#br0" timeOffset="8441.992">9449 15536 0,'0'0'0,"0"0"0,0-8 15,-7-7-15,-10-5 16,-3 0-16,-11 4 16,-5 5-16,-9 12 15,-5 5-15,-4 9 16,-1 11-16,-3 14 15,4 14-15,7 13 0,8 11 16,15-3-16,8-3 16,18-8-16,9-9 31,12-7-31,11-8 16,8-7-16,7-8 0,4-5 15,5-9 1,-3-7-16,1-7 0,-5-6 15,-2-9-15,-7-7 16,-1-5-16,-6-10 16,-4-4-16,-8-6 0,-7-2 15,-9-3-15,-3-3 16,-7-9-16,-7 1 16,-11 1-16,-9 4 15,-5 10-15,-14 4 0,-4 10 16</inkml:trace>
  <inkml:trace contextRef="#ctx0" brushRef="#br0" timeOffset="8999.9795">9671 14699 0,'0'0'0,"0"0"0,9-5 16,6-3-16,16-2 15,4 5 1,7 2-16,1 9 16,-6 11-16,-1 7 15,-5 6-15,-9 9 0,-7 7 16,-9 5-16,-11 1 16,-10-1-1,-7-3-15,-6-10 0,-2-7 16,1-5-16,-7-6 0,4-4 15,32-16-15,-31 12 16,2-4-16,1-8 16,3-7-16,6-5 15,1-4 1,8-2-16,10 18 0,1-21 16,9 0-16,-10 21 0,19-16 15,9 9-15,7 11 16,5 14-16,-6 6 31,-4 2-31,-4 6 0,-3-3 16,0-3-16,-3-2 15,-1-4-15,0-8 16,-19-12-16</inkml:trace>
  <inkml:trace contextRef="#ctx0" brushRef="#br0" timeOffset="9632.1762">10529 14676 0,'0'0'0,"-2"6"0,-4 6 16,-11 9-16,-9 7 16,-9 8-16,-5 0 15,3-1-15,2-4 16,5-7-16,3-3 16,27-21-16,-22 18 15,7 1-15,15-19 16,-10 21-16,14-6 0,17-1 15,11-2-15,8 0 16,2-1-16,4-2 0,0-1 31,-46-8-31,41 9 16,-41-9-16,34 6 16,-34-6-16,30 3 0,-30-3 0,19-1 15,-10-9-15,-7-14 16,-5-5-16,-4-6 15,-1-3-15,-3-3 16,2 1-16,0 3 16,0 7-16,9 30 15,-5-26 1,5 26-16,-2-17 16,1 9-16,3 11 15,2 11-15,2 12 16,0 13-16,-1 11 15,2 8-15,-2 4 16,2 0-16,1 0 16,-2-5-16,0-6 0,1-4 15,0-3-15,-2 0 16,-1-3-16</inkml:trace>
  <inkml:trace contextRef="#ctx0" brushRef="#br0" timeOffset="30600.7269">8079 4891 0,'0'0'0,"10"-2"0,10 2 15,5-1-15,20 0 16,5 1-16,10 0 0,8 0 16,6-5-16,6-1 15,6 2-15,8-5 0,4 1 16,7 2-16,10-2 16,7 1-16,7 2 15,5 3-15,12-4 16,2 4-16,4 2 15,2-1-15,5 2 16,-8 1 0,4 1-16,2 0 15,-5 1-15,-5-2 16,-5 0-16,-4-1 16,-10-1-16,-5-2 15,-13-7 1,-14 1-16,-16-2 0,-17-5 15,-12 3-15,-51 12 0,35-13 16,-35 13-16,23-12 16</inkml:trace>
  <inkml:trace contextRef="#ctx0" brushRef="#br0" timeOffset="44273.5951">3696 7609 0,'0'0'0,"0"0"0,7 3 0,2 12 15,8 8-15,0 8 16,-1 8-16,2 4 0,-1 1 15,-3-2-15,-8-1 16,-1-6-16,-5-35 16,5 29-16,-5-29 15,3 25-15,-3-25 16,2 17-16,-2-17 16,2 10-16,-2-13 0,-2-15 15,0-10-15,1-6 16,1-7-16,3-6 15,4 0-15,6-5 16,1 4-16,8 7 16,2 6-16,7 9 15,1 12 1,-1 9-16,-2 11 16,1 6-16,1 10 15,-5 6-15,-5 5 16,-3 7-16,-4 2 15,-5 0-15,-4-2 16,-1-1-16,-4-6 16,0-4-16,0-29 0,2 27 15,4-6-15,-6-21 16,12 12-16</inkml:trace>
  <inkml:trace contextRef="#ctx0" brushRef="#br0" timeOffset="44707.7722">4605 7633 0,'0'0'0,"0"0"0,1-8 15,-2-6-15,1 14 16,-10-15-16,-4 2 16,-9 2-16,-1 9 15,-10 7-15,2 14 0,1 10 16,2 9-16,9 6 16,3 3-16,11-1 15,11-6-15,13-6 16,-1-9-16,12-9 15,6-6-15,-3-6 16,2-9-16,-2-4 16,0-4-1,-3-2-15,-4-6 16,-7-1-16,0-4 16,-10-5-16,-5 1 15,-3-1-15,-8 0 16,-8 0-16,-3 4 15,-4 6-15,-2 9 16,-2 7-16</inkml:trace>
  <inkml:trace contextRef="#ctx0" brushRef="#br0" timeOffset="44870.6693">4851 7900 0,'0'0'0,"0"0"15,0 0-15,1 0 0,3 7 16</inkml:trace>
  <inkml:trace contextRef="#ctx0" brushRef="#br0" timeOffset="45433.1633">5709 7480 0,'0'0'0,"0"0"0,-7-6 16,-6-8-16,-6 1 16,-6 1-16,-6 4 0,-6 12 15,-4 12-15,-6 14 16,2 13-16,2 10 0,9 2 16,16 0-16,12-8 15,17-10-15,9-14 16,7-7-16,4-7 31,6-4-31,0-6 16,-1-4-16,0-7 0,-2-6 15,-3 0-15,-5-5 16,-6-3-16,-9-4 16,-4 1-16,-12-5 15,-8 0-15,-13 2 16,-5 1-16,-8 6 0,-6 8 15,5 5-15</inkml:trace>
  <inkml:trace contextRef="#ctx0" brushRef="#br0" timeOffset="45740.8526">5967 7057 0,'0'0'0,"0"0"0,2 14 15,0 29 1,-5 14-16,2 11 16,1 11-16,-3 3 15,3-2-15,0 0 0,0-4 16,1-10-16,6-8 15,-2-8-15,-5-50 16,7 39-16,-7-39 16</inkml:trace>
  <inkml:trace contextRef="#ctx0" brushRef="#br0" timeOffset="45941.5635">5959 6910 0,'0'0'0,"12"-4"0,12-4 0,13 2 15,21 3-15,2 6 16,0 8-16,-6 9 0</inkml:trace>
  <inkml:trace contextRef="#ctx0" brushRef="#br0" timeOffset="46142.1332">5873 7550 0,'0'0'0,"14"-4"0,15-4 0,29-2 16,24-5-16,20 2 31</inkml:trace>
  <inkml:trace contextRef="#ctx0" brushRef="#br0" timeOffset="46594.5567">7185 7479 0,'0'0'0,"0"0"0,0-4 0,0-11 16,-6-5-16,-8-4 15,-6-2 1,-7 1-16,-12 9 16,-1 7-16,-7 10 15,-2 14-15,1 11 16,8 10-16,4 10 16,8 3-16,10 5 15,15-7-15,9-4 16,12-12-16,11-9 0,4-14 15,2-6-15,1-8 16,0-6-16,-4-3 16,-1 0-16,-31 15 15,22-18-15,-8-3 16,-14 21 0,7-22-16,-7 22 0,1-16 0,-8 8 15,-4 15-15,6 10 16,2 10-16,7 5 15,9 0-15,9-7 0,14-9 32,11-9-32,4-10 15</inkml:trace>
  <inkml:trace contextRef="#ctx0" brushRef="#br0" timeOffset="46906.7262">7545 6749 0,'0'0'0,"0"0"0,3 6 15,7 21-15,1 18 16,-6 13-16,6 18 15,-10 6 1,0 7-16,-4-1 16,-1-2-16,-1-3 15,0-13-15,4-8 16,-1-9-16,5-7 16,1-12-16,-4-34 15,3 29-15</inkml:trace>
  <inkml:trace contextRef="#ctx0" brushRef="#br0" timeOffset="47374.6729">7513 7472 0,'0'0'0,"19"-5"0,15-2 0,15-1 16,14-4-16,5 2 0,-7-3 0,-6 4 16,-55 9-16,47-9 15,-47 9 1,35-7-16,-35 7 16,24-3-16,-12 5 15,-17 10-15,-13 9 16,-13 4-16,-2 11 0,3-1 15,7 2-15,3-6 16,10 2-16,10-33 16,3 27-16,9-3 15,12-5-15,7-7 16,2-9-16,-1-6 0,-3-5 16,-5-8-16,-4-1 15,-5-4-15,-9-2 16,-7-5-16,-2-2 15,-8-2 1,-3-3-16,-5 2 16,-4 5-16,23 28 15,-26-18-15,26 18 16</inkml:trace>
  <inkml:trace contextRef="#ctx0" brushRef="#br0" timeOffset="48196.1386">8221 7379 0,'0'0'0,"6"8"0,1 8 0,1 9 16,1 5 0,3 6-16,-7-2 15,-5-34-15,0 33 16,0-33-16,-2 32 15,2-32-15,-3 25 16,3-25-16,-3 15 16,-1-15-16,4-11 15,2-9-15,2-4 16,3-5-16,4 1 0,-11 28 16,17-26-16,2 8 15,-19 18-15,27-7 16,0 14-16,-5 12 15,-8 6-15,-8 1 16,-6-26-16,4 26 0,-4-26 16,-2 24-16,2-24 15,-4 17-15,4-17 16,-4 12-16,1-7 16,6-11-16,1-9 0,5-6 15,3-4-15,7-1 16,-19 26-16,20-24 31,6 7-31,2 12 0,-3 10 16,-6 8-1,-2 6-15,-2 6 0,-5-1 16,-1 1-16,-9-25 16,12 22-16,3-6 15,4-8-15,3-8 16,3-6-16,3-6 0,-3-9 15,3-2-15,-4-4 16,0-2-16,-1-3 16,-9-3-16,-5 0 15,-4 5-15,-2 2 0,-3 28 16,-4-24-16,-1 8 31,-9 7-15,-2 10-16,1 8 0,6 10 15,7 2-15,10 9 16,5 0-16,12 1 16,2-4-16,2 3 15,5-4-15,1 2 16,-10-2-16,-7-1 0,-18-25 16,11 25-16,-11-2 15,-10-4-15,-4-8 16,-6-7-16,-6-5 15,2-12-15,13-8 0</inkml:trace>
  <inkml:trace contextRef="#ctx0" brushRef="#br0" timeOffset="48360.6052">9579 7307 0,'0'0'15,"13"-3"-15,6 0 0,13-1 0,18-3 16</inkml:trace>
  <inkml:trace contextRef="#ctx0" brushRef="#br0" timeOffset="48561.2108">9576 7520 0,'0'0'0,"25"0"0,18-7 0,27 2 15,28 5-15,17-2 16</inkml:trace>
  <inkml:trace contextRef="#ctx0" brushRef="#br0" timeOffset="49400.0937">10766 6624 0,'0'0'0,"0"0"0,5-6 15,9-3-15,17 2 16,10 7-16,4 7 15,2 8 1,7 10-16,-4 11 0,-5 7 16,-8 12-16,-6 5 15,-11 10-15,-15 5 16,-12 2-16,-16 0 0,-6-4 16,-8-7-16,-3-7 15,-4-7-15,-4-5 16,-12-4-16,2-5 15,-4-9-15,9-5 0,1-10 32,52-14-32,-39 8 15,8-14-15,12-10 0,12-12 16,16-7 0,8-1-16,14 4 0,9 8 15,5 10-15,2 15 16,5 9-16,-4 11 15,0 9-15,-8 10 0,0 0 16,-7 6 0,0-6-16,-4-1 15,3-7-15,4-8 0,3-11 16,8-10-16,6-10 0,2-8 16</inkml:trace>
  <inkml:trace contextRef="#ctx0" brushRef="#br0" timeOffset="49664.7982">11865 7209 0,'0'0'0,"11"5"0,15 8 0,10 9 16,18 7-16,-2 6 16,3 4-16,-5-2 0,0 1 15,-12 0-15,-10-4 16,-28-34-16,24 28 16,-3-8-16,-21-20 0,19 12 15,-5-12-15</inkml:trace>
  <inkml:trace contextRef="#ctx0" brushRef="#br0" timeOffset="49902.8582">12368 7165 0,'0'0'0,"-7"13"0,-14 11 16,-7 13-16,-8 14 0,-7 9 16,-4 5-1,3-2-15,2-6 16,5-13-16,37-44 16,-29 34-16,8-11 15,15-14-15</inkml:trace>
  <inkml:trace contextRef="#ctx0" brushRef="#br0" timeOffset="50473.9554">13544 6524 0,'0'0'0,"-6"-4"0,-5 1 0,-4-5 15,-13 5-15,-7 5 0,-10 8 16,-5 8-16,-7 13 15,-2 9-15,-1 14 16,-3 12-16,5 14 16,6 11-1,11 6-15,11-1 16,13-8-16,12-8 16,14-17-16,7-10 0,11-12 15,8-8 1,6-8-16,2-10 0,6-5 15,-3-11-15,1-7 16,-5-4-16,-5-7 16,-6-2-16,-6-2 15,-9-1-15,-10-4 16,-9 0-16,-12-4 16,-9 2-16,-12-3 15,-7 10-15,-12 6 16,-7 9-1,0 10-15,3 8 16,12 4-16</inkml:trace>
  <inkml:trace contextRef="#ctx0" brushRef="#br0" timeOffset="50742.1697">13856 7095 0,'0'0'0,"10"9"0,12 6 0,6 9 0,10 12 15,14 9-15,2-1 16,-4 0-16,1 1 15,-11-8-15,-40-37 0,35 33 16,-12-7-16</inkml:trace>
  <inkml:trace contextRef="#ctx0" brushRef="#br0" timeOffset="50966.7916">14193 7165 0,'0'0'0,"-20"17"0,-10 19 15,-15 10-15,-5 7 16,-1 5-1,6-11-15,45-47 16,-34 37-16,16-8 16</inkml:trace>
  <inkml:trace contextRef="#ctx0" brushRef="#br0" timeOffset="51879.0233">15017 6512 0,'0'0'0,"0"12"0,-1 9 0,-1 21 0,0 12 15,2 16 1,-2 8-16,-2 7 15,-3-5-15,3 1 16,0-11-16,3-11 16,3-12-16,-2-8 15,0-39-15,0 29 16,0-29-16,2 24 16,0-9-16</inkml:trace>
  <inkml:trace contextRef="#ctx0" brushRef="#br0" timeOffset="52342.3838">15015 6539 0,'0'0'0,"7"9"0,11 3 0,14 14 15,16 14-15,7 12 32,6 12-32,2 7 15,-7 5-15,-9-3 16,-2-3-16,-6-11 16,-8-11-16,-2-10 15,-2-12-15,-8-3 0,-1-9 16,-18-14-16,17 9 15,-17-9-15,14 4 0,-4-10 32,-1-16-32,-6-11 15,-1-15-15,-1-8 16,-4-12-16,-4-3 16,-3-4-16,3-2 15,1 2-15,5 9 16,0 5-16,5 13 0,-4 48 15,0-37-15,4 10 16,5 14-16,1 18 16</inkml:trace>
  <inkml:trace contextRef="#ctx0" brushRef="#br0" timeOffset="52874.5828">15979 7178 0,'0'0'0,"-4"11"0,-3 15 16,-7 22-1,-5 15-15,-8 6 0,1 0 16,-3-4-16,29-65 15,-25 48-15,25-48 16,-18 34 0,18-34-16,-12 20 15,4-19-15,7-18 16,3-11-16,7-10 0,4-7 16,2-5-1,1-2-15,4-3 16,-3 1-16,7-1 15,-4 5-15,-20 50 0,22-48 0,1 10 16,-23 38 0,24-31-16,-6 17 0,0 17 15,-2 14-15,-5 15 16,-1 13-16,0 9 16,-1 3-16,2 4 15,0 2 1,2-8-16,-6-11 15,-7-44-15,9 40 16,-1-9-16,-1-6 16,-7-25-16,11 19 15,-11-19-15,12 13 16</inkml:trace>
  <inkml:trace contextRef="#ctx0" brushRef="#br0" timeOffset="53029.3289">15954 7427 0,'0'0'0,"16"-2"0,21 1 15,21-3-15,29 0 16</inkml:trace>
  <inkml:trace contextRef="#ctx0" brushRef="#br0" timeOffset="53814.5029">9268 9249 0,'0'0'0,"10"-1"16,12 1-16,12-3 15,21 1 1,9-3-16,9 3 0,1 1 15,-4-1 1</inkml:trace>
  <inkml:trace contextRef="#ctx0" brushRef="#br0" timeOffset="54099.9098">9358 9574 0,'0'0'0,"18"4"0,27-3 0,19 3 16,23-2-1,35 0-15,9 6 0</inkml:trace>
  <inkml:trace contextRef="#ctx0" brushRef="#br0" timeOffset="55803.4639">11790 9430 0,'0'0'0,"0"0"0,0 0 16,0 0-16,0 5 16,-1 10-16,1 6 15,-2 4-15,-3 4 0,0 5 16,-3 3-16,-3 1 31,-3 7-31,1 3 16,-4 0-16,-4 8 15,-5 0-15,3 7 16,-3 5-16,-5 2 16,-4 4-16,1 3 0,-5-2 15,-1 2 1,0 0-16,-2 1 0,-2 1 0,-4 2 15,-6-1-15,3 3 16,-5 3-16,0 1 16,-1-1-16,-3 4 15,0 1-15,1-3 16,-4 1-16,-3 0 16,1 0-1,-5-3-15,-4 0 16,6-1-16,-4-2 15,-4 0-15,1 4 16,-3 1-16,-1-2 16,-1 1-16,-1-7 0,-1-1 15,1-5-15,-1 2 16,2-1-16,-1-2 0,0-3 16,-1-3-16,5-3 31,-3-4-31,4-1 15,4 0-15,-1-4 16,2 1-16,0-4 16,0-1-16,4-1 0,3-1 0,4-3 15,2-2-15,1-1 16,0-1-16,2-3 16,3-3-16,-3 1 15,3-4-15,4 0 16,1-1-16,3-1 15,0-1 1,3-2-16,6-4 16,3-2-16,3-7 0,29-15 15,-28 15-15,2-3 16,26-12-16,-25 12 16,25-12-16,-22 10 15,22-10-15,-21 8 16,21-8-16</inkml:trace>
  <inkml:trace contextRef="#ctx0" brushRef="#br0" timeOffset="56304.2803">7737 13594 0,'0'0'0,"0"0"0,2 8 0,-1 20 16,-8 9-16,-4 11 0,-7 10 15,-5 6-15,-9 4 16,-3-1-16,-4 0 16,1-4-16,1-7 15,6-7-15,4-7 16,5-5-16,7-5 16,15-32-16,-7 30 15,4-4 1,10-3-16,8-5 15,9-5-15,7-5 16,7-5-16,10-3 16,7-6-16,8 1 15,5-4-15,3 0 0,5-2 16,-7 3-16,-2-1 0,-7 0 16,-6 3-16,-6 3 15,-8-2-15,-7-2 16,-33 7-16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16:22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6839 5927 0,'0'0'0,"0"0"0,5-4 0,15-5 0,8-2 16,6 3-16,6-4 0,5-3 16,3 6-16,11 2 15,5-1-15,6 2 16,5 1-16,7 1 15,6 0-15,8 1 16,4 2-16,6-1 16,3 0-16,9-2 15,2 1-15,8 0 16,0 0-16,8-1 16,-1 1-16,5 2 15,3-1-15,1 1 16,1 2-16,4-2 15,-2 1-15,-6 0 16,6 1-16,-2 0 0,0-1 16,-4 2-16,-2 0 15,-10 2 1,-8-7-16,-5 6 0,-17-1 16,-10-2-16,-9 0 15,-7 1-15,-14-1 16,-7 1-16,-52-1 15,43 1-15,-10 0 16,-33-1-16,25 7 16</inkml:trace>
  <inkml:trace contextRef="#ctx0" brushRef="#br0" timeOffset="20489.2924">3626 6740 0,'0'0'16,"0"0"-16,1 5 0,-2 7 0,5 9 0,-1 6 0,0 3 15,0 9-15,-3 12 16,-4 9-16,-5 14 16,-2 3-16,-5 8 15,-2 0-15,1 1 16,6-7-16,2-4 16,1-11-16,2-14 15,6-50-15,-1 40 16,2-13-1,11-15-15,-1-18 0,6-19 0,2-19 16</inkml:trace>
  <inkml:trace contextRef="#ctx0" brushRef="#br0" timeOffset="20740.7064">3558 6703 0,'0'0'0,"0"0"0,0 0 0,1-3 15,6-6-15,23-3 16,16-3-16,20 2 16,13 2-16,8 1 15,1 2-15,-2 3 0,-7 2 16,-11 2-1,-68 1-15,56-2 0</inkml:trace>
  <inkml:trace contextRef="#ctx0" brushRef="#br0" timeOffset="20945.2824">3579 7352 0,'0'0'0,"15"-2"0,21-5 0,20-3 16,24-2-16,7 2 15</inkml:trace>
  <inkml:trace contextRef="#ctx0" brushRef="#br0" timeOffset="21369.1789">4309 7341 0,'0'0'0,"0"0"0,0 0 0,-8-2 16,-5 0-16,-10 4 15,-6 4 1,-6 10 0,2 6-16,3 9 15,6 5-15,-4 4 16,10-2-16,13-5 0,13-3 15,10-9-15,11-6 16,7-6-16,5-7 16,4-9-16,6-6 0,-6-5 15,-3-4-15,-4 2 0,-38 20 16,28-25-16,-13-4 16,-17-3-16,-15 1 15,-12 5-15,-13 3 16,-6 11-16,-8 11 15,3 9-15,53-8 16</inkml:trace>
  <inkml:trace contextRef="#ctx0" brushRef="#br0" timeOffset="21699.4597">4638 7350 0,'0'0'0,"7"8"0,3 9 0,7 7 16,3 4-16,8 8 0,-3 0 15,1 2-15,-9-3 16,-17-35-16,8 30 15,-8-9-15,0-21 16,-10 12-16,-7-9 16,-2-9-16,2-6 15,4-9-15,2-7 16,10-14-16,6 1 16,12-8-16,14 2 15,9 8-15,16 11 16</inkml:trace>
  <inkml:trace contextRef="#ctx0" brushRef="#br0" timeOffset="22328.1229">5159 7375 0,'0'0'0,"0"0"0,2 4 0,-2-4 0,8 21 0,6 1 16,4 6-16,-2 6 16,0 0-16,-7 0 15,-9-34-15,4 31 16,-4-31-16,1 25 15,-1-25-15,0 16 0,0-16 16,-1 8-16,0-15 16,2-16-16,2-5 15,4-4-15,1 0 16,1 1-16,-9 31 16,17-25-16,4 4 15,10 10-15,0 6 16,-6 12-16,-3 8 15,0 6-15,-11 2 16,-11-23-16,6 23 16,-6-23-16,0 22 15,0-22-15,-6 19 16,6-19-16,-9 12 16,3-11-16,8-12 0,8-10 15,5-5-15,7-4 16,4 4-16,0 5 15,2 6-15,-28 15 16,28-3-16,1 11 16,-6 11-16,-8 6 15,-6 5 1,-4 3-16,-5-33 0,-5 32 16,5-32-16,-4 28 15,2-12-15</inkml:trace>
  <inkml:trace contextRef="#ctx0" brushRef="#br0" timeOffset="23418.6558">5938 7343 0,'0'0'0,"0"0"0,-3 9 0,-1 13 0,4 4 15,4 3-15,0 3 16,4-3-16,6-6 16,-14-23-16,17 20 15,4-11 1,5-7-16,-2-9 0,0-5 16,-2-5-16,-6-2 15,-16 19-15,12-20 16,-12 20-16,15-19 15,-15 19-15,6-14 16,-2 9-16,-6 10 0,-3 14 16,-2 5-16,7 5 15,4-2-15,-4-27 16,10 23 0,6-6-16,11-9 0,5-8 15,1-9 1,-1-8-16,-2-12 0,6-3 15,-9-7-15,-5-7 16,1-7-16,-7-2 16,-4-5-16,-2-1 15,-8-4 1,-1 0-16,1 2 0,-2 6 0,-4 2 16,0 6-1,-1 5-15,1 3 0,4 41 31,-3-36-31,3 36 0,0-29 0,0 29 16,0-21-16,1 11 16,-1 20-16,0 15 15,-5 14-15,-2 17 16,-7 9-16,3 10 16,-2 5-1,-4 4-15,1-6 0,5-9 16,3-6-1,7-8-15,-1-5 0,6-7 0,8-5 16,2-6-16,8-5 16,5-6-16,3-6 15,4-10-15,6-4 16,-4-8-16,4-10 16,0-3-16,0-6 31,-5-4-31,3-4 0,0-1 0,-9 1 31,-6 1-31,-23 33 0,15-28 16,-8 2-16,-9 5 15,2 21 1,-11-17-16,-9 6 16,-10 11-16,1 14 0,2 12 15,6 10-15,7 6 16,9 1-16,10-3 15,9-6-15,9-11 16,3-8-16,3-8 16,1-6-16,-3-8 15,-27 7-15,21-10 16,-5-7-16,-16 17 16,11-22-16,-11 22 15,0-21-15,-5 6 16,-8 9-16,0 12 0,1 8 15,1 7-15,4 4 16,8-3-16,9-4 16,3-2-1,8-3-15,9-8 16,11-8-16,4-10 0</inkml:trace>
  <inkml:trace contextRef="#ctx0" brushRef="#br0" timeOffset="23623.1359">7491 7141 0,'0'0'0,"0"0"16,4 4-16,1 5 0,-5-9 0</inkml:trace>
  <inkml:trace contextRef="#ctx0" brushRef="#br0" timeOffset="23768.8713">7405 7478 0,'0'0'0,"0"0"0,2 2 0,-2-2 15</inkml:trace>
  <inkml:trace contextRef="#ctx0" brushRef="#br0" timeOffset="24822.649">8937 7232 0,'0'0'0,"0"0"0,2 2 0,7 4 0,2 10 16,4 9-16,3 8 16,3 11-16,-9 6 15,-3-1-15,-4 3 16,-5-52-16,0 49 16,0-49-16,0 38 15,0-38-15,-2 28 16,2-28-1,-2 21-15,2-21 16,-3 6-16,-2-10 0,1-14 16,-2-5-16,8-10 0,2-5 15,7 2-15,4-3 16,10 1-16,1 1 16,13 9-16,-2 3 15,5 14-15,-6 6 0,1 13 16,-12 5-1,-7 11-15,-5 0 16,-6 4 0,-5 0-16,-7 1 0,0 0 0,-8-4 15,13-25-15,-13 26 16,4-3-16,12-4 31,12-14-31</inkml:trace>
  <inkml:trace contextRef="#ctx0" brushRef="#br0" timeOffset="25202.134">9748 7322 0,'0'0'0,"0"0"0,0 0 0,-1-7 0,-8 3 16,-8 1-16,-9 9 16,-7 9-16,-5 8 15,-1 5-15,5 5 16,34-33-16,-28 36 16,15-1-16,13-35 15,1 35-15,11-8 16,22-9-16,6-8 15,2-9-15,2-8 0,-3-3 16,-7-8-16,-2 0 16,-7-2-16,-9-4 15,-7 1-15,-7-2 16,-10-3-16,-13 5 16,-9 6-16,-13 8 15,-4 8-15,47 1 16</inkml:trace>
  <inkml:trace contextRef="#ctx0" brushRef="#br0" timeOffset="25344.3486">10035 7504 0,'0'0'0,"0"0"0,0 0 0</inkml:trace>
  <inkml:trace contextRef="#ctx0" brushRef="#br0" timeOffset="25850.0928">11015 7301 0,'0'0'16,"0"0"-16,-1-5 0,0-10 0,-6-6 15,-2-3-15,0 1 0,-2 3 16,-13 4-16,-3 7 16,-8 10-1,-12 13-15,-5 11 16,-1 11-16,2 8 16,11 5-16,12-3 0,19-4 15,14-3-15,12-6 16,17-6-16,9-12 15,9-6-15,0-7 16,0-7-16,-7-7 0,-6-6 16,-10-1-16,-11-5 15,-8-2-15,-11 0 16,-9-5-16,-9 2 16,-9 1-16,-11 6 15,-5 10-15,-3 5 16</inkml:trace>
  <inkml:trace contextRef="#ctx0" brushRef="#br0" timeOffset="26120.0538">11237 6909 0,'0'0'0,"-3"6"0,-4 13 0,3 20 0,-8 18 16,-1 13-16,5 10 15,-2 3 1,6-1-16,2-10 16,3-5-1,-5-15-15,4-52 16,-4 45-16,-5-18 15,0-13-15,-3-18 16</inkml:trace>
  <inkml:trace contextRef="#ctx0" brushRef="#br0" timeOffset="26305.9312">11174 6674 0,'0'0'0,"6"-8"0,4-7 0,9-5 0,11 0 0,7 6 16,13 12-1,-1 6-15,0 9 0,-4 10 32,1 5-32,-16 8 0</inkml:trace>
  <inkml:trace contextRef="#ctx0" brushRef="#br0" timeOffset="26492.0289">11174 7250 0,'0'0'0,"10"-2"15,16-3-15,21-5 0,22-3 0,10 4 16</inkml:trace>
  <inkml:trace contextRef="#ctx0" brushRef="#br0" timeOffset="27142.0528">12023 7213 0,'0'0'0,"3"7"0,1 11 0,7 9 0,-2 12 15,-1 4-15,3 0 16,-2-4-16,-9-39 15,4 34-15,-4-34 16,2 26-16,-2-26 16,4 19-16,-4-19 15,-1 10-15,-2-9 16,1-12-16,2-9 16,0-5-16,9-5 15,2-4-15,6-4 16,3 4-16,7 6 15,0 7-15,2 9 0,-2 11 16,-2 8 0,-4 8-16,-3 8 15,-6 3-15,-6 4 0,-4 0 16,-2-30-16,-4 28 16,4-28-16,-7 23 15,7-23-15,-9 17 16,1-9-16,1-15 15,6-4-15,9-8 16,3-8-16,1-4 16,11 1-16,-3 0 15,5 4-15,5 3 16,-1 8-16,-4 10 16,-25 5-16,25 1 15,-8 7-15,-6 13 16,-3 8-16,-4 0 15,-3 5-15,-2-4 0,1-1 16,0-29-16,0 28 16,7-8-1</inkml:trace>
  <inkml:trace contextRef="#ctx0" brushRef="#br0" timeOffset="27504.7389">12977 7278 0,'0'0'16,"0"0"-16,-2-4 0,-10-5 0,12 9 16,-23-9-16,-5 3 0,-9 6 15,-1 14-15,7 11 16,2 8-16,7 5 15,7-4-15,15-6 16,15-4-16,9-6 16,8-9-16,10-4 15,-1-8 1,-1-7-16,0-2 0,-40 12 16,35-15-16,-8-2 15,-5-5-15,-12-1 16,-9 0-16,-12-4 15,-8-2-15,-12 4 16,-11 2-16,3 1 0</inkml:trace>
  <inkml:trace contextRef="#ctx0" brushRef="#br0" timeOffset="27819.9898">13353 6571 0,'0'0'0,"0"0"0,0 11 0,2 18 0,0 13 0,0 15 16,1 11-16,-1 7 15,-2 3-15,0 1 16,-3-4-16,3-4 16,2-10-16,-1-8 31,4-8-31,-1-4 0,2-8 16,-6-33-16,5 27 0,-5-27 15</inkml:trace>
  <inkml:trace contextRef="#ctx0" brushRef="#br0" timeOffset="28466.9811">13627 7286 0,'0'0'0,"0"0"0,2 3 0,16-1 15,2 2-15,8-9 16,6-2-16,-1-6 31,-4-5-31,-29 18 16,28-17-16,-8-4 16,-20 21-16,13-26 15,-7-1-15,-10 0 16,-11 8-16,-5 4 15,-9 12-15,-5 12 0,-4 10 16,-4 11-16,9 8 16,3 8-16,11-4 15,14-5-15,17-5 16,9-8-16,10-9 16,11-5-16,1-9 15,0-6-15,7-7 16,-4-8-16,4-4 15,-5-3-15,1 0 16,-11-6-16,-7 4 0,-7 0 16,-7 2-16,-11 2 15,-3 25-15,-2-23 16,-7 4-16,9 19 16,-17-12-16,-5 9 15,9 14 1,5 8-16,9 5 0,3 0 15,16 5-15,7-4 16,5-2-16,6 3 16,2 1-16,-8 0 15,-6-2-15,-26-25 16,23 24-16,-9 0 16,-13-3-16,-16-1 15,-13-6-15,-11-2 16,-8-8-16,-6-7 15,17-6-15</inkml:trace>
  <inkml:trace contextRef="#ctx0" brushRef="#br0" timeOffset="28719.6822">14886 7028 0,'0'0'0,"0"0"0,9 0 0,22-1 0,25 0 15,6-4-15,11 1 16,5-2-16,-3-1 0</inkml:trace>
  <inkml:trace contextRef="#ctx0" brushRef="#br0" timeOffset="28908.0386">14955 7272 0,'0'0'0,"21"1"0,24-6 0,25 2 0,34 1 16,21 1-16</inkml:trace>
  <inkml:trace contextRef="#ctx0" brushRef="#br0" timeOffset="30684.8384">16938 6432 0,'0'0'0,"0"0"0,0 4 0,12 8 0,2 4 16,6 12-16,0 12 16,0 9-16,-1 3 0,-2 1 15,-8-1 1,-9-52-16,4 42 0,-4-42 16,3 33-1,-3-33-15,2 27 0,-2-27 16,0 17-1,0-9-15,0-12 0,-2-7 16,-1-10-16,3-3 16,3-9-16,1 0 15,2-5-15,0-1 16,-1-2-16,4 1 0,4 3 16,7 6-16,0 4 15,9 9-15,-3 5 16,6 12-16,1 6 15,-5 11-15,1 6 16,-6 6-16,-3 6 16,-6-1-16,-2 2 15,-6-1 1,-6-34-16,9 30 0,-9-30 16,4 27-16,-4-27 15,2 21-15,-2-21 16,2 12-1,-2-7-15,0-12 0,-2-8 16,2-4-16,0-10 16,3-1-16,6-4 0,10 1 15,4-3-15,1 5 16,5 9-16,0 5 16,-3 8-16,-26 9 15,24 1-15,4 9 16,-1 13-16,-7 8 31,0 7-31,-10 2 0,-2 4 0,-7-3 31,-1-41-31,0 41 0,-1-3 16,1-38-16,3 32 16,8-13-16</inkml:trace>
  <inkml:trace contextRef="#ctx0" brushRef="#br0" timeOffset="31854.8563">18522 6536 0,'0'0'0,"0"0"0,1-7 0,0-10 16,-1-3-16,-3-3 15,-5-1-15,-7 3 16,0 1-16,-6 5 16,-4 5-16,-7 6 15,-4 9-15,-4 7 0,-6 10 16,1 8-1,2 6-15,4 8 16,6 3-16,10-3 0,10-6 16,15-3-16,11-3 15,10-6-15,7-7 16,4-4-16,4-6 16,-4-6-16,3-5 15,-6-5-15,2-6 16,-7-7-16,-4-5 15,-1-1 1,-8-2-16,-5 0 0,-8 28 16,7-25-16,-7 25 15,1-16-15,-3 7 16,-1 18-16,-1 10 16,2 7-16,-3 5 15,9 3-15,3-3 16,11-5-16,7-7 15,13-13-15,2-6 0,2-10 16,-2-4-16,2-4 16,-4-9-16,-2-5 15,-2-2-15,-4-5 16,-7-3-16,-5 0 16,-6 1-16,-7 2 15,0 3-15,-10 6 0,5 30 16,-6-25-16,6 25 15,-6-20-15,1 11 16,5 9 0,-7 1-16,4 9 0,7 13 15,5 7 1,5 3 0,9 5-16,4-2 15,-3 0-15,7 3 0,-10 0 0,-3-3 16,-8 0-16,-7-4 15,-7-1-15,4-31 0,-8 27 16,-4-4 0,12-23-1,-17 16-15,-2-7 16,19-9-16,-20-2 16,6-10-16,13-11 0,10-10 0,13-3 15,11-4-15,5-3 16,5 0-16,0 0 31,-1 1-31,-4 1 16,-5 0-16,-10 4 15,0 2-15,-23 35 16,14-29-16,-14 29 0,9-28 16,-9 7-1,0 21-15,-14-12 16,-1 7-16,15 5 0,-21 6 15,5 12-15,10 11 16,12 6 0,7 4-16,11 0 0,9-2 15,7 1 1,-1-2-16,4-5 0,-1-1 16,-5 2-16,-12-4 15,-4 2-15,-13 1 16,-10-3-16,-13-3 15,-7-2-15,-11-3 16</inkml:trace>
  <inkml:trace contextRef="#ctx0" brushRef="#br0" timeOffset="32662.7744">20173 6290 0,'0'0'0,"-11"2"0,-11-1 0,-11 13 15,-16 9-15,-2 10 16,5 8-16,8 4 15,9 2-15,18-3 16,12-3-16,21-8 16,12-6-16,14-8 0,-1-9 15,5-8-15,-2-4 16,-7-9-16,-6-3 16,-7-2-16,-2-6 15,-4 0 1,-8-4-16,-6 0 0,-5-4 15,-8-3 1,-9-1-16,-15 5 0,-15 2 16,-10 9-16,-10 7 15,62 11-15,-55-9 16</inkml:trace>
  <inkml:trace contextRef="#ctx0" brushRef="#br0" timeOffset="32953.5805">20492 5975 0,'0'0'0,"0"0"0,1 2 0,5 12 0,-1 14 16,-6 12-16,8 14 15,-1 6-15,-3 9 16,3 1-16,-1-3 16,3-3-16,-5-4 15,4-14-15,-2-3 16,-5-7 0,0-36-16,2 31 15,-2-31-15</inkml:trace>
  <inkml:trace contextRef="#ctx0" brushRef="#br0" timeOffset="33155.9061">20480 5783 0,'0'0'0,"5"-5"0,20-3 0,12 1 0,23 2 16,7 8-16,4 10 15,-5 8-15,-9 8 16</inkml:trace>
  <inkml:trace contextRef="#ctx0" brushRef="#br0" timeOffset="33344.336">20427 6332 0,'0'0'0,"11"0"0,13-1 0,22-1 16,23 1-16,13 2 0,9-3 15</inkml:trace>
  <inkml:trace contextRef="#ctx0" brushRef="#br0" timeOffset="34022.4497">21489 6283 0,'0'0'0,"0"0"0,0 0 0,0-5 0,-6-5 0,-11-2 0,-3 2 15,-7 7 1,-12 3-16,-5 8 15,-9 11-15,9 6 16,-1 6-16,4 7 16,10-1-16,13 3 15,8-3-15,14-4 16,16-2-16,7-8 16,10-4-16,7-7 0,7-8 15,0-4 1,7-7-16,0-4 15,-4-8-15,-4-2 16,-7-3-16,-8-4 0,-8 1 0,-8-4 16,-19 31-16,14-32 15,-10 1 1,-8 5-16,4 26 0,-10-21 16,-10 9-1,-5 14-15,-2 11 0,-2 9 16,4 9-16,5 1 15,10-1-15,10-4 16,12-1-16,5-5 0,9-7 16,0-4-1,0-4-15,4-4 16,-1-2-16,-7-8 0,-22 8 16,23-11-1,-8-8-15,-3-6 0,-6-4 16,-8-4-16,-15 2 15,-8 0-15,-9 8 16,-9 10-16,-5 6 31,48 7-31,-38 1 0</inkml:trace>
  <inkml:trace contextRef="#ctx0" brushRef="#br0" timeOffset="34606.4694">21890 6309 0,'0'0'0,"3"8"0,2 4 0,1 11 0,8 5 16,-2 2-16,-12-30 31,15 29-31,-15-29 0,9 27 0,-9-27 15,3 23-15,-3-23 16,-1 15-16,0-9 16,-2-10-16,7-9 15,1-5-15,-1-4 16,3-2-16,-7 24 16,9-26-1,5 3-15,-14 23 16,20-19-16,6 8 0,-3 10 0,-1 8 15,-2 6-15,-4 3 16,-16-16-16,17 17 31,-17-17-31,12 17 0,-12-17 16,12 15 0,-12-15-16,7 10 15,-7-10-15,3 5 16,-5-8-16,2 3 15,-2-12-15,3-6 16,7-5-16,4-1 16,5 5-16,10 6 15,5 8-15,0 8 0,-3 8 16,1 7-16,-8 3 16,-22-21-1,12 25-15,-5-1 0,-7-24 16,-2 27-16,2-27 15,-5 21-15</inkml:trace>
  <inkml:trace contextRef="#ctx0" brushRef="#br0" timeOffset="34874.5248">22613 6321 0,'0'0'0,"3"10"0,0 14 0,0 18 0,-3 10 15,2 11-15,-7 4 16,3 0-16,-3-3 16,-1-2-16,-5-4 15,5-9-15,6-49 16,-8 42-16,3-7 15,5-35-15,-4 28 16,0-16-16</inkml:trace>
  <inkml:trace contextRef="#ctx0" brushRef="#br0" timeOffset="35173.4643">22653 6181 0,'0'0'0,"11"2"0,16 4 0,14 7 16,9 9-16,2 6 15,-9 4-15,-17 5 16,-16-5-1,-17-1-15,-16-6 0,-8-3 16,-12-7-16,-9-3 16,3-9-16,-5 1 15,54-4-15,-48-4 16,18-4-16</inkml:trace>
  <inkml:trace contextRef="#ctx0" brushRef="#br0" timeOffset="35534.7074">23152 6234 0,'0'0'0,"0"0"0,-6-5 0,6 5 16,-7-5-16,-10 3 15,-2 11 1,-6 5-16,4 9 16,1 6-16,20-29 0,-18 31 15,8-3-15,10-28 16,5 29-16,12-5 16,15-9-1,8-8-15,-3-7 0,-3-5 0,-4-4 16,-6-3-16,-9-5 15,-6-6-15,-2-5 16,-8 0-16,-12-3 16,-12 3-1,-11 9-15,-8 5 0,44 14 16</inkml:trace>
  <inkml:trace contextRef="#ctx0" brushRef="#br0" timeOffset="35916.0991">23348 6267 0,'0'0'0,"-1"8"0,1-8 0,-2 14 0,1 7 15,3 5-15,-2-26 16,3 25-1,-3-25-15,8 19 0,4-8 16,9-11-16,1-9 16,5-5-16,-2-4 15,-7-4-15,-1-3 16,-17 25-16,15-24 16,-15 24-16,7-22 15,-7 22 1,8-18-16,-5 11 15,0 9-15,-3-2 16,-3 12-16,3 10 0,9 6 0,5-3 16,6 0-16,12-6 15,2-9-15</inkml:trace>
  <inkml:trace contextRef="#ctx0" brushRef="#br0" timeOffset="36309.2146">23618 6204 0,'0'0'0,"0"0"0,6 5 0,-3 6 15,5 6-15,-8-17 16,11 21-16,-11-21 15,9 23-15,-9-23 16,10 21-16,-10-21 16,4 15-16,-4-15 15,1 9-15,-2-7 16,1-2-16,-1-10 16,1-5-16,9-9 15,3-3-15,7 2 16,2 7-16,3 7 15,2 9-15,1 8 0,-4 9 16,-3 7-16,-2 7 16,-5-2-16,-1 4 15,-8-1-15,-4-30 16,-3 26-16,3-26 16</inkml:trace>
  <inkml:trace contextRef="#ctx0" brushRef="#br0" timeOffset="36877.9799">24241 5662 0,'0'0'0,"1"9"0,4 12 0,-2 22 16,0 10-16,0 11 16,-6 6-16,3 5 15,-2-11-15,-1-5 16,8-9-16,-1-11 15,-4-39-15,2 33 16,-2-33-16,4 25 16,-4-25-16,7 20 0,-7-20 15,6 12 1,-6-12-16,4 7 0,-2-7 16,-2 0-16,2-10 15,-1-9-15,-2-4 16,1 23-16,-4-26 15,-3 2-15,-9 2 16,-4 8-16,-7 5 0,-2 9 16,-7 8-1,-1 8-15,3 3 0,3 1 16,31-20-16,-27 23 16,15-2-16,18 1 15,14-3-15,19-2 16,17-5-16,17 3 15,12-6-15,10-3 16</inkml:trace>
  <inkml:trace contextRef="#ctx0" brushRef="#br0" timeOffset="37788.0302">16501 7134 0,'0'0'0,"0"0"0,8-1 0,19 1 0,17-3 0,11-2 15,15-2-15,7 3 16,2 0-16,14 0 15,6 2-15,1 3 16,5 0-16,2-2 16,6 3-1,14-5-15,4 4 0,12-4 16,5 1-16,9-5 16,3 0-16,9-2 15,3-3-15,7 1 16,7-2-16,3 3 15,12-1-15,0 0 16,8-2-16,1 2 0,0 0 16,3-1-16,6 0 15,1 3 1,-2 0-16,2 2 0,-3 3 16,-1-2-16,3 4 15,-2-1-15,-4-1 16,4 0-1,-5-1-15,-10 1 0,-4 4 16,-8 4-16,-10-1 16,-8 10-16,-5 1 15,-11 1-15,-8 5 0</inkml:trace>
  <inkml:trace contextRef="#ctx0" brushRef="#br0" timeOffset="38797.8872">17031 7657 0,'0'0'0,"0"0"0,1-1 0,7 2 16,3 7-16,5 9 16,2 9-16,2 11 15,5 7-15,-6 5 16,-2 1-16,1-3 0,-18-47 15,14 41-15,-14-41 16,9 34 0,-9-34-16,8 26 0,-8-26 15,6 18-15,-6-18 16,2 7-16,-1-13 16,-3-12-16,-1-7 15,3-6-15,2-3 16,-1-3-16,2 5 15,-1-2-15,6 3 16,3-3-16,-11 34 16,13-26-16,8 4 15,9 10-15,-1 10 16,0 12-16,-1 6 0,1 7 16,-6 3-1,-1 3-15,-3 0 16,-19-29-16,15 27 0,-15-27 15,7 24-15,-7-24 16,4 17-16,-4-17 16,2 10-16,0-6 15,0-13-15,4-7 16,9-9-16,-1-4 16,1-2-16,8 1 15,1 5-15,0 7 0,2 7 16,0 10-1,-2 6-15,-6 10 0,0 6 16,-9 6-16,-2 6 16,-2 3-16,-1-2 15,-3-2 1,-1-32-16,3 28 0,6-5 16</inkml:trace>
  <inkml:trace contextRef="#ctx0" brushRef="#br0" timeOffset="39191.0518">18193 7790 0,'0'0'0,"0"0"0,-7-2 0,-8-6 15,-7 2-15,-8-1 16,-3 5-16,4 6 16,3 8-16,2 6 15,3 8-15,4 2 16,6 7-16,7 0 16,10-4-16,8-4 15,8-9 1,11-7-16,4-8 0,5-6 15,0-11-15,-2-3 16,-5 0 0,-7-2-16,-7-3 0,-9-2 0,-11-1 15,-9 0-15,-14-4 16,-2 5-16,-15 2 16,-4 4-1,4 0-15</inkml:trace>
  <inkml:trace contextRef="#ctx0" brushRef="#br0" timeOffset="39489.6219">18451 7258 0,'0'0'0,"0"0"0,0 12 0,7 20 0,-1 13 16,4 12-1,-4 10-15,-5 5 0,5 0 16,-6 2 0,-3-3-16,2-7 0,-3-8 15,-1-5-15,5-6 16,-2-1-16,1-7 15,1-37-15,7 34 16</inkml:trace>
  <inkml:trace contextRef="#ctx0" brushRef="#br0" timeOffset="40250.2312">19074 7751 0,'0'0'15,"-2"-6"-15,-2-7 0,-4-2 0,-7-2 0,-8 0 16,-2 5-16,-6 9 31,-12 6-31,2 7 16,-4 9-16,2 5 15,7 7-15,8 5 0,5 0 16,14-3-16,9-33 16,3 28-16,15-5 15,7-9-15,16-5 0,-41-9 16,42-1-16,-2-8 16,-40 9-16,36-17 0,-6-5 15,-30 22-15,15-26 31,-15 26-31,10-21 16,-10 21-16,0-16 16,-5 9-16,-7 21 15,2 11-15,4 5 16,4-2-16,10 1 16,11-9-16,5-7 15,10-9-15,3-3 16,1-6-16,1-6 15,-2-5-15,-6-4 0,-6 0 16,-7-2-16,-5 0 16,-8-3-1,-7 0-15,-4 0 0,6 25 16,-12-23-16,12 23 16,-15-20-16,15 20 15,-10-16-15,5 3 16,12 1-16,11 3 0,13 1 15,8 0-15,4 3 16,-2 6 0,-2 2-16,-5 7 15,-34-10-15,24 14 0,-5 6 16,-11 10-16,-9 4 16,-5 4-16,6-38 15,-11 37-15,4-2 16,11-4-16,10-8 15,20-10-15,16-11 16</inkml:trace>
  <inkml:trace contextRef="#ctx0" brushRef="#br0" timeOffset="40927.9668">20476 7597 0,'0'0'0,"0"0"0,9 5 0,9 14 16,-2 7-16,6 5 15,-7 4-15,-15-35 16,12 36-16,-7-5 16,-5-31-16,6 33 15,-6-33-15,0 27 16,0-27-16,-6 20 16,5-12-16,-3-12 0,0-10 15,2-7-15,4-4 16,5-4-16,4 3 15,0-5-15,3 4 16,6 1 0,0 6-16,-20 20 0,23-17 15,0 14-15,-3 10 16,-2 12-16,-4 2 16,-3 4-16,-11-25 15,7 27-15,-7-27 16,-1 18-16,1-18 15,-6 13-15,6-13 16,-3 9-16,-3-12 0,0-8 16,7-10-1,2-2-15,7-2 0,8 0 16,6 0-16,1 4 16,-25 21-16,30-15 31,3 7-31,-1 10 0,-3 6 0,-5 10 15,-6 5-15,-7 3 16,-5 1-16,-8 2 16,2-29-16,-2 29 15,-5-4-15,7-25 0,-8 23 16</inkml:trace>
  <inkml:trace contextRef="#ctx0" brushRef="#br0" timeOffset="41967.1453">21429 7523 0,'0'0'0,"0"0"0,-3-1 0,-7-4 15,-10-1-15,-7 5 0,-8 6 32,-8 9-32,0 6 0,1 6 15,6 3-15,9 2 0,13-3 16,11 1-16,13-8 16,8-4-16,5-5 15,5-4-15,2-6 16,-6-3-16,0-5 15,-24 6-15,20-10 16,-4-3-16,-5-8 16,-11 21-16,10-24 15,-10 24-15,6-20 16,-6 5-16,0 15 16,-4-2-16,-4 11 15,-2 12 1,3 2-16,4 1 0,3-24 15,8 19-15,7-8 0,14-8 16,5-8-16,5-4 16,-1-5-16,1-4 15,-7-5-15,-2-4 16,-5 1 0,-10-5-16,-4 2 0,-11 29 15,7-33-15,-6 4 16,-1 29-16,-8-26 15,8 26-15,-9-20 16,9 20-16,-14-7 16,3 11-16,6 13 15,12 7 1,9 3-16,7 0 16,1 0-16,2 0 15,-3-2-15,-1 0 16,-7-1-16,-3-2 15,-12-22-15,6 23 16,-7-6-16,1-17 16,-10 16-16,-8-8 15,18-8-15,-25 0 16,4-7-16,4-9 16,11-1-16,12-3 15,9-3-15,9 1 16,5-1-16,3-1 15,1 0-15,0 2 0,-3-1 16,-6 3 0,-24 20-16,20-21 15,-7 0-15,-13 21 0,7-22 16,-11 7-16,4 15 16,-10-13-16,10 13 15,-13-2-15,-2 10 16,4 8-16,5 3 15,5 5-15,13 1 16,8 2-16,4 1 16,9 2-16,1 3 15,2-3-15,-9-2 16,-27-28-16,23 23 16,-15-2-16,-13-1 15,-18-5-15,-18-5 0</inkml:trace>
  <inkml:trace contextRef="#ctx0" brushRef="#br0" timeOffset="73226.9919">13704 3982 0,'0'0'0,"6"-5"0,-6 5 0,5-12 0,9-1 15,-14 13-15,18-15 0,-18 15 16,23-15-16,-23 15 16,19-11-16,-4 7 15,-15 4-15,0 0 16,-10 3-16,-13 5 15,-4-3-15,-11-2 16,-1-2-16,-7 0 16,-1 3-16,-9-1 15,-6-1-15,-4 1 16,2-2-16,0-2 0,3 2 16,9-1-16,3 1 15,4-1-15,45 0 16,-39 3-16,9 2 15,30-5 1,-29 4-16,6 2 0,23-6 16,-16 15-16,4-1 15,0 7-15,9 7 16,-1 4-16,1 2 16,-4 9-16,4 7 0,-14 10 15,9 8-15,-5 6 16,1 4-16,1 3 15,8-1-15,-4-1 16,7-3-16,-4 1 16,3-5-16,-5 2 15,5-6-15,-9 0 16,1-6-16,-3 0 16,3-10-16,2-7 15,7-45-15,-6 38 0,6-38 16,-1 30-16,3-4 15,-2-26-15,8 22 16,5-2-16,21-8 16,12-5-16,9-2 15,11-4-15,7-2 16,-4-3 0,-3-1-16,-7 1 0,-4 0 15,-13-3-15,-42 7 16,33-10-1,-4-3-15</inkml:trace>
  <inkml:trace contextRef="#ctx0" brushRef="#br0" timeOffset="73901.1331">14143 4167 0,'0'0'0,"-10"-6"0,10 6 0,-17-6 0,-5 3 15,-22 0-15,-7 8 16,2 9-16,-10 6 0,-5 9 15,1 6-15,-8 9 16,-2 9-16,-2 9 16,10 5-16,6 7 15,10 0-15,12 0 16,17-5-16,6-8 16,17-5-16,9-7 15,8-6-15,8-7 16,10-2-16,6-11 15,11-3-15,6-13 0,4-10 16,10-8 0,-1-5-16,0-4 15,-1-4-15,-9-1 16</inkml:trace>
  <inkml:trace contextRef="#ctx0" brushRef="#br0" timeOffset="74294.0158">14284 4547 0,'0'0'0,"0"0"0,0-1 0,7-3 16,9 0-16,9-1 16,17-2-16,4 3 15,2 0-15,1 3 16,-2 0-16</inkml:trace>
  <inkml:trace contextRef="#ctx0" brushRef="#br0" timeOffset="74514.7676">14222 4793 0,'0'0'0,"18"0"0,15-5 0,21-1 16,10 3-16,8-3 16,5-1-16,0 0 0</inkml:trace>
  <inkml:trace contextRef="#ctx0" brushRef="#br0" timeOffset="74892.5508">15200 4114 0,'0'0'0,"0"0"0,2 6 0,0 13 0,5 10 15,-3 8-15,3 17 16,-6 5-16,-2 8 16,-2 3-1,-5 3-15,-5-4 0,1 0 16,-4-9-16,7-6 15,6-7-15,2-6 16,5-7-16,-4-34 0,7 32 16</inkml:trace>
  <inkml:trace contextRef="#ctx0" brushRef="#br0" timeOffset="75428.3893">15610 4187 0,'0'0'0,"2"-6"0,5-7 0,4-3 0,4-1 15,12 2-15,-1-1 0,9 5 16,3 6 0,5 4-16,-4 7 0,2 11 15,-3 5-15,-2 8 16,-9 10-16,-1 9 16,-9 5-16,-15 11 15,-8 0-15,-10-2 16,-13-1-16,-7-4 15,-3-6-15,-10-9 16,-6-6-16,1-7 16,0-5-16,2-10 15,52-15-15,-45 9 16,5-5-16,6-8 16,34 4-16,-28-10 15,13-7-15,15 17 0,-8-22 31,12 3-31,13 6 16,12 4-16,3 10 0,6 9 0,4 6 16,4 4-16,3 1 15,-1 1-15,11 7 16,-9-2 0</inkml:trace>
  <inkml:trace contextRef="#ctx0" brushRef="#br0" timeOffset="76333.732">16658 4834 0,'0'0'0,"5"5"0,5 9 0,2 15 0,-5 16 16,-10 16-16,-23 12 16,-16 11-16,-20 3 15,-25 3-15,-9-9 16</inkml:trace>
  <inkml:trace contextRef="#ctx0" brushRef="#br0" timeOffset="76729.0862">17317 4051 0,'0'0'0,"0"0"0,0 3 0,0 7 15,2 9-15,1 12 0,4 15 16,0 15-16,-4 11 31,-6 14-31,-5 5 0,2 0 16,-3-1-16,2-10 0,-3-11 31,10-69-31,-9 58 16,1-14-16,-1-8 15,-4-11-15,-1-14 0</inkml:trace>
  <inkml:trace contextRef="#ctx0" brushRef="#br0" timeOffset="77012.9203">17696 4068 0,'0'0'0,"4"11"0,4 18 0,-1 25 15,-1 16-15,3 9 0,1 2 0,-1-2 16,-8-9-16,-1-13 15,0-57-15,-5 48 16,5-48-16,-5 35 16,5-35-16,-10 26 15</inkml:trace>
  <inkml:trace contextRef="#ctx0" brushRef="#br0" timeOffset="77219.5565">17362 4448 0,'0'0'0,"0"0"0,0 0 0,8 0 0,25-2 0,29 0 15,19 1-15,10 1 16,11 0-16</inkml:trace>
  <inkml:trace contextRef="#ctx0" brushRef="#br0" timeOffset="77453.6768">18146 4335 0,'0'0'0,"14"0"0,17-1 0,15-6 16,14 5-16,12 1 16,-4-3-16,-3 4 15</inkml:trace>
  <inkml:trace contextRef="#ctx0" brushRef="#br0" timeOffset="77628.8195">18128 4626 0,'0'0'0,"17"-2"0,7 0 0,17 0 15,24-2-15,5-1 16,10-1-16,4-4 16</inkml:trace>
  <inkml:trace contextRef="#ctx0" brushRef="#br0" timeOffset="77929.2448">19180 3916 0,'0'0'0,"0"0"0,0 7 0,-2 25 0,-3 13 16,-3 14-16,-1 7 0,1 10 31,-2-1-31,-1-1 0,0-5 0,2-6 16,1-7-16,3-7 15,1-6-15,2-3 16,2-40-16</inkml:trace>
  <inkml:trace contextRef="#ctx0" brushRef="#br0" timeOffset="78133.5654">19677 4673 0,'0'0'0,"-11"17"0,-12 13 0,-19 20 16,-20 10-16,-12 6 15,-4-7-15,78-59 16</inkml:trace>
  <inkml:trace contextRef="#ctx0" brushRef="#br0" timeOffset="78721.4276">20945 3917 0,'0'0'0,"0"0"0,-6-5 0,-5-11 0,-6 3 15,-14 3-15,-8 3 16,-9 3-16,-11 12 16,-1 9-16,-7 9 15,-1 13-15,1 15 0,5 10 16,13 13-16,9 0 15,17 1-15,20-9 16,18-11-16,18-7 16,12-13-16,10-8 15,4-8-15,-2-10 16,-2-8-16,-2-8 16,-4-10-1,1-5-15,0-12 0,-1-5 0,-6-8 16,-4-5-16,-10-4 15,-9-2 1,-11-2-16,-7 0 16,-9 2-16,-11-2 0,-5 4 15,-14 11-15,-9 6 16,-4 8-16,-1 12 16,8 13-16,43 3 15,-39 3-15,20 10 16,24 11-16</inkml:trace>
  <inkml:trace contextRef="#ctx0" brushRef="#br0" timeOffset="78894.2649">21384 4113 0,'0'0'0,"17"0"0,19 0 0,18-1 0,14 3 0,10 5 16,2 0-16,-10 0 15</inkml:trace>
  <inkml:trace contextRef="#ctx0" brushRef="#br0" timeOffset="79098.7317">21283 4418 0,'0'0'16,"0"0"-16,7 0 0,15 1 0,26-1 0,14 1 16,13-1-1,11 1-15,8-2 0,-6-2 16</inkml:trace>
  <inkml:trace contextRef="#ctx0" brushRef="#br0" timeOffset="79397.5964">22416 3883 0,'0'0'0,"-3"12"0,2 15 0,-4 17 16,-3 15-16,2 12 15,0 5-15,-1-2 16,3-4-1,-4-4-15,-2-5 16,8-9-16,2-9 0,0-43 0,-1 36 16,1-36-16,2 31 15</inkml:trace>
  <inkml:trace contextRef="#ctx0" brushRef="#br0" timeOffset="79900.7157">23165 3823 0,'0'0'0,"0"0"0,0 0 0,-6 4 0,-11 4 0,-16 8 15,-8 4 1,-10 9-16,-8 7 0,-2 9 16,-2 6-16,6 5 15,5 3-15,19 2 16,8 2-16,15-3 15,12-5-15,10-2 16,11-6-16,7-9 31,5-7-31,4-6 0,-1-10 0,-2-11 16,0-7-16,-4-4 16,-1-11-16,-4-4 15,-8-2-15,-10-3 0,-2-5 16,-16 0-16,-13-2 15,-14 5 1,-17 3 0,-15 8-16,-11 9 0,79 9 0,-72-2 15</inkml:trace>
  <inkml:trace contextRef="#ctx0" brushRef="#br0" timeOffset="80461.3036">23198 3555 0,'0'0'0,"10"0"0,14-2 16,14-3-16,14 0 0,11 1 16,3 1-16,4-1 15,0 0-15,-6-1 16,-8 2-16,-56 3 16,46-3-16,-46 3 15,37-3-15,-37 3 16,27-1-16,-27 1 15,17 0-15,-11 7 16,-1 5-16,-5 7 16,0 8-16,-1 6 15,0 5-15,4 5 0,3 8 16,-3 8 0,-1 6-16,-7 9 15,1 5-15,-4 4 16,2-2-16,-3-5 15,2-4-15,-2 0 0,0-12 16,-1-1-16,-6 0 16,-1-6-16,-3-10 15,-6-1-15,-5-3 16,-8-5-16,-19-7 16,-24-2-16,-24-8 15,-23 1-15,-22-1 0</inkml:trace>
  <inkml:trace contextRef="#ctx0" brushRef="#br0" timeOffset="88489.1693">3612 9508 0,'0'0'0,"0"0"0,4 5 0,-4-5 0,7 12 0,0 7 16,2 18 0,-2 7-16,-1 13 15,-1 7-15,-5 8 16,0 5-16,-3 4 16,-1-1-16,2-3 0,1-7 15,2-11-15,-1-4 16,2-7-16,-2-5 15,0-43-15,4 36 0,0-10 16</inkml:trace>
  <inkml:trace contextRef="#ctx0" brushRef="#br0" timeOffset="89025.7064">3725 9535 0,'0'0'0,"0"0"0,0 3 0,11 12 0,7 8 16,7 8-16,5 8 15,0 5 1,4 3-16,3-1 15,0-4-15,-5-8 16,2-12-16,-3-7 16,-1-8-16,-5-9 15,5-5-15,-1-4 16,-3-7-16,-2-3 0,2-3 0,-6-3 16,-2-5-16,-3 2 15,-4 0-15,-11 30 16,5-29-1,-5 29-15,3-29 0,-3 29 16,2-22-16,-2 22 16,-2-15-16,5 13 15,3 22-15,-2 22 16,0 14-16,-3 18 0,-4 13 16,-3 5-1,-1 4-15,-2-6 0,3-13 16,6-12-16,0-11 15,1-13-15,7-5 16,-2-5-16,-6-31 16,5 25-16,3-8 15</inkml:trace>
  <inkml:trace contextRef="#ctx0" brushRef="#br0" timeOffset="89443.6234">4868 10220 0,'0'0'0,"0"0"0,-4-6 0,0-8 0,-7-1 16,-6-2-16,-3 1 15,-6 4-15,-2 7 16,-10 7-16,-4 12 16,0 11-16,-1 9 15,7 5-15,9 4 16,17-2-16,19-2 16,8-5-16,14-9 15,10-6-15,5-11 0,1-8 16,2-6-16,-1-4 15,-15-6-15,-6-3 16,-10-2-16,-8-3 16,-8-2-16,-7-3 15,-10-3-15,-11-1 16,-7 1-16,-4 3 16,-1 0-16,5 4 15</inkml:trace>
  <inkml:trace contextRef="#ctx0" brushRef="#br0" timeOffset="89735.6567">5213 9538 0,'0'0'0,"0"0"0,-3 11 0,0 22 0,-2 16 0,-4 14 16,6 11-16,-3 7 15,2 9-15,-4-1 16,-2 0-16,0-2 16,1-9-16,4-16 15,-1-8-15,6-8 16,4-7-16,-4-39 15,11 29-15</inkml:trace>
  <inkml:trace contextRef="#ctx0" brushRef="#br0" timeOffset="90490.3638">5725 10265 0,'0'0'0,"0"0"0,3-5 0,-1-6 16,-2 11-16,1-18 15,-4-5-15,-11-5 16,-8 5 0,-8 3-16,-5 11 15,-11 12-15,-4 10 16,0 9-16,2 13 0,6 7 15,14 5-15,10-1 16,17-3-16,9-8 0,13-6 16,8-10-16,5-3 15,7-11 1,4-8-16,-6-7 16,-39 10-16,35-12 0,-3-4 15,-7-4-15,-12 0 16,-13 20-16,8-23 15,-8 23-15,0-21 16,0 21-16,-5-14 16,0 10-16,-1 17 15,3 6-15,3 5 16,7 1-16,7-3 16,8-6-16,3-5 15,3-4-15,3-4 16,-2-9-16,-3-4 0,0-5 31,-6-4-31,-3-4 16,-6-2-16,-5-2 0,-1-5 0,-7 1 15,-1 0-15,3 31 16,-6-27-16,6 27 16,-7-25-16,7 25 15,-7-18-15,6 1 16,10 5-16,9 3 15,4 2-15,5 2 16,3 4-16,-30 1 16,31 4-16,-4 5 15,-7 9-15,-1 5 16,-9 8-16,-9 9 0,-5 3 16,-1 1-1,2-2-15,6-4 0,10-4 16,7-5-16,12-9 15,25-11-15,9-13 16</inkml:trace>
  <inkml:trace contextRef="#ctx0" brushRef="#br0" timeOffset="91169.8918">6953 10081 0,'0'0'0,"3"9"0,5 2 0,1 22 15,2 12-15,1 5 0,1 5 16,-6-3-16,-7-52 31,6 44-31,-6-44 16,3 33-16,-3-33 0,0 23 0,0-23 15,-3 11-15,1-6 32,-2-13-32,7-7 0,0-7 0,0-6 31,2-5-31,4-3 15,2 0-15,7 0 16,5 6-16,5 7 16,-2 9-16,-26 14 0,34-5 15,0 12-15,0 9 16,-9 9-16,-4-2 16,-21-23-16,10 30 15,-10-30-15,1 23 16,-1-23-16,-3 22 15,3-22-15,-7 14 16,-3-8-16,5-15 0,2-10 16,11-8-1,7-6-15,8-3 0,4 2 16,1 9-16,7 4 16,-2 14-16,-2 8 15,-5 11-15,-6 12 16,-6 5-16,-2 6 15,-8 2-15,-6 2 16,-3-4-16,-1-4 16,5-8-16,1-23 15,7 13-15,10-11 16,17-12-16</inkml:trace>
  <inkml:trace contextRef="#ctx0" brushRef="#br0" timeOffset="92148.7343">8099 10178 0,'0'0'0,"0"0"0,-2-7 0,-3-6 16,5 13-16,-9-15 0,-9-3 15,-5 1-15,-8 3 16,-5 11-16,0 9 15,-3 9-15,3 12 16,4 8-16,10 1 16,2 0-16,16 0 15,8-7-15,17-4 16,2-6-16,12-5 16,0-7-16,2-6 15,-5-6-15,-32 5 16,30-7-16,-4-5 15,-26 12-15,23-19 16,-23 19-16,9-19 16,-9 19-16,6-15 0,-6 6 15,0 15-15,0 8 16,-1 9-16,2 1 16,2 3-16,8-7 15,6-5-15,6-6 16,5-10-16,1-10 15,9-4-15,-5-9 16,-1-2-16,0-5 16,-6-4-16,-6-4 15,-4 0-15,-7 2 16,-6 5-16,-3 32 16,-1-28-16,1 28 15,-8-20-15,8 20 0,-10-14 16,1 7-16,5 12 15,5 6-15,7 7 16,5 8 0,5 1-1,1 5-15,0 7 0,1-2 0,-8 2 16,0-3-16,-12-36 16,7 31-16,-7-31 15,0 24 1,0-24-16,0 19 0,0-19 15,0 12-15,0-11 16,14-11-16,6-8 0,9-5 16,0-5-16,0 1 15,1-3 1,-3 2-16,-27 28 0,22-28 16,-1 2-16,-21 26 15,16-30-15,-16 30 16,11-28-16,-11 28 15,3-23-15,-3 23 16,-3-16-16,-2 14 16,0 13-16,7 8 15,11 5-15,5 5 16,6 3-16,4 2 16,-4-1-16,-2 0 15,-1 2-15,-7-3 16,-7-3-16,-9-5 0,-8-3 15,-7-4-15,-6-6 16,-1-6-16,-5-7 16,-3-8-16,15-10 15</inkml:trace>
  <inkml:trace contextRef="#ctx0" brushRef="#br0" timeOffset="92547.623">9753 10155 0,'0'0'0,"-5"-5"0,-5-5 0,-1-5 16,-10 2-1,-7 4-15,-9 3 0,-6 10 16,-6 12-16,-2 4 16,10 12-16,10 6 15,13 3-15,16 0 16,11-4-16,17-6 16,11-5-16,8-8 31,7-9-31,-1-5 15,-6-6-15,-5-6 0,-40 8 16,29-11 0,-8-4-16,-14-11 0,-11-5 15,-13-7-15,-12-1 16,-14 1-16,4 7 16</inkml:trace>
  <inkml:trace contextRef="#ctx0" brushRef="#br0" timeOffset="92810.7062">10061 9751 0,'0'0'0,"-1"13"0,-2 13 0,-2 20 15,-3 20-15,1 16 0,0 6 16,-2-2-16,4-1 16,0-7-16,3-11 15,2-67-15,0 55 16,0-55-16,3 43 16,0-21-16</inkml:trace>
  <inkml:trace contextRef="#ctx0" brushRef="#br0" timeOffset="92989.7957">9898 9529 0,'0'0'0,"12"-8"0,13-3 0,15 5 0,26 2 0,5 13 15,7 11-15</inkml:trace>
  <inkml:trace contextRef="#ctx0" brushRef="#br0" timeOffset="93172.7822">10066 10122 0,'0'0'0,"26"2"0,24-1 0,25-2 0,25-3 16</inkml:trace>
  <inkml:trace contextRef="#ctx0" brushRef="#br0" timeOffset="93890.0027">11074 10230 0,'0'0'0,"0"0"0,3-6 0,-1-12 16,1-3-1,-9-6-15,-7-5 0,-14 3 16,-9 6-16,-13 6 16,-4 10-16,3 10 15,-4 11-15,6 16 16,13 6 0,9 4-16,14 2 15,12-2-15,16-9 16,8-5-16,10-9 15,6-8-15,3-9 0,1-6 16,-4-4-16,-40 10 31,34-15-31,-7-2 0,-27 17 0,18-20 16,-18 20-16,11-22 16,-11 22-16,4-17 0,-5 10 15,-4 18-15,-6 15 16,3 17-16,-1 15 15,3 8-15,-4 10 16,5 12-16,-5-1 16,3-2-16,2-2 15,0-8-15,-10-7 16,0-12-16,-6-13 16,-6-13-16,-5-8 15,-3-13 1,-7-6-1,-3-7-15,-7-14 16,6-6-16,6-6 16,12-11-16,9-3 0,23-9 15,22-7-15,18-5 16,13 3-16,11 7 16,10 7-16,-1 7 0,-6 10 15,-71 31-15,60-24 16,-60 24-1,49-18-15,-49 18 16,28-12-16,-21 4 0,-22-4 16</inkml:trace>
  <inkml:trace contextRef="#ctx0" brushRef="#br0" timeOffset="94253.4633">11145 9524 0,'0'0'0,"0"0"0,-1 5 0,6 16 0,1 15 0,1 14 15,-3 17-15,-4 15 16,-1 4-16,-4 10 16,0 0-16,-3-9 15,1-4 1,3-18-16,4-14 0,-1-6 16,1-45-16,6 34 15,0-9-15,-6-25 16,11 14-1,7-14-15,3-17 0,2-7 0</inkml:trace>
  <inkml:trace contextRef="#ctx0" brushRef="#br0" timeOffset="94568.2891">11395 10176 0,'0'0'0,"0"0"0,0 3 0,0 5 0,0 11 16,-1 5-16,1-24 15,-1 28-15,2 1 16,-1-29-16,9 32 16,-9-32-16,15 24 15,5-10-15,6-14 16,-3-14-16,-23 14 16,25-19-16,-4-5 15,-21 24-15,16-27 16,-16 27-1,12-20-15,-6 9 0,-6 11 16,7 3-16,-5 14 16,5 16-16,5 1 15,1-2-15,11-6 0,5-5 16,8-9-16,2-6 16,-1-5-16</inkml:trace>
  <inkml:trace contextRef="#ctx0" brushRef="#br0" timeOffset="95152.4432">12139 10117 0,'0'0'0,"0"0"0,0 0 0,0-2 16,0 2-16,-8-7 15,-3 5-15,-15 10 0,-4 4 16,-11 8 0,5 6-16,2 6 0,8-2 15,9-1-15,17-29 16,-5 30-16,11-2 16,21-5-16,2-3 15,16-5-15,10-12 16,2-2-16,4-6 15,-1-11-15,-7-2 16,-1-1-16,-7-1 16,-13 0-16,-5 3 15,-27 17-15,17-18 16,-9 0-16,-13-3 16,-7 7-16,-11 3 15,-5 6 1,-7 6-16,4 8 0,-3 7 0,2 10 15,9 1-15,12 1 16,11 2-16,11-1 31,16-4-31,4-5 0,4-8 0,4-5 16,-3-6-16,-4-3 16,1-4-16,-9-4 15,-12-7-15,2-6 16,-12 0-16,-3-3 15,-9-3-15,-6-1 16,-9 4-16,-8 5 16,33 21-16,-39-13 15</inkml:trace>
  <inkml:trace contextRef="#ctx0" brushRef="#br0" timeOffset="95466.2912">12740 10080 0,'0'0'0,"0"0"0,-3 7 0,3-7 0,-4 17 16,0 6-16,11 10 15,14 5-15,5-2 16,5-2-16,2-3 0,-33-31 16,27 27-16,-27-27 15,13 24-15,-12-2 16,-20-6-16,-13-5 16,-7-8-16,-2-5 15,1-5-15,13-8 16</inkml:trace>
  <inkml:trace contextRef="#ctx0" brushRef="#br0" timeOffset="95853.1514">13066 10262 0,'0'0'0,"0"0"0,2 1 0,11 4 0,7-3 0,10 0 16,3-3-16,-1-2 15,-2-6-15,-30 9 16,26-11-16,-3-3 16,-23 14-16,14-20 15,-2-1-15,-12 21 16,0-23-16,-7 2 15,7 21-15,-23-17 16,-8 10-16,-14 14 16,-4 11-16,6 15 0,7-1 15,14 4 1,13-2-16,12-1 0,16-5 16,12 0-1,16-7-15,9-4 0,14-10 16,0-2-16</inkml:trace>
  <inkml:trace contextRef="#ctx0" brushRef="#br0" timeOffset="96063.9583">13858 10080 0,'0'0'0,"0"0"0,11-1 0,15 0 0,15 2 0,9 2 16,5 0-16,3-2 16</inkml:trace>
  <inkml:trace contextRef="#ctx0" brushRef="#br0" timeOffset="96222.6731">13820 10260 0,'0'0'0,"17"4"0,19 4 15,29 1-15,17 1 16,29 0-1</inkml:trace>
  <inkml:trace contextRef="#ctx0" brushRef="#br0" timeOffset="98805.3805">15098 9410 0,'0'0'0,"0"0"0,-5-3 0,-6 2 16,-7 2-16,-2 4 15,-7 8-15,-14 11 16,0 9-16,-7 13 16,-5 16-16,-4 16 15,-2 14-15,2 12 16,10 4-16,8-2 15,16-12-15,16-7 0,14-13 16,17-13-16,10-8 31,13-11-31,12-14 0,14-11 0,3-11 16</inkml:trace>
  <inkml:trace contextRef="#ctx0" brushRef="#br0" timeOffset="99074.248">15168 9683 0,'0'0'0,"3"11"0,-3 17 0,1 25 16,-2 9-16,-9 12 0,4 4 16,-2-1-16,-4-7 15,1-3-15,5-11 16,6-56-16,-3 44 31,3-18-31,9-13 16</inkml:trace>
  <inkml:trace contextRef="#ctx0" brushRef="#br0" timeOffset="99516.6596">15455 9641 0,'0'0'0,"0"0"0,7-2 0,15 5 16,5 5-16,10 8 16,3 10-16,-7 13 15,-7 11-15,-3 8 16,-18 6-16,-16 8 16,-10 1-16,-13-7 15,-9-9-15,-7-10 16,5-14-16,0-10 15,3-11-15,2-6 16,40-6-16,-31-2 0,6-7 16,13-15-16,12-8 15,11-3 1,9 3-16,4 9 0,4 10 16,9 13-16,-4 9 15,4 6-15,-3 3 16,1 4-16,-1 2 15,-1 3-15,-1 3 0,-3-1 16,6-3-16,-35-26 16</inkml:trace>
  <inkml:trace contextRef="#ctx0" brushRef="#br0" timeOffset="99760.3312">16005 10017 0,'0'0'0,"15"11"0,14 7 0,4 11 0,9 6 0,2 12 16,-6-5-16,-11-4 15,-27-38-15,23 31 16,-10-7-16</inkml:trace>
  <inkml:trace contextRef="#ctx0" brushRef="#br0" timeOffset="99989.355">16219 9974 0,'0'0'0,"-15"18"0,-15 14 0,-15 21 0,-19 9 16,5-2-16,4-10 15,55-50-15,-48 39 16,19-10-16,15-18 15</inkml:trace>
  <inkml:trace contextRef="#ctx0" brushRef="#br0" timeOffset="100383.8207">16869 9702 0,'0'0'0,"0"0"0,-2 2 0,-15 18 16,-18 10-16,-10 13 16,-15 13-16,0 5 15,7 1-15,10 0 16,15-1-16,15-7 15,13-6-15,14-6 16,8-7-16,15-6 0,9-10 31,-1-8-31,8-10 0,4-9 0,-8-5 16,-13-6-16,-6-4 16,-13-4-16,-15-2 15,-9-2-15,-8-2 16,-15 2-16,-12 1 15,-17 8 1,-16 11-16,-7 8 0</inkml:trace>
  <inkml:trace contextRef="#ctx0" brushRef="#br0" timeOffset="100718.6479">16904 9419 0,'0'0'0,"0"0"0,5 5 0,7 11 0,14 9 0,12 14 16,10 13-16,4 7 31,1 7-31,-7 11 16,-7-2-16,-12 3 15,-11 2-15,-12-2 0,-5-7 16,-11-7-16,-11-6 16,1-4-16,-6-7 15,1-2-15,-7-8 16,34-37-16,-29 30 15</inkml:trace>
  <inkml:trace contextRef="#ctx0" brushRef="#br0" timeOffset="101020.6996">17848 9794 0,'0'0'0,"1"9"0,-1 10 0,8 18 0,-2 9 15,-4 10-15,2 0 16,-2 1-1,-3 0-15,2-8 0,0-6 16,-2-5-16,1-38 16,1 35-16,-1-35 15</inkml:trace>
  <inkml:trace contextRef="#ctx0" brushRef="#br0" timeOffset="101239.9124">17758 10021 0,'0'0'0,"17"-2"0,19-1 0,16 2 0,27 4 16,13 0-16,0 1 15</inkml:trace>
  <inkml:trace contextRef="#ctx0" brushRef="#br0" timeOffset="101775.2437">19038 9299 0,'0'0'0,"0"0"0,-2 2 0,-5 10 0,-9 4 16,-17 13-16,-5 15 31,-20 12-31,0 12 0,-14 14 0,-7 7 16,2 7-16,12-1 15,10-2-15,19-6 16,18-7-16,19 0 0,12-6 15,13-8 1,16-5-16,17-8 0,5-10 31,2-14-31</inkml:trace>
  <inkml:trace contextRef="#ctx0" brushRef="#br0" timeOffset="102135.9358">19062 9553 0,'0'0'0,"-1"8"0,1 16 0,0 15 0,-5 12 16,3 13-16,0 5 15,-1-1-15,-4 3 16,4-10-16,-3-7 15,-2-10-15,8-44 16,-3 36-16,3-36 0,-3 27 16</inkml:trace>
  <inkml:trace contextRef="#ctx0" brushRef="#br0" timeOffset="102366.1275">19353 9811 0,'0'0'0,"4"7"0,13 8 0,15 13 0,5 5 15,10 6-15,0 1 0,-2-2 16,-3-3-1,-42-35-15,34 32 16,-34-32-16</inkml:trace>
  <inkml:trace contextRef="#ctx0" brushRef="#br0" timeOffset="102576.2972">19597 9843 0,'0'0'0,"-12"12"0,-12 19 0,-12 18 16,-14 13-16,-4 5 0,-2-3 16,7-12-16,49-52 15,-40 32-15,13-19 16</inkml:trace>
  <inkml:trace contextRef="#ctx0" brushRef="#br0" timeOffset="102858.9582">20015 9529 0,'0'0'0,"0"14"0,0 11 0,0 22 16,-2 9-16,1 2 16,-2 2-16,-3-2 15,2-6-15,1-4 16,4-3-16,0-6 15,-1-39-15,3 30 0</inkml:trace>
  <inkml:trace contextRef="#ctx0" brushRef="#br0" timeOffset="103287.6593">20257 9482 0,'0'0'0,"0"0"0,9 3 0,13 12 16,14 10-16,2 8 16,-10 5-16,-7 6 15,-12 2-15,-19 3 16,-4-5-16,-18 2 15,-7-7-15,-2-6 0,0-6 16,3-9-16,38-18 16,-31 8-16,1-6 15,5-7-15,7-9 16,18 14 0,-9-20-16,9 20 0,-3-21 15,17 3-15,8 9 16,10 13-16,3 10 15,1 9-15,1 6 16,1 3-16,1 3 16,-4 1-16,-2-5 15,-3-9-15,-30-22 0</inkml:trace>
  <inkml:trace contextRef="#ctx0" brushRef="#br0" timeOffset="103631.5001">20510 9229 0,'0'0'0,"13"10"0,12 16 0,8 21 15,7 18 1,5 13-16,-9 9 16,-5 6-16,-11-6 0,-9-5 15,-10-10-15,-11-6 16,-9-8-16,-5-5 0,-11-5 15,-9 1-15,-12 0 16,-11 0 0</inkml:trace>
  <inkml:trace contextRef="#ctx0" brushRef="#br0" timeOffset="104380.8643">21246 9576 0,'0'0'0,"0"0"0,2 11 0,1 28 0,4 14 0,-10 10 15,-3 6-15,1-4 16,-1-8-16,6-57 15,-4 46-15,-1-7 16,5-39-16,-6 31 0,6-31 16</inkml:trace>
  <inkml:trace contextRef="#ctx0" brushRef="#br0" timeOffset="104602.0533">21057 9856 0,'0'0'0,"7"-3"0,9-3 0,19-1 0,18-2 0,22 1 15,12-1-15,3 4 0,7-2 16</inkml:trace>
  <inkml:trace contextRef="#ctx0" brushRef="#br0" timeOffset="104979.3654">22268 9189 0,'0'0'0,"0"0"16,0 0-16,0 0 0,-7 7 15,-13 9-15,-9 14 0,-14 9 32,-16 16-32,-8 15 0,-15 12 0,3 8 15,2 4-15,10-5 16,18-2-16,17-7 16,21-9-16,14-4 15,23-9-15,8-11 31,21-7-31,6-15 16</inkml:trace>
  <inkml:trace contextRef="#ctx0" brushRef="#br0" timeOffset="105423.8556">22527 9333 0,'0'0'0,"0"0"0,-8 3 0,-9 7 0,-17 13 0,-11 12 16,-9 13-16,0 11 15,1 8-15,10 2 16,11-4-16,16-3 16,8-11-16,12-7 15,11-10-15,11-8 16,3-8-16,3-8 16,4-7-16,0-7 0,-1-4 15,-4-6-15,-2-5 16,-9 0-16,-6-4 15,-11-3-15,-13-1 16,-14 2-16,-13 5 16,-9 4-16,-9 6 15,2 4-15,4 4 16,49 2-16,-40 0 0</inkml:trace>
  <inkml:trace contextRef="#ctx0" brushRef="#br0" timeOffset="105641.3405">22740 9659 0,'0'0'0,"8"5"0,9 8 0,15 9 16,11 5-16,5 4 15,1 3-15,-3-3 16,-46-31-16,42 31 16,-11-4-16</inkml:trace>
  <inkml:trace contextRef="#ctx0" brushRef="#br0" timeOffset="105862.1781">22888 9703 0,'0'0'0,"-13"13"0,-14 12 0,-12 17 16,-7 1-16,1 1 15,5-4-15,40-40 16,-34 30-16,11-13 15</inkml:trace>
  <inkml:trace contextRef="#ctx0" brushRef="#br0" timeOffset="106146.6958">23321 9310 0,'0'0'0,"0"12"0,3 9 0,2 15 0,-2 11 16,0 10-16,-3 4 15,-2 1-15,2-3 16,2 1-16,-4-9 15,3-1-15,0-3 16,7-5-16,-2-8 0,10-8 16,-16-26-16</inkml:trace>
  <inkml:trace contextRef="#ctx0" brushRef="#br0" timeOffset="106553.8484">23949 9328 0,'0'0'16,"-8"3"-16,-4 10 0,-12 15 15,-20 10-15,-1 12 16,-5 10-16,6 5 16,6-8-16,11-2 15,15-9-15,13-7 0,9-7 0,10-10 16,6-1-16,6-6 16,4-4-16,3-9 15,-39-2-15,35 1 16,-6-5-1,-8-8-15,-10-5 0,-8-4 16,-16-3-16,-13-1 16,-16 0-16,-13 3 15,-5 2-15,0 6 16,60 14-16,-49-15 16</inkml:trace>
  <inkml:trace contextRef="#ctx0" brushRef="#br0" timeOffset="106808.6836">24093 9082 0,'0'0'0,"0"0"0,9 7 0,18 15 0,15 16 0,7 12 0,7 14 16,-4 6-16,-4 11 16,-13 0-16,-18 3 15,-20 0-15,-17-1 16,-21 2-16,-21 2 0</inkml:trace>
  <inkml:trace contextRef="#ctx0" brushRef="#br0" timeOffset="107709.3327">13710 11179 0,'0'0'0,"0"0"0,0 0 0,-4 0 16,4-2-16,10 1 15,15-2-15,17 0 16,16 0-16,14 1 16,10 2-16,6 0 15,3-3-15</inkml:trace>
  <inkml:trace contextRef="#ctx0" brushRef="#br0" timeOffset="107960.2799">13696 11530 0,'0'0'0,"14"5"0,22-3 0,16 3 16,27-4-16,19 0 16,6-4-16,-2 0 15,2 0-15</inkml:trace>
  <inkml:trace contextRef="#ctx0" brushRef="#br0" timeOffset="108323.532">14902 11052 0,'0'0'0,"-1"8"0,-2 10 0,-5 21 15,-3 17-15,-1 15 0,2 8 16,-3 3-16,1 4 15,2-8 1,-6 2-16,3-7 0,1-10 16,6-14-16,-1-8 31,7-41-31,-2 34 16,2-34-16,2 26 15,8-8-15</inkml:trace>
  <inkml:trace contextRef="#ctx0" brushRef="#br0" timeOffset="108907.6246">15564 11190 0,'0'0'0,"0"0"0,-5-3 0,-10-1 15,-17 3-15,-7 4 16,-8 4-16,-8 7 16,5 6-16,5 6 15,10 2-15,7 3 16,19 2-16,9 2 15,20 1-15,8-5 0,10 3 16,7 1 0,1 5-16,2-2 0,-1 5 15,-4-2-15,-12-1 16,-13 1-16,-16-3 16,-9-3-16,-11-6 15,-3-8-15,-9-6 16,-6-7-16,-6-5 15,2-9-15,3-3 16,37 9-16,-33-16 16,6-2-16,11-12 15,16-2-15,11-7 16,16-2-16,11-2 0,7-4 16,5 7-16,-4-2 15,-2 0-15,-3 2 16,-7 3-16,-11 2 15,-7 0-15,-10 4 16,-10 3-16,-11 4 16,-4 2-16,-20 7 15,-9 10-15</inkml:trace>
  <inkml:trace contextRef="#ctx0" brushRef="#br0" timeOffset="109412.9636">16320 11323 0,'0'0'0,"0"0"0,2-4 0,-5-11 15,3 15-15,-8-19 16,-5-1-16,-8-1 16,-12 5-16,-7 10 15,-5 9-15,-8 16 16,0 8-16,-2 17 16,1 8-16,10 10 15,10-1-15,14 3 16,18-6-16,9-5 0,13-10 15,14-7 1,4-12-16,7-2 0,5-9 16,6-8-16,-1-6 15,2-8 1,-3-5-16,-6-7 0,-4-4 16,-13-5-1,-5-5-15,-12-5 0,-9-4 16,-7-3-16,-10 0 15,-9 2-15,-9-3 16,-6 1-16,-11 2 16,-5 8-16,0 9 0,-4 9 15,56 19-15,-50-5 16</inkml:trace>
  <inkml:trace contextRef="#ctx0" brushRef="#br0" timeOffset="110177.9805">17481 11468 0,'0'0'16,"0"0"-16,-3-6 0,1-10 0,-7-10 0,9 26 15,-17-26-15,-5 1 16,-20 7 0,-8 13-16,0 12 0,-5 9 15,5 12-15,6 6 16,9 4-16,13-1 15,16-1-15,15-6 32,13-3-32,12-8 15,6-5-15,2-8 16,-4-5-16,0-4 0,-10-5 16,-6-5-16,-4-3 15,-2-3-15,-5-3 16,-11 22-16,6-22 15,-6 22-15,6-22 16,-6 22-16,1-21 16,-1 21-16,-1-13 15,1 10-15,0 17 16,-2 15-16,3 13 16,-5 11-16,-2 7 15,-1 1-15,0-1 0,3 5 16,-3-3-16,3-7 15,-1-6 1,-9-8-16,-2-9 0,-6-7 16,-6-4-16,-4-10 15,-1-7-15,-3-7 16,5-7-16,-4-5 16,4-10-16,6-2 15,9-10-15,11-5 16,14-3-16,14-2 15,4 1-15,12 8 16,1 5-16,8 4 16,-5 6-16,-5 8 0,-6 4 15,-32 11 1,26-8-16,-26 8 0</inkml:trace>
  <inkml:trace contextRef="#ctx0" brushRef="#br0" timeOffset="110478.8936">17881 11069 0,'0'0'0,"0"0"0,-1 4 0,-1 19 0,-22 13 16,-2 12-16,-9 15 0,-11 11 16,-3 6-1,2 1-15,4-2 16,-3-3-16,9-9 0,3-9 16,12-6-16,3-11 15,19-41-15,-10 35 16,5-13-16,12-14 15</inkml:trace>
  <inkml:trace contextRef="#ctx0" brushRef="#br0" timeOffset="111357.216">17928 11439 0,'0'0'16,"9"8"-16,0 12 0,-3 16 0,-1 5 0,0 7 15,-5-5-15,0-5 16,0-38 0,1 28-16,-1-28 0,-5 24 15,5-24-15,-4 14 16,1-9-16,1-13 15,2-12-15,3-4 16,2-3 0,3-2-16,3-4 0,4 2 15,-15 31-15,19-27 16,-1 10-16,2 4 0,1 15 16,-7 9-16,-5 6 15,-9-17-15,4 21 16,-5 2-16,1-23 15,-6 22-15,6-22 16,-7 14-16,7-14 16,-6 8-16,2-11 15,2-6-15,5-9 16,4-3-16,7-4 16,5 1-16,4 6 15,4-1-15,1 13 16,-3 5-16,-4 6 15,-9 9 1,0 9-16,-6 4 0,-4 3 0,-2-30 16,3 29-16,8-3 15,5 2-15,8-12 16,8-7-16,-2-5 16,6-7-16,2-7 15,-3-1 1,-2-2-16,0-3 0,-9-3 15,-24 19-15,20-18 16,-9-2-16,-11 20 16,7-22-16,-10 4 15,-9 5-15,-5 6 16,-5 9-16,-5 11 16,-1 11-1,-1 7-15,6 1 16,10 1-16,14-1 15,16-8-15,10-6 16,4-4-16,1-7 16,2-6-16,-34-1 15,31-4-15,-5-7 16,-5-9-16,-8-3 16,-10-4-16,-6-2 15,-6-1-15,-13-1 16,-13-1-16,-3 4 15,-4 4-15</inkml:trace>
  <inkml:trace contextRef="#ctx0" brushRef="#br0" timeOffset="111593.309">18880 11097 0,'0'0'0,"0"0"0,1 8 0,0 22 15,-3 7-15,2 16 16,-1 14-16,-5 8 16,-3-3-16,2 1 15,1-4-15,1-2 0,4-5 16,3-6-16</inkml:trace>
  <inkml:trace contextRef="#ctx0" brushRef="#br0" timeOffset="122267.3866">4715 12525 0,'0'0'0,"0"0"0,5 5 0,5 16 15,6 12-15,9 8 16,5 9-16,-5 5 15,-1 1 1,-8-2-16,-1-7 0,-15-47 16,12 43-16,-12-43 15,9 38-15,-9-38 0,4 30 16,-4-30-16,3 20 16,-3-20-16,2 10 15,-2-11-15,-4-16 16,4-4-16,0-11 15,0-10-15,7-1 16,4-1-16,2-5 16,9 3-16,0 9 15,6 7-15,3 8 16,4 11-16,-5 13 0,7 10 16,3 9-16,-11 8 15,-8 10-15,-4 4 16,-10 1-16,-8 5 15,-2-7-15,3-1 16,-4-3 0,5-2-16,-1-36 0</inkml:trace>
  <inkml:trace contextRef="#ctx0" brushRef="#br0" timeOffset="122676.934">5807 12761 0,'0'0'0,"0"0"0,-5-4 0,5 4 15,-9-8-15,-7-2 0,-13 5 16,-8 8-1,-4 12-15,-3 11 16,2 12-16,6 8 16,14 6-16,9 0 15,18-9-15,10-1 16,19-9-16,10-3 16,7-9-16,1-8 0,10-10 15,-10-4-15,-1-9 16,-12-5-16,-7-6 15,-8-2-15,-10-6 16,-8-5-16,-7-5 0,-9-1 16,-6-1-1,-12 2-15,-9 7 0,-13 11 16,50 21-16</inkml:trace>
  <inkml:trace contextRef="#ctx0" brushRef="#br0" timeOffset="122850.8096">6197 13021 0,'0'0'0,"0"0"0,3 0 0,-3 0 0</inkml:trace>
  <inkml:trace contextRef="#ctx0" brushRef="#br0" timeOffset="123277.1437">7362 12864 0,'0'0'0,"-5"-6"0,5 6 0,-12-9 0,-5-4 0,-15 3 16,-3 1-16,-6 6 0,-8 9 15,0 11 1,2 11-16,5 10 0,7 9 15,14 3-15,16-2 16,14-6-16,15-6 31,13-8-31,7-6 0,3-9 0,2-6 32,2-7-32,-6-7 15,-8-3-15,-9-8 16,-9-2-16,-10-6 15,-6-6-15,-9-5 16,-8-5-16,-12-1 0,-6 4 16,-8 7-16,40 32 15</inkml:trace>
  <inkml:trace contextRef="#ctx0" brushRef="#br0" timeOffset="123537.6569">7674 12655 0,'0'0'0,"2"12"0,-4 19 0,-5 19 0,-2 13 15,0 12-15,-3 7 16,2 1-16,3-6 0,0-8 15,1-10 1,6-59-16,0 44 16,0-44-16,4 32 0,2-24 15,1-24-15</inkml:trace>
  <inkml:trace contextRef="#ctx0" brushRef="#br0" timeOffset="123701.0834">7529 12418 0,'0'0'0,"5"-6"0,9-6 0,15 2 16,11-4-16,19 9 16,2 7-16,11 12 15,-1 11-15</inkml:trace>
  <inkml:trace contextRef="#ctx0" brushRef="#br0" timeOffset="123886.1482">7682 12998 0,'0'0'0,"24"-3"0,17-1 0,32-4 16,15 4-16,9 0 16</inkml:trace>
  <inkml:trace contextRef="#ctx0" brushRef="#br0" timeOffset="124762.5421">8463 13050 0,'0'0'0,"5"5"0,1 9 0,3 8 16,4 9-16,-1 5 16,-3 1-16,-5 0 15,-4-37-15,0 32 16,0-32-16,-3 24 15,3-24-15,-7 20 16,7-20-16,-4 6 16,4-11-16,1-13 15,4-9-15,3-4 0,4-3 16,2 0-16,1 8 16,6 2-16,0 8 15,2 10-15,3 7 16,-3 7-16,0 7 15,-3 4-15,0 3 16,-4 0-16,-16-22 16,14 21-16,-14-21 15,6 21-15,-6-21 16,0 17-16,0-17 16,-2 12-16,-2-10 15,8-11-15,2-7 0,8-7 31,6-6-31,7 1 0,3 3 0,5 5 16,-35 20-16,34-7 16,-4 11-16,-3 11 15,-8 9-15,-6 7 16,-4 0-16,-2 0 16,3-3-16,3-2 31,8-6-31,5-2 0,3-5 0,4-6 15,5-5-15,-1-7 0,-3 0 16,1-7-16,-1-3 16,-8-7-16,-6-2 15,-1-5-15,-8 3 16,-7 0-16,-10 8 31,-8 2-31,-8 6 0,-11 9 0,-6 9 31,-4 6-31,4 4 16,8 3-16,12 0 16,14-1-16,11 1 15,12-5-15,11-1 16,6-6-16,2-4 16,9-9-16,-6-3 0,-2-3 15,-10-6-15,-5-6 16,-12-6-16,-9-5 15,-9-1-15,-7 2 16,-14 1-16,-8 4 16,-1-1-16,3 3 15</inkml:trace>
  <inkml:trace contextRef="#ctx0" brushRef="#br0" timeOffset="125047.674">9675 12482 0,'0'0'0,"2"11"0,-2 10 0,-2 19 0,2 15 0,-5 13 15,-3 9-15,2 3 16,2-3-16,3-5 15,-1-5-15,2-8 16,0-3-16,3-10 16,-3-2-16,0-4 15,0-40-15,6 34 16,-2-10-16,9-14 16</inkml:trace>
  <inkml:trace contextRef="#ctx0" brushRef="#br0" timeOffset="125661.6308">9898 13139 0,'0'0'0,"0"0"0,6 5 0,8 2 0,12 1 15,1-1-15,9-2 16,4-5-16,-6-2 15,-2-6-15,-9-2 16,-3-5-16,-20 15 16,12-18-16,-10-4 15,-10-3-15,8 25 16,-18-24-16,-8 9 16,-16 17-16,-7 16 15,0 13-15,0 8 16,9 7-16,17-5 15,12-1-15,9-5 0,18-7 16,11-7-16,5-3 16,11-8-16,7-8 15,5-6-15,5-10 16,1-6-16,-4-8 16,-6-1-16,-10-5 15,-11-1-15,-4 0 16,-13 1-16,-6 5 15,-7 29-15,-1-29 16,-6 9-16,7 20 16,-13-13-16,-4 11 15,11 13-15,5 12 16,8 4 0,13 8-16,9 2 0,2 0 15,3-2-15,-1-1 0,-3-2 16,-30-32-16,22 32 15,-12-3-15,-9-2 16,-9-8-16,-10-7 16,-6-7-1,-2-1-15,-1-10 0,10-8 16</inkml:trace>
  <inkml:trace contextRef="#ctx0" brushRef="#br0" timeOffset="125851.6788">11136 13115 0,'0'0'0,"0"0"0,11-2 0,22-2 0,17 2 0,9-4 31,0 2-31</inkml:trace>
  <inkml:trace contextRef="#ctx0" brushRef="#br0" timeOffset="126023.9561">11039 13279 0,'0'0'0,"10"0"0,17-4 0,22 3 0,40 1 16,17 1-16,17 4 0</inkml:trace>
  <inkml:trace contextRef="#ctx0" brushRef="#br0" timeOffset="126733.45">13340 12580 0,'0'0'0,"0"0"0,0 0 0,-1-5 0,-9-1 15,-18 1-15,-9 9 16,-15 10-16,-13 10 16,-7 11-16,5 7 15,3 4-15,7 4 16,14 1-16,16 1 16,8-5-16,11 3 0,15-7 15,11-3 1,12 0-16,10-6 0,2-11 15,3-6-15,-2-4 16,-43-13-16,40 5 16,-40-5-16,34-1 15,-7-8-15,-12-13 16,-12-7-16,-11-6 16,-16-2-16,-7 0 15,-17 4-15,-12 5 16,-9 9-16,1 7 15,68 12-15</inkml:trace>
  <inkml:trace contextRef="#ctx0" brushRef="#br0" timeOffset="127333.3997">13575 12684 0,'0'0'0,"0"0"0,0 0 0,2-5 16,-2 5-16,4-10 0,-4 10 15,7-11 1,13 1-16,15 2 15,8 9-15,5 8 16,5 8-16,-6 9 16,-3 10-16,-11 6 15,-13 6-15,-15-2 16,-16 3-16,-13-5 16,-3-9-16,-8-5 0,1-12 15,-4-5-15,4-6 16,34-7-16,-36 2 15,36-2-15,-28-1 16,28 1-16,-20-7 16,15-7-16,25-3 15,12 2-15,10 6 16,2 7-16,1 4 0,-3 9 16,-9 4-16,-3 6 15,-8 3-15,-4 1 16,-9 1-16,-7 5 15,-11-4-15,-10-2 16,-8-1-16,-15-7 16,-5-6-1,1-4-15,-3-5 0,-1-7 16,4 0-16,3-5 16,5-3-16,7-1 15,13-7-15</inkml:trace>
  <inkml:trace contextRef="#ctx0" brushRef="#br0" timeOffset="128076.556">15074 13122 0,'0'0'0,"0"0"0,0 0 0,4-7 0,-2-11 15,-1-5-15,-2-1 16,-4-4 0,-10-1-16,-8 10 0,-9 0 15,-6 8-15,-3 10 16,-5 11-16,4 9 0,5 9 15,6 4-15,13 0 32,13-2-32,10 2 15,14-4-15,15-4 0,8-6 0,3 0 16,9-8-16,1-4 16,-5-5-16,-50-1 15,45-6-15,-8-6 16,-11-4-16,-10-1 15,-16 17-15,9-23 32,-9 23-32,5-23 0,-5 23 15,1-22-15,-1 22 16,-2-15-16,-2 12 16,-3 19-16,2 13 15,0 14-15,3 7 16,1 2-16,5 4 15,0-2-15,1-4 16,2-1-16,-2-5 16,-2-6-1,-3-4-15,-3-4 0,-8-8 16,-6-6-16,-3-5 16,-5-1-16,25-10 15,-26 4-15,4-4 0,-2-6 16,24 6-16,-15-12 15,7-8-15,16-9 16,11-2-16,13-1 16,6 3-16,15 3 15,7 10-15,3 2 16,2 3-16,-3 3 16,-4 5-16,-58 3 15,47-3-15</inkml:trace>
  <inkml:trace contextRef="#ctx0" brushRef="#br0" timeOffset="128579.6467">12308 13612 0,'0'0'0,"18"-1"0,24-1 0,24-3 0,37 0 16,23 0-16,13 5 16,16 3-16,13-1 15,10 0-15,11 2 16,9 1-16,2 1 0,5 1 15,-1 0-15,-6 3 16,-3 0-16,-4 3 16,-13-2-1,-5 3-15,-11-2 16,-19 1-16,-17-1 0,-11-1 16,-18 0-16,-21-4 0,-18-5 15</inkml:trace>
  <inkml:trace contextRef="#ctx0" brushRef="#br0" timeOffset="129068.6749">12806 13937 0,'0'0'0,"0"0"0,0 3 0,4 12 0,-6 13 15,-2 12-15,-3 18 16,-1 11-16,0 3 15,-3 4-15,1-4 0,0-2 16,0-10-16,4-8 16,3-11-16,5-8 15,-2-33-15,2 26 16,8-8 0,8-13-16</inkml:trace>
  <inkml:trace contextRef="#ctx0" brushRef="#br0" timeOffset="129588.65">13359 13976 0,'0'0'0,"0"0"0,-1-3 0,-13-2 0,-2 1 15,-11 1-15,-5 7 16,-2 7 0,-2 9-16,6 2 0,8 2 15,9 1-15,11 4 16,16 1-16,9 6 16,6 5-16,13 1 15,0 3-15,1 2 16,-6 0-16,-7-3 15,-6-4-15,-24-40 0,11 34 16,-12-4 0,-13-7-16,-7-7 15,-6-8-15,-5-5 16,32-3-16,-28-5 0,2-6 16,3-11-16,13-7 15,15-7-15,8-6 31,13-5-31,13-1 0,1 0 0,3 2 16,-2 2-16,-6 2 16,-10 7-16,-4-1 15,-10 5-15,-14 2 16,-11 1 0,-14 2-1,-12 8-15,-6 5 16,-4 10-16,4 5 15</inkml:trace>
  <inkml:trace contextRef="#ctx0" brushRef="#br0" timeOffset="130031.5488">14111 14026 0,'0'0'0,"-6"-5"0,-10-5 0,-8-2 16,-12 1-16,-11 4 0,-10 9 16,-5 14-1,-5 10-15,-2 15 16,6 9-16,10 6 0,20 2 15,13-1-15,17-10 16,18-4-16,9-7 16,10-9-16,8-7 15,3-4-15,4-5 16,-1-4-16,-1-7 16,0-5-16,-3-5 0,-6-6 15,-2-6-15,-8-2 16,-6-6-16,-4-4 15,-11-4-15,-7-4 16,-10-8-16,-8-1 16,-11-3-16,-2 7 15,-7 10-15</inkml:trace>
  <inkml:trace contextRef="#ctx0" brushRef="#br0" timeOffset="130710.9258">15232 14161 0,'0'0'0,"-5"-8"0,-10-9 0,-5-3 0,-12 1 15,-5 2-15,-8 6 16,-8 13 0,-9 5-16,2 10 15,3 7-15,5 1 16,21 2-16,17 2 15,11-3-15,8-2 0,15-2 16,4-3-16,8-5 16,5-4-16,5-6 15,-7-7-15,-2-1 0,0-7 16,-5-2-16,-8-6 16,-20 19-16,24-26 15,-9-3 1,-4-7-16,-11 36 0,4-33 15,-4 33-15,0-26 16,0 26-16,-2-19 16,-1 18-16,0 22 15,0 16-15,3 9 0,3 9 16,3 2 0,5-2-16,-2-3 0,0-3 15,-2-4-15,-5-7 16,-1-3-16,0-4 15,-1-31-15,-1 27 16,-9-3-16,-9-8 16,-4-5-16,-1-11 15,-7-4-15,-1-7 0,-1-3 16,3-8 0,5-5-16,5-6 0,10-7 15,10-5-15</inkml:trace>
  <inkml:trace contextRef="#ctx0" brushRef="#br0" timeOffset="130984.1971">15588 14183 0,'0'0'0,"0"0"0,0 3 0,-3 13 16,-13 12-16,-14 13 16,-17 15-16,-12 9 15,-10 7-15,1-2 16,1 0-16,-2-4 16,7-4-16,11-7 15,5-7-15,14-6 16,32-42-16,-23 34 15,12-9-15,21-16 0</inkml:trace>
  <inkml:trace contextRef="#ctx0" brushRef="#br0" timeOffset="131916.509">15521 14576 0,'0'0'0,"4"11"0,-4 10 0,5 14 16,-3 4-16,0-1 16,-4-3-16,2-35 15,-5 31-15,5-31 16,-3 25-16,3-25 15,-5 18-15,5-18 16,-5 12-16,3-6 16,1-10-16,1-9 0,3-7 15,5-7-15,-3-2 16,7-2-16,4 2 16,-16 29-16,18-24 15,4 7-15,3 7 16,2 10-16,-2 8 15,-5 6-15,-8 5 16,-12-19-16,5 24 16,-5-24-16,2 22 15,-2-22-15,-6 20 16,6-20-16,-6 12 16,6-12-16,-3 7 15,-1-6-15,4-10 16,0 9-16,4-18 0,6-5 15,-10 23-15,21-25 16,4 1-16,4 10 16,-29 14-16,30-5 15,-4 14-15,-4 17 16,-13 7-16,-8 2 16,1 0-16,-2-2 15,0-33-15,5 27 16,6-4-16,10-6 15,2-7-15,9-5 16,2-6-16,3-4 16,-7-6-1,6-4-15,-9-2 0,-3-2 0,-6-1 16,-5 0-16,-13 20 16,6-22-16,-9-1 15,3 23-15,-7-20 16,-8 3-16,-8 6 15,-5 11-15,-1 10 16,-4 12 0,3 6-16,10 3 0,7-1 0,13-30 15,-1 30 1,11-2-16,10-4 0,6-6 16,-26-18-16,28 13 31,4-6-31,-32-7 0,33-1 15,-7-11 1,-4-9-16,-3-5 16,-9-7-16,-9 0 15,-6 0-15,-20 0 16,-7 6-16,32 27 16</inkml:trace>
  <inkml:trace contextRef="#ctx0" brushRef="#br0" timeOffset="132183.7526">16506 14478 0,'0'0'0,"0"9"0,0 12 0,-2 19 0,-2 18 16,-2 10-16,6 5 15,-3 3-15,4-1 16,2 2-16,-3 2 16,0 1-16,-4-2 15</inkml:trace>
  <inkml:trace contextRef="#ctx0" brushRef="#br0" timeOffset="136418.8314">15500 12827 0,'0'0'16,"0"0"-16,-2-1 0,-8 3 0,-9 9 15,-11 4-15,-5 3 16,-9 10-16,-6 2 15,-5 9-15,-11 3 0,-12 9 16,-8 5-16,-13 10 16,0 5-16,-2 1 15,6-1-15,9-6 16,22-9-16</inkml:trace>
  <inkml:trace contextRef="#ctx0" brushRef="#br0" timeOffset="136858.2991">15585 13926 0,'0'0'0,"0"0"0,-1 2 0,-5 10 0,-13 10 15,-9 9-15,-15 11 16,-18 12 0,-17 8-16,-20 6 0,-14 8 15,-8 2-15,-14 3 16,-3 0-16,3-3 15</inkml:trace>
  <inkml:trace contextRef="#ctx0" brushRef="#br0" timeOffset="144573.593">10400 15807 0,'0'0'0,"16"4"0,20-1 0,8 3 0,16-1 15,10 1-15,-1 3 16,-4-3-16,-3 2 16,-10-2-16,-5 0 0,-47-6 15</inkml:trace>
  <inkml:trace contextRef="#ctx0" brushRef="#br0" timeOffset="144810.9396">10342 16127 0,'0'0'0,"13"-1"0,11 1 0,17 2 0,23 0 16,16 2-16,8-2 16,16 1-16,7-3 0</inkml:trace>
  <inkml:trace contextRef="#ctx0" brushRef="#br0" timeOffset="146693.9182">12209 15731 0,'0'0'0,"0"0"0,0 0 0,1 1 0,-1-1 16,1-4-16,-1 4 15,2-5-15,-2-9 16,0 14-16,0-19 16,-4-2-16,-5-4 15,-1-2-15,-2 3 16,-9 3-16,-3 4 16,-2 3-16,-8 4 15,-4 6-15,-4 6 0,-7 6 16,-2 6-16,0 11 15,0 9-15,1 8 16,3 8-16,0 8 16,6 4-16,7 8 15,7 3-15,5-2 16,18-2 0,5-1-16,14-9 0,12-5 15,8-10-15,6-2 16,8-9-16,5-4 15,4-9-15,1-8 16,-1-6-16,-2-5 0,-3-9 16,-5-3-16,-5-7 15,3-7-15,-8-9 16,-2-4 0,-6-3-16,-6-2 0,-8-5 15,-4 0 1,-6-5-16,-5-2 15,-4-5-15,-5-2 0,-3-3 16,-9 7-16,0 0 16,-3 10-16,-4 4 15,-1 6-15,-5 8 0,1 9 16,-6 13 0,3 7-16,-2 9 15</inkml:trace>
  <inkml:trace contextRef="#ctx0" brushRef="#br0" timeOffset="146976.6789">12671 16029 0,'0'0'0,"0"0"16,0 0-16,0 2 0,0 4 0,0-6 0</inkml:trace>
  <inkml:trace contextRef="#ctx0" brushRef="#br0" timeOffset="148212.2177">13116 15687 0,'0'0'0,"0"0"0,0 0 0,-1-6 0,1 6 0,-3-10 16,-3-5-16,6 15 0,0-18 15,6-7-15,3 0 16,4 4-16,7 1 16,-20 20-16,21-21 15,6 4 1,10 4-16,0 3 0,-3 8 15,0 7-15,0 10 16,-8 5-16,-4 5 16,-1 9-16,-8-2 15,-6 9-15,-9 1 0,-6 1 16,-8-5 0,-2-5-16,-4-6 0,-4-2 15,-2-6-15,2-4 16,26-15-16,-25 10 15,0-3-15,25-7 16,-22 2-16,22-2 16,-20 2-16,20-2 15,-17-1-15,6-6 16,11 7-16,-1-13 16,10 2-16,10-2 15,6 5-15,6 1 16,1 7-16,0 4 15,3 9-15,-1 2 16,-1 2 0,-1 8-16,-3 1 0,-2 5 15,-7 3-15,0 4 16,-13 2-16,-7 4 0,-7 3 16,-6 0-1,-1 0-15,-8-5 0,-3-6 16,-1-9-1,-3-4-15,-4-5 0,0-9 16,-1-2-16,3-6 16,-2-6-16,0-5 15,-2-6-15,-1-2 16,3-7-16,7-4 16,-1-6-16,10-4 15,17 39 1,-10-39-16</inkml:trace>
  <inkml:trace contextRef="#ctx0" brushRef="#br0" timeOffset="148966.1616">14414 15609 0,'0'0'0,"0"0"0,0 0 0,0 0 0,0 0 0,0 0 0,1-1 16,-8-5-16,-11-1 15,-10-4-15,-5-1 16,-3-1 0,-3 0-16,-1 3 0,4 3 15,-4 6 1,40 1-16,-38 5 0,3 5 16,0 15-16,4 7 15,11 6-15,0 3 16,5 4-16,13 0 15,1-3-15,3-1 16,0-5-16,4-5 16,-6-31-16,4 26 0,-4-26 15,4 24 1,-4-24-16,5 18 16,-5-18-16,2 14 15,-2-14-15,2 8 16,1-6-16,5-10 0,-8 8 15,8-15-15,10-1 16,8-2-16,5 3 16,6 6-16,3 6 15,0 7-15,1 9 16,3 8-16,-4 8 16,-6 5-16,-7 7 15,-4 3-15,-8 2 16,-5 3-16,-10-2 15,-7-1-15,-9-5 16,-11-4-16,-2-5 16,-6-6-16,-7-9 0,-1-2 15,-3-7-15,-5-6 16,5-3-16,1-7 16,2-6-16,2-8 15,4-7-15,8-8 16,7-4-16</inkml:trace>
  <inkml:trace contextRef="#ctx0" brushRef="#br0" timeOffset="149770.2431">15390 16066 0,'0'0'0,"0"0"0,1 3 0,5 13 0,3 7 15,2 6 1,-3 9-16,-4-1 16,-3 1-16,-3-2 15,2-36-15,-5 33 16,5-33-16,-4 27 15,4-27-15,-5 20 16,5-20-16,-4 13 0,4-6 16,0-12-16,2-6 15,5-8-15,2-5 16,3-4-16,1-3 16,3 0-16,-16 31 15,15-30-15,-15 30 0,19-25 16,-19 25-16,18-17 15,2 14-15,-2 14 16,0 11-16,-4 5 16,0 3-16,-14-30 15,8 31-15,-8-31 16,9 29-16,-9-29 16,6 25-16,-6-25 15,1 18-15,-1-18 16,-1 11-1,1-8-15,3-12 16,0-8-16,7-4 16,2-3-16,3 0 15,-1 2-15,6 4 0,-20 18 16,19-16-16,2 5 16,-21 11-16,22-5 15,-1 13-15,-1 8 16,-5 8-16,-15-24 0,8 24 15,-8-24-15,2 26 16,-2-26-16,1 24 16,-1-24-16</inkml:trace>
  <inkml:trace contextRef="#ctx0" brushRef="#br0" timeOffset="150181.1927">16256 16255 0,'0'0'0,"0"0"0,0 0 0,-2-1 0,-1-6 15,3 7-15,-10-13 0,-5 1 16,-3 2-16,-7 8 15,-7 5-15,7 4 16,-4 10 0,6 1-16,2 2 0,13 1 15,6 3-15,8 2 16,5-2-16,9-6 16,2 3-16,9-4 15,-1-6-15,1-3 16,-31-8-16,32 3 15,-3-6-15,-4-8 0,-4-3 16,-8-6-16,-4-5 31,-9-6-31,-7-3 0,-9-3 0,-9-1 16,-3 7-16</inkml:trace>
  <inkml:trace contextRef="#ctx0" brushRef="#br0" timeOffset="150454.8085">16514 15764 0,'0'0'0,"-2"11"0,0 10 16,-7 14-16,-1 13 0,1 12 15,-3 8-15,1 4 16,0 1-16,-5 2 16,0-1-16,0-1 15,0 1-15,1-6 16</inkml:trace>
  <inkml:trace contextRef="#ctx0" brushRef="#br0" timeOffset="172587.474">2644 6203 0,'0'0'0,"0"0"0,0 0 0,1 1 0,3 4 16,5 7-16,-2 8 0,1 5 15,-6 12-15,0 6 16,-2 11-16,-4 16 16,0 10-16,2 10 15,-2 8 1,1 2-16,-2 5 0,-1-1 16,-1 4-1,-1-4-15,-2 3 0,-1-5 16,-3 1-16,3-4 15,2-12-15,-2-6 16,6-4-16,2-6 16,-2-6-16,-1-1 0,1-3 15,1-1 1,0-6-16,4 1 0,-1-5 16,1-6-16,-1-3 15,0-4-15,-1-5 16,2-3-16,0-29 15,4 24 1,-2-2-16,-2-22 0,1 22 16,4-3-16,-5-19 15,6 22-15,-6-22 16,6 17-16,-6-17 16,6 15-16,-6-15 15,6 10-15,-6-10 16,3 6-16,-3-6 15,1 3-15,-1-3 16,3 2-16,-3-2 16,2 0-16,-2 0 0,0 0 15,1 1-15,-1-1 16,6-3-16,5 4 16,7 0-16,2-2 15,-20 1-15,23 1 16,1 1-16,13-2 15,4 2-15,2 1 16,13-1 0,0-2-16,8 2 15,3 1-15,8-1 16,-1-1-16,4 2 16,4-1-16,3 0 0,7 0 15,5-3-15,0 2 0,7-1 16,0 0-1,4 2-15,3 0 0,-4 2 16,5-2-16,5 1 16,-2 3-16,-1-1 15,-1 2-15,0 0 16,1-3-16,0-1 16,4 0-16,0-4 15,2-1-15,-3 1 16,4 2-16,0-2 15,-2 1 1,-1 0-16,-1 4 0,0-1 16,-3 3-1,-1-3-15,-5 2 0,2-1 0,4-3 16,-4 1-16,4-1 16,0-2-16,3 1 15,-1-2 1,-1 1-16,-3 0 0,4 1 31,-3-2-31,-2 2 16,-7-3-16,8 0 0,-3-2 15,2 3-15,4-7 16,3 5-16,-5-5 16,5 2-16,-2-1 15,0 2-15,-3 2 16,4 0-16,-4 1 15,1-2-15,0 3 16,0-1-16,-3 2 16,1 2-16,0-5 15,3 2-15,1-1 0,-1-1 16,2 2-16,3-2 16,-1 1-16,-1-1 15,2 3-15,2-2 16,0 0-16,2 2 15,-1 2-15,-2 1 16,-1-4-16,0 7 16,-1-4-16,2-2 15,2 1-15,8 5 16,-7-4-16,1 1 16,7 3-16,-3-3 15,3-2-15,-1 5 0,-1-1 16,-3 2-16,5 1 15,4-1 1,-1-2-16,1-2 16,1 2-16,1-1 15,2 2-15,2-1 16,-2-3-16,4-2 0,0-1 16,4 1-16,-3 1 15,2 0-15,-1-3 16,2 5-16,-1 0 15,7-4-15,-7 3 16,1-2-16,3-1 16,-7-4-16,0 1 15,5 4-15,4-6 16,-1 1-16,-3-1 0,1-2 16,3-1-16,-3 1 15,-2 3-15,2-3 16,0-4-16,-3 0 15,7 2-15,-2-2 16,5 2-16,3 3 16,0-6-16,3-1 15,-1 1 1,-1 2-16,-1-4 16,-4 8-16,2-5 0,5 5 15,-5-5 1,0 4-16,7-1 0,6 0 15,-2 6-15,-2-2 16,2 2-16,-5 6 16,0-5-16,-5 3 0,2 4 15,1 2-15,0 0 16,-4 3-16,-1-4 16,-4 4-16,-1 0 15,-8 3-15,2-4 16,-2 2-16,-4-3 15,-2 5 1,-2-2-16,1 2 0,-1-4 16,-8 2-16,-5-1 0,-11 0 15,-14 1-15,-12-4 16,-11 0-16,-10-3 16,-65-3-16,50 6 31,-50-6-31,38-1 0</inkml:trace>
  <inkml:trace contextRef="#ctx0" brushRef="#br0" timeOffset="174566.1459">2655 6297 0,'0'0'0,"7"-1"0,11-6 0,9-3 0,14-1 0,7 2 16,8-1-16,4 2 15,7 1-15,4 2 16,5 4-16,10 2 16,3 1-16,5 2 0,2 0 15,6-1 1,4-2-1,4-1-15,7-1 16,3 0-16,5-6 16,4 5-16,9-2 15,3-1-15,4-2 0,2-3 16,5-3 0,7 4-16,3 2 15,3-2-15,4-5 0,4 6 16,2-2-1,5 1-15,5-7 16,-1 3-16,6 1 0,1 0 16,0 1-16,5 2 15,-1-1-15,0 3 16,2-2-16,4 5 16,-2-5-16,6 3 15,-4-3-15,5 4 16,-3 3-16,-1-4 15,-5 7-15,-1-7 0,0 2 16,1 0-16,3-3 16,-4 3-16,3-4 15,0 2-15,4 0 16,-7 1-16,4-2 16,-2 0-16,-4 3 15,-1 2-15,-2 0 16,-1 2-16,-2 1 15,0-1-15,-5 1 16,8 4-16,-7-3 16,5 0-16,1 0 15,-7 0-15,7 4 16,-3-4-16,6 2 16,-5 0-16,6 0 15,-4-1-15,4 0 16,-4 3-16,0-6 15,2-2-15,2 1 16,2 0-16,9-2 0,-1 0 16,3-1-16,-1-3 15,-4 3-15,4 0 16,-2 1-16,1-3 16,-4-1-1,2 3-15,0-6 16,-2 4-16,7-3 0,-7-1 15,2-1-15,-3-1 16,5 0-16,-3 0 16,3 2-16,-5 4 15,-1-2-15,-10 2 16,-2-2-16,-10 2 16,-3-2-16,0 5 15,-6-4-15,1 2 16,3 1-16,-1-1 0,3 2 15,-3-1-15,-2-1 16,-9 5-16,-3 3 16,-4 0-1,-2-1-15,-5 1 0,-5-2 16,-7-1-16,2-2 16,-6-1-16,-7-3 15,-3 0-15,-5-2 16,-3 3-16,-4-4 15,0 2-15,-6 1 16,-3 1-16,-7-2 16,-9 1-16,-9 0 15,-14 0-15,-60 6 16,48-6 0,-11 0-16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8:55:41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7321 5579 0,'0'0'0,"0"0"0,0 0 0,-1-1 15,1 1-15,1-5 16,-1 5-16,1-6 16,-1 6-16,2-5 15,-2 5-15,5-6 16,-5 6-16,9-8 15,-9 8-15,11-6 16,-11 6-16,14-5 16,6-3-1,1 1-15,5-2 16,-3-1-16,3 0 0,-1 1 16,3 0-16,0 1 15,3 1 1,2-3-16,4-2 15,-1 2-15,6-3 16,-3 2-16,3-1 16,-5 1-16,8-4 0,-3 0 15,4-2 1,-4 3-16,1-3 0,4 3 16,2-1-16,2 0 15,-2-2-15,3 0 16,-1 0-16,0 1 0,-2-4 15,3 3-15,-2 0 16,2-1 0,-1 0-16,0-2 0,-1 3 15,0-2-15,-3 2 0,2 0 16,-2 1-16,2-3 16,-1 2-16,2-2 15,2 1-15,-1 3 16,-3-2-16,3-1 15,0 4-15,-6-2 16,3 2 0,-3-3-16,-4 3 15,1-2-15,0 2 16,-7 3-16,0 2 16,-5-1-16,-1 0 15,-3-2-15,-26 12 16,30-9-16,-2-2 15,-28 11-15,29-8 0,-29 8 16,24-10 0,-24 10-16,18-7 15,-18 7-15,18-5 0,-18 5 16,10-3 0,-10 3-16,7-2 0,-7 2 15,0-1 1,-4 6-16,-5 6 15,-3 3-15</inkml:trace>
  <inkml:trace contextRef="#ctx0" brushRef="#br0" timeOffset="3824.1055">10491 5393 0,'0'0'0,"0"0"0,5-5 0,8-10 15,8-4-15,4-4 31,3 2-31,2-2 16,1-2-16,3-1 0,2 2 16,5-6-16,4 5 15,0-1-15,-1-5 16,4 4-16,-2 0 0,0-2 16,3-4-16,2 4 15,-3 1-15,1-2 16,0 0-16,-3-1 0,1 2 15,3 2-15,-3 2 16,-5 3-16,-4 2 16,0-1-16,-38 21 15,37-22-15,-3 4 16,-34 18-16,33-18 16,-2 0-1,-31 18-15,28-15 16,-28 15-16,23-12 15,-23 12-15,16-11 16,-16 11-16,14-8 16,-14 8-16,10-7 15,-10 7-15,3-2 16,-1 5-16,-2-3 0,-2 11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0T09:08:50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3788 9142 0,'0'0'0,"0"0"0,-2 1 0,2 13 16,0 8-16,3 7 15,-7 11-15,4 5 16,0 9-16,0 7 15,-2 7-15,2 6 0,-4 8 16,1-2-16,0 1 16,0-4-16,1-8 15,3-5-15,-1-10 16,0-54-16,1 47 16,-1-47-1,2 38-15,-2-38 16,1 28-16,0-23 15,-1-23-15,-1-17 16</inkml:trace>
  <inkml:trace contextRef="#ctx0" brushRef="#br0" timeOffset="466.6391">3819 9197 0,'0'0'0,"0"0"0,2-2 16,6 7-16,10 3 16,7 9-16,8 11 15,8 10-15,2 10 0,6 9 16,2 5-16,-2 5 15,-1 5-15,-1 0 16,-6-6-16,-4-4 16,-2-5-16,1-10 15,-6-5-15,-3-7 16,0-8-16,-27-27 0,23 19 16,-23-19-1,19 13-15,-19-13 0,15 4 16,-3-12-16,-5-19 15,-3-11-15,-5-15 16,0-8-16,4-11 0,-3-6 16,3-11-16,3 2 15,-4-1-15,4 8 16,2 3-16,-3 11 31,-1 10-31,3 11 0,-7 45 16,5-38-16,-5 38 15,5-25-15,-3 22 16</inkml:trace>
  <inkml:trace contextRef="#ctx0" brushRef="#br0" timeOffset="1032.0989">5216 9719 0,'0'0'0,"0"-6"0,1-6 0,-2-7 15,-8-2-15,-4-2 16,-6 2-16,0 4 0,-8 9 16,-3 8-16,-4 7 15,-5 18-15,-4 12 16,2 10-16,7 9 16,6-1-16,10-3 15,16-4-15,9-5 16,9-12-1,6-7-15,4-5 16,2-7-16,0-6 16,0-6-16,-28 0 15,28-2-15,0-9 16,2-13-16,-2-4 0,-5-5 16,-3 0-16,-5 0 15,-15 33-15,10-28 16,-10 28-16,4-22 0,-4 22 15,0-15-15,-3 14 16,-1 18-16,-1 13 16,1 8-16,10 2 15,7-1-15,12-3 16,10-4-16,7-5 0,3-6 16</inkml:trace>
  <inkml:trace contextRef="#ctx0" brushRef="#br0" timeOffset="1586.051">5604 10069 0,'0'0'0,"0"0"0,1-5 16,4-9-16,8-7 0,6 0 16,2 0-16,7 3 15,1 15-15,0 6 16,-1 14-16,-3 5 16,-6 7-16,-2 5 15,-6 4-15,-8 1 16,-6 2-1,-6-4-15,-7-2 16,16-35-16,-17 32 16,-4-6-16,21-26 15,-28 24-15,28-24 16,-25 18-16,25-18 16,-20 8-16,3-6 15,17-2-15,-6-9 0,12-3 16,14 3-16,4 6 15,5 7-15,4 8 16,0 10-16,-6 2 16,-6 3-16,-1 8 15,-10 2-15,-6 2 0,-9 1 16,-6-3-16,-13-2 16,-6-5-16,-8 0 15,-3-5-15,-5-5 0,-3-6 16,-4-7-16,1-6 31,-4-9-31,3-5 16,5-11-16,5-15 15,9-7-15</inkml:trace>
  <inkml:trace contextRef="#ctx0" brushRef="#br0" timeOffset="1987.0135">6446 9175 0,'0'0'0,"0"0"0,3 4 16,4 13-16,1 13 15,-4 15-15,3 15 16,-5 13-16,-2 12 16,-6 5-16,3 3 15,-5 5-15,3-6 0,-3-15 16,1-17-16,3-13 15,2-12 1,2-35-16,-1 29 16,1-29-16,0 22 0,-2-11 15,1-19-15</inkml:trace>
  <inkml:trace contextRef="#ctx0" brushRef="#br0" timeOffset="2334.8279">6367 9083 0,'0'0'0,"7"-7"0,15-7 0,13 3 15,18 2-15,13 8 16,3 12-16,2 14 15,0 9-15,-7 8 16,-12 8-16,-12 7 0,-19 2 16,-17-1-16,-16-6 15,-7-2-15,-7-10 16,-5-8-16,-5 0 16,-8-2-16,-7-6 15,-4-2-15,-6-8 16,3-6-1,6-11-15,5-10 16,9-8-16,16-9 16</inkml:trace>
  <inkml:trace contextRef="#ctx0" brushRef="#br0" timeOffset="2901.0638">7726 9209 0,'0'0'0,"0"0"0,-2-9 0,-8-8 15,-9-2-15,-9-2 0,-6 6 16,-9 7-16,-8 14 16,-4 10-16,-10 16 15,1 12-15,-1 19 0,4 14 16,10 16-16,13 12 16,25 6-16,10-7 15,14-13-15,16-13 16,10-16-16,5-11 15,5-14 1,2-8-16,1-8 0,3-10 0,1-8 16,-4-10-16,3-13 15,2-7-15,-7-12 16,-1-8-16,-10-8 16,-7-9-16,-8-6 15,-14-4-15,-9-5 16,-12 1-1,-9 6-15,-7 7 16,-7 7-16,-5 8 16,-3 8-16,-1 7 15,-3 11-15,48 24 16,-44-19 0,7 15-16</inkml:trace>
  <inkml:trace contextRef="#ctx0" brushRef="#br0" timeOffset="3552.7667">8060 10125 0,'0'0'0,"0"0"0,-5 11 0,-13 20 16,-11 9-16,-10 4 15,-5 6-15,-5-2 0,-1-4 32,6-6-32,44-38 0,-41 30 15,41-30-15,-26 25 16,14-6-1,22-9-15,16-6 0,10-4 16,10-6-16,9 0 0,-2 2 16,-2-1-1,1 2-15,-9 1 16,-43 2-16,39-2 16,-5-3-16,-34 5 15,28-4-15,-28 4 16,20-6-16,-6-8 0,-8-6 15,-5-3 1,-2-4-16,-1-2 0,2 29 16,-2-25-16,2 25 15,-3-23-15,3 23 16,-3-15-16,0 13 16,0 21-16,-4 16 0,4 15 15,-2 9-15,-4 12 16,3 2-16,2 4 15,0-4 1,-2 4-16,3-6 16,-4-9-16,0 0 0,-1-10 15,2-4 1,1-8-16,5-40 16,-2 32-16,2-32 15,-1 24-15,1-10 16,8-23-16,4-21 15</inkml:trace>
  <inkml:trace contextRef="#ctx0" brushRef="#br0" timeOffset="4356.7028">9188 9544 0,'0'0'0,"0"0"0,0 0 0,1 1 15,4 3-15,10 6 0,13-1 16,9 1-16,11-3 15,8 1-15,8-7 16,11 0-16,8-2 16,14-3-16,6-3 15,3 2-15,12-3 0,3-1 32,2 5-32,4 0 15,-4 4-15,-1-3 0,4 2 16,-6-1-1,1 1-15,4-1 0,-7-4 16,-7 2-16,-3 1 16,-4 0-16,-11-3 15,-4 3-15,-9 1 0,-10-5 16,-9 2-16,-12-3 0,-7 0 16,-42 8 15,33-7-31,-33 7 0,24-9 15,-24 9-15,16-9 16,-11-6-16,-8-6 16,-5-1-16,-9-5 15,-7-2-15,0 2 16,-8-4-16,-3-5 16,-4-1-16,-6-1 0,-5-3 15,2-2 1,-4-2-16,-2 0 0,8 3 15,-1 4-15,2 5 16,6 7-16,7 4 16,32 22-16,-29-15 0</inkml:trace>
  <inkml:trace contextRef="#ctx0" brushRef="#br0" timeOffset="5057.6034">9260 9841 0,'0'0'0,"0"0"0,4 0 0,11-1 15,9 0-15,3 1 0,10-3 16,5-1-16,6 3 16,12-2-16,4-3 0,14 4 15,12-1 1,3-4-16,10 0 16,15-2-16,4 4 0,8-6 15,8 2-15,6 4 16,5-4-16,5 0 0,1 6 15,0 0-15,-3 0 16,-2 1-16,-7 2 16,-10 1-16,-4 3 31,-14-5-31,-9 3 0,-7 1 16,-18 3-16,-81-6 15,69 1-15</inkml:trace>
  <inkml:trace contextRef="#ctx0" brushRef="#br0" timeOffset="5460.3782">9355 9856 0,'0'0'0,"8"5"0,9 0 0,13 5 16,18 6-16,13 4 16,11 5-16,4 3 0,2 1 15,2 5-15,0 1 16,-4 1-16,-4-5 15,-6 0-15,0-5 32,-4 1-32,-5-1 15</inkml:trace>
  <inkml:trace contextRef="#ctx0" brushRef="#br0" timeOffset="18619.8501">13286 9261 0,'0'0'0,"0"0"0,-3-3 0,3 3 0,-3-10 16,3-5-16,0 15 15,4-20-15,2 1 16,8-2-16,6 2 31,2 3-31,7 3 16,-1 3-16,5 2 0,3 8 16,0 4-16,1 4 15,2 4-15,-8 6 16,-2 4-16,-2 6 15,-7 4-15,-6 2 16,-8 7-16,-5 0 0,-9-2 16,-7-1-16,-2-1 31,-5-4-31,-2-5 0,-2-4 16,1-2-16,1-6 0,24-16 15,-22 14 1,22-14-16,-18 11 15,4-3-15,14-8 16,-7-2-16,9-5 16,8-3-16,9 2 15,7 2-15,1 3 16,4 8-16,6 6 0,1 5 16,-4 5-16,3 12 15,-2 3-15,-7 10 16,-7 4-16,-9 10 15,-9-1-15,-12 6 16,-7-2-16,-9-3 0,-8-6 31,-4 0-31,-4-11 16,-5-7-16,-3-6 16,-6-9-16,-1-8 15,-3-3-15,-2-10 16,-1-6-16,1-8 0,-2-4 0,2-6 15,9-3-15,0-4 0,13 3 16,39 28-16,-36-24 31,13 3-31,12-1 16</inkml:trace>
  <inkml:trace contextRef="#ctx0" brushRef="#br0" timeOffset="19201.13">14548 9210 0,'0'0'0,"0"0"0,1 0 16,1 5 0,2 10-16,5 7 0,-5 11 15,8 9-15,-5 13 16,-2 10-16,-4 12 15,-2 13-15,-2 2 16,3-1-16,0-5 16,0-11-16,4-8 15,-5-7-15,1-8 0,1-6 16,-2-1-16,1-45 16,-2 34-1,2-34-15,-3 28 0,1-15 16,1-29-16,2-22 15,-1-16-15</inkml:trace>
  <inkml:trace contextRef="#ctx0" brushRef="#br0" timeOffset="19692.3625">14612 9214 0,'0'0'0,"0"0"0,5 4 15,7 9-15,21 20 16,8 15-16,6 13 16,-1 12-16,10 9 15,-9 2-15,2 3 0,-2-8 16,2-7-16,-6-8 15,-5-10-15,-10-12 16,-28-42-16,28 36 16,-7-7-16,-21-29 15,20 25-15,-20-25 0,14 17 32,-3-10-32,-2-14 15,-3-11-15,-4-14 16,-2-9-16,0-10 15,1-3-15,-2-7 16,-4-12-16,1-3 0,-7-6 16,4 0-16,1 5 15,3 6-15,0 5 0,3 8 16,0 58-16,0-46 16,0 46-16,-3-33 15,3 33-15,-2-22 16,4 14-16,4 18 0,4 15 15,1 9-15</inkml:trace>
  <inkml:trace contextRef="#ctx0" brushRef="#br0" timeOffset="20254.5888">15847 10072 0,'0'0'0,"4"-6"0,4-4 0,-8 10 16,10-17-16,-4-1 15,-2-6-15,-5-2 0,-7 0 16,-11-1-16,0 4 15,19 23-15,-27-19 16,-6 11-16,-14 10 31,0 9-31,0 12 0,3 12 16,5 8-16,10 3 16,10 0-16,11-5 15,16-5-15,11-2 16,14-8-16,2-3 15,7-8-15,-1-7 16,-2-7-16,-6-8 16,-3-1-16,-4-7 0,-5-6 15,-2 1-15,-5-7 0,-1 0 32,-13 27-32,7-27 15,-6 4-15,-1 23 0,-3-20 16,3 20-16,-7-12 15,0 10-15,0 13 16,3 7-16,0 7 16,6 3-16,0 0 15,8-1-15,8 0 16,4-4-16,12-9 16,8-10-16,9-11 15</inkml:trace>
  <inkml:trace contextRef="#ctx0" brushRef="#br0" timeOffset="20829.4411">16219 8589 0,'0'0'0,"0"0"0,0 0 15,0-4-15,3 1 16,2 4-16,3 9 15,-3 10-15,1 7 16,-2 11 0,-1 6-16,-2 3 15,1 4-15,0-2 16,-2-3-16,2-3 16,-2-43-16,1 38 15,1-13-15,-2-25 16,2 29-16,-2-29 0,3 19 15,-3-19-15,3 16 16,2-7-16,-4-8 16</inkml:trace>
  <inkml:trace contextRef="#ctx0" brushRef="#br0" timeOffset="21067.8066">16100 8884 0,'0'0'0,"6"0"0,12-5 16,12 0-1,24-4-15,8 3 0,15 0 16,0 2-16,5 4 15</inkml:trace>
  <inkml:trace contextRef="#ctx0" brushRef="#br0" timeOffset="21758.6328">17589 9322 0,'0'0'0,"0"0"0,0 0 16,3 0-16,0 5 16,-3 14-16,1 8 0,0 11 15,3 16-15,-7 6 16,-2-2-16,0 1 0,-1-7 16,4-3-1,-2-7-15,1-5 0,-1-3 31,3-5-31,1-29 16,-3 25-16,3-25 16,0 22-16,3-12 0,-1-13 15</inkml:trace>
  <inkml:trace contextRef="#ctx0" brushRef="#br0" timeOffset="21958.8904">17400 9600 0,'0'0'0,"13"-3"0,19-2 16,18 0-16,25 1 15,9 2-15,9 0 16,-4 2-16</inkml:trace>
  <inkml:trace contextRef="#ctx0" brushRef="#br0" timeOffset="22462.6616">19150 9031 0,'0'0'0,"0"0"0,1 2 16,1 6-16,-4 8 15,-1 11-15,3 14 0,-2 10 16,-2 9 0,-7 11-16,6 4 0,-3 3 15,2 2-15,1-9 16,2-5-16,4-8 16,-4-8-16,2-9 15,3-2 1,-2-39-16,3 35 15,-3-35-15,2 32 16,2-16-16,0-21 0,-3-12 16</inkml:trace>
  <inkml:trace contextRef="#ctx0" brushRef="#br0" timeOffset="22864.5571">18987 8859 0,'0'0'0,"8"-8"0,9-4 0,15-3 0,23 5 15,12 2-15,5 9 16,2 13-16,4 10 15,-11 9-15,-5 13 16,-18 3-16,-11 6 16,-13 9-16,-12-2 15,-16-7-15,-4-4 16,-8-10-16,-3-7 0,-8-11 16,2-2-16,-6-6 15,-4-1 1,-2-3-16,-5-2 0,-1-5 15,-2-3-15,8-3 0,2-5 32,11-7-32,4-3 15</inkml:trace>
  <inkml:trace contextRef="#ctx0" brushRef="#br0" timeOffset="23430.5243">20401 8924 0,'0'0'0,"0"0"0,-1-7 0,-12-7 16,-9 0-16,-10 5 0,-6 5 31,-11 7-31,-6 12 16,-4 8-16,-5 9 15,-2 10-15,8 11 0,-1 12 16,14 1-16,10 8 15,15 1-15,10-3 16,18-5-16,5-9 0,17-4 16,5-6-16,10-6 15,5-4-15,8-12 16,0-5-16,5-7 0,-4-11 16,1-8-16,-4-6 15,-2-10-15,-6-8 16,-3-5-16,-6-5 15,-6-6-15,-7-5 16,-6-2-16,-6-9 31,-6-1-31,-10-5 16,-7-3-16,-5 0 0,-4 3 16,-9 7-16,1 9 15,-4 6-15,-1 13 16,-3 14-16,-8 14 15,-4 15-15</inkml:trace>
  <inkml:trace contextRef="#ctx0" brushRef="#br0" timeOffset="24131.269">20916 9690 0,'0'0'0,"0"0"0,0 0 16,-6 10-16,-8 2 0,-8 11 15,-9 9 1,-11 6-16,-3 2 0,-2-1 16,-3-4-16,4-4 15,5-4-15,41-27 16,-36 25-16,36-25 0,-26 21 16,26-21-16,-17 18 15,16-2-15,19-3 16,12-3-16,14-3 15,5 0-15,3-4 0,0 3 16,-9-2-16,-7 0 31,-7 0-31,-29-4 0,26-3 0,-26 3 16,21-3-16,-7-2 16,-14 5-16,10-12 15,-1-6 1,-4-9-16,-5 27 15,2-26-15,-2 26 16,2-24-16,-2 24 16,2-18-16,-2 18 15,1-11-15,-2 10 16,0 15-16,0 12 16,-1 13-16,1 10 0,-5 11 15,1 4 1,0 3-16,2 3 15,-1 2 1,2-2-16,-4-4 16,0-6-16,2-11 0,4-49 15,-7 39-15,7-39 16,-3 29-16,3-23 16</inkml:trace>
  <inkml:trace contextRef="#ctx0" brushRef="#br0" timeOffset="24901.3268">21153 8248 0,'0'0'0,"9"-3"0,7-4 15,7 2-15,9 3 16,5 4-16,-3 5 16,2 9-16,0 3 0,-4 8 15,-5 6-15,-11 4 16,-13 5-16,-9-6 15,-7 2-15,-8-6 16,-4-3-16,-2-7 0,-4-6 16,0-3-16,0-3 31,31-10-31,-33 5 16,33-5-16,-30 3 0,30-3 15,-26 1 1,12-7-16,12 0 0,11 1 15,9 4-15,9 7 16,3 10-16,0 2 16,1 8-16,-3 0 0,-6 2 15,-5 2-15,-3 0 16,-12 3-16,-10 2 16,-9-5-16,-7 0 15,-5-6-15,-4-6 16,-1-3-16,-4-5 15,0-5 1,3-2-16,1-4 16,2-4-1,6-4-15,4-9 0,6-7 16,7-3-16,12-9 16</inkml:trace>
  <inkml:trace contextRef="#ctx0" brushRef="#br0" timeOffset="25134.4964">21556 8599 0,'0'0'0,"0"0"0,8-3 0,11-5 16,26 1-16,12 0 16,8 1-16,3 1 0,3 3 31,-5-2-31,-6-3 0</inkml:trace>
  <inkml:trace contextRef="#ctx0" brushRef="#br0" timeOffset="106545.485">4134 11556 0,'0'0'0,"0"0"0,0 0 0,2-2 16,-2 2 0,9-3-16,-9 3 15,10 0-15,0 7 16,-3 9-16,-1 9 15,-3 9-15,-4 10 16,-2 5-16,0 4 0,0 8 16,1 2-16,-2 1 15,3-4-15,1-5 16,1-7-16,0-7 0,1-7 16,-2-34-1,3 29-15,-3-29 0,1 24 16,2-10-16,-4-16 15</inkml:trace>
  <inkml:trace contextRef="#ctx0" brushRef="#br0" timeOffset="106867.7501">4178 11402 0,'0'0'0,"-4"9"0,-5 5 16,-7 13-16,-17 14 15,-9 5-15,-10 5 0,-5-1 16,0-1-16,2 1 15,0-4-15</inkml:trace>
  <inkml:trace contextRef="#ctx0" brushRef="#br0" timeOffset="107068.3812">3740 12451 0,'0'0'0,"15"1"0,18 1 16,21-2-16,15-3 15,18-2-15,9 0 0,1-4 16,1 3-16</inkml:trace>
  <inkml:trace contextRef="#ctx0" brushRef="#br0" timeOffset="108101.723">5127 11998 0,'0'0'0,"0"0"0,2 2 0,6 10 16,3 6-16,2 9 15,-1 8 1,3 6-16,-6 1 0,-5-3 16,2-5-16,-6-34 31,1 31-31,-1-31 0,-1 24 16,1-24-16,-3 17 15,3-17-15,0 10 16,-4-10-16,3-12 15,0-7-15,3-8 16,2-5-16,5-1 16,0-1-16,4 7 15,6 6-15,3 6 0,0 8 16,4 10-16,-2 6 16,-2 5-16,-22-14 15,19 21-15,0 3 16,-19-24-16,15 31 0,-15-31 31,9 27-31,-9-27 16,5 21-16,-5-21 15,2 16-15,-1-9 16,3-15-16,3-6 0,6-8 16,0-5-16,2-3 15,-1 2-15,-14 28 16,20-24-16,0 8 15,2 7-15,-4 12 0,0 12 16,-6 4-16,-2 7 16,-1 3-16,-1 1 15,-8-30 1,11 23-16,9-3 0,8-7 16,5-5-16,4-7 15,2-4-15,4-7 0,-5-3 16,1-3-16,-3-4 15,-4-5-15,-8-1 16,-10-4-16,-14 30 16,8-30-16,-10 3 15,-9 3-15,-6 6 16,-9 10 0,-2 10-16,-5 10 15,-2 10-15,6 7 16,3 3-16,11 0 15,9-4-15,12-4 16,10-3-16,9-1 0,4-9 16,8-1-1,4-8-15,-4-6 0,0-7 16,-2-3-16,-8-8 16,-8-2-16,-8-3 0,-8-3 15,-5-1-15,-12 1 16,-6 2-16,-5-2 15,-8 4-15,-4 1 32,3 4-32,34 21 0</inkml:trace>
  <inkml:trace contextRef="#ctx0" brushRef="#br0" timeOffset="108364.7415">6396 11379 0,'0'0'0,"5"10"0,-3 12 16,-5 17-16,3 18 16,-3 9-16,-2 10 15,3 2 1,-3 1-16,4-2 15,0-3-15,1-8 16,1-6-16,-1-7 16,0-7-16,1-2 15,-3-5-15,2-39 16,-2 35-16</inkml:trace>
  <inkml:trace contextRef="#ctx0" brushRef="#br0" timeOffset="108734.5034">6546 12153 0,'0'0'0,"8"0"0,10-2 16,9 0-16,6-3 31,6-1-31,1-3 0,-3-4 15,-1-3 1,-36 16-16,27-20 16,-8-1-16,-11 0 0,-8 21 15,0-20-15,-9 0 16,-15 4-16,-8 7 16,-7 10-16,-6 9 0,-2 11 15,6 10-15,7 7 16,10 7-16,10 2 15,14-2-15,17-3 16,11-10-16,18-6 16,16-8-16,8-12 0</inkml:trace>
  <inkml:trace contextRef="#ctx0" brushRef="#br0" timeOffset="109020.4213">7408 12008 0,'0'0'0,"-6"-1"0,6 1 0,-8-7 15,-6-3-15,-9 2 16,-7 6-16,0 8 0,-5 13 15,3 10 17,4 11-32,6 4 0,10 3 15,11-7-15,12-2 16,16-11-16,10-4 16,11-11-16,7-10 15,2-6-15</inkml:trace>
  <inkml:trace contextRef="#ctx0" brushRef="#br0" timeOffset="109373.2416">7623 12148 0,'0'0'0,"-3"8"0,2 2 16,4 9-16,6 0 15,7-1-15,1-6 0,10 0 16,0-8-16,4-8 16,1-6-16,-4-4 0,-5-4 15,-5-3-15,-18 21 16,12-21-16,-12 21 16,5-19-16,-2 5 31,-5 12-31,-6 15 15,-3 11-15,2 3 16,0 4-16,9-31 16,5 29-16,7-6 15,20-8-15,5-10 16,0-12-16,1-9 0</inkml:trace>
  <inkml:trace contextRef="#ctx0" brushRef="#br0" timeOffset="109667.4134">8142 11442 0,'0'0'0,"5"9"0,-1 9 0,1 17 15,-3 15-15,-3 13 16,-5 6-16,0 3 16,-6 2-16,1-6 0,3-8 15,1-7-15,2-6 16,0-11-16,2-4 16,4-7-16,7-5 15,1-11-15</inkml:trace>
  <inkml:trace contextRef="#ctx0" brushRef="#br0" timeOffset="110025.4792">8394 12005 0,'0'0'0,"0"0"0,7 3 0,9 0 15,12-2-15,-3-2 16,4-2-16,-2-5 16,-5-3-16,-5-3 0,-17 14 15,12-18-15,-6-4 16,-6-1-16,-7 2 16,-5 3-16,-7 5 15,-4 5-15,-4 11 16,-9 7-16,-1 10 0,-1 11 31,1 11-31,6 1 16,17 2-16,8-4 15,14-2-15,15-6 16,13-6-16,16-7 16,11-10-16,12-7 0</inkml:trace>
  <inkml:trace contextRef="#ctx0" brushRef="#br0" timeOffset="110367.8208">9597 11337 0,'0'0'0,"0"0"0,1 2 0,4 17 16,-1 10-16,4 16 16,-3 10-16,1 15 15,-4 6 1,1 3-16,-3-1 15,-1-6-15,1-6 16,-2-12-16,-1-7 16,-2-7-16,5-40 15,-2 37-15,2-37 16,-5 30-16</inkml:trace>
  <inkml:trace contextRef="#ctx0" brushRef="#br0" timeOffset="110790.8963">9575 11328 0,'0'0'0,"0"0"0,3 2 0,12 5 16,10 9-16,7 11 15,10 13-15,2 13 16,6 7-16,-1 5 0,-3 4 16,0-6-16,-4-6 15,-5-9-15,-4-7 16,-33-41-16,29 34 0,-4-5 16,-25-29-16,23 22 15,-23-22-15,13 14 16,-2-13-16,-7-14 15,-6-13-15,-3-13 16,0-12 0,-2-7-16,-4-6 15,5-6-15,0 3 0,4 1 16,-2 6-16,3 6 16,1 9-16,0 45 0,1-37 15,-1 37 1,-2-25-16</inkml:trace>
  <inkml:trace contextRef="#ctx0" brushRef="#br0" timeOffset="111291.8206">10617 11820 0,'0'0'0,"-1"-5"15,-1-9 1,-4-6-16,-7-3 16,0-3-16,-7 6 15,-7 5-15,-7 10 0,-5 11 16,-3 11-1,0 12-15,4 6 0,9 6 16,7 0-16,12-2 16,9-4-16,10-5 15,5-4-15,2-5 16,10-7-16,2-3 0,-28-11 16,33 2-16,1-6 15,2-6-15,-11-4 16,-5-3-16,-10-2 15,-10 19 1,6-20-16,-6 20 16,-2-16-16,2 16 15,-5-13-15,0 14 16,-6 21-16,4 5 16,8 8-16,6 2 15,15-3-15,9-6 16,7-5-16</inkml:trace>
  <inkml:trace contextRef="#ctx0" brushRef="#br0" timeOffset="111793.0307">10735 12073 0,'0'0'0,"0"0"0,1-1 0,-1 1 16,7-4-16,11-2 15,10 2 1,-28 4-16,32-1 16,-1 6-16,-5 9 15,-14 10-15,-6 4 16,-7 4-16,-8-2 15,-9-3-15,2-5 16,16-22-16,-22 18 0,0-1 16,22-17-16,-25 10 15,25-10-15,-17 7 16,4-4-16,17-7 16,8-2-16,8 1 15,7 4 1,1 5-16,-1 7 15,-3 4-15,-6 9 16,-3 0-16,-7 3 16,-4 3-16,-11-1 15,-6 1-15,-7-2 0,-14-4 0,-7-3 16,-7-5-16,-1-6 31,-5-7-31,3-5 0,9-9 16,4-9-16,5-13 0,13-7 15</inkml:trace>
  <inkml:trace contextRef="#ctx0" brushRef="#br0" timeOffset="112124.9061">11194 11337 0,'0'0'0,"0"0"0,1 6 16,0 16-16,2 16 15,2 12-15,2 11 16,2 12-16,-6 5 15,1 0-15,-3-3 16,-2-7-16,1-11 0,1-9 16,-1-9-16,0-7 15,3-8-15,-3-24 16,0 22-16,-3-7 16</inkml:trace>
  <inkml:trace contextRef="#ctx0" brushRef="#br0" timeOffset="112460.7394">11152 11255 0,'0'0'0,"11"-5"0,6-3 0,14 3 31,20 6-31,4 9 16,8 9-16,-4 9 15,-3 7-15,-12 3 0,-12 1 16,-15-1-16,-12-2 16,-16-3-16,-10-7 15,-8-8-15,-7-1 16,-6-7-16,-2-2 15,1-5-15,43-3 16,-46 3-16,5-7 16,6-7-16,17-5 15</inkml:trace>
  <inkml:trace contextRef="#ctx0" brushRef="#br0" timeOffset="112926.4934">12127 11373 0,'0'0'0,"0"0"0,-7-6 16,-15-6-1,-8 3-15,-7 5 0,-7 6 16,-6 12-1,-3 10-15,0 16 16,0 7-16,11 14 16,7 1-16,17-1 15,7-2-15,19 0 0,3-11 16,13-1-16,8-4 16,3-6-16,6-8 15,-3-7-15,5-11 16,-8-8-16,2-7 15,-4-12-15,-1-4 16,-2-13-16,-4-7 0,-2-8 16,-6-6-16,-6-12 31,-6 1-31,-7-1 16,-7-1-16,-8 6 0,-1 7 15,-5 3-15,-1 10 16,-5 12-16,28 29 15,-29-16-15,1 16 16</inkml:trace>
  <inkml:trace contextRef="#ctx0" brushRef="#br0" timeOffset="113521.0286">12428 12006 0,'0'0'0,"-8"2"0,-5 8 0,-5 3 31,-9 4-31,-5 3 16,-2 1-16,2-2 0,3-4 15,29-15-15,-26 13 16,26-13-16,-19 10 16,12-4-16,7-6 15,7 7-15,10-2 0,13-2 16,2-1-16,-32-2 16,35 0-16,-6-4 15,-29 4-15,28-8 16,-6-4-16,-22 12 15,19-16-15,-9-3 16,-3-2-16,-7 21 16,4-24-16,-4 24 0,2-22 15,-2 22-15,1-17 16,1 7-16,1 16 31,-1 9-31,1 11 0,1 12 16,-3 1-16,3 2 15,-2 1-15,0 4 16,-2 4-16,0 0 16,-2-1-16,-2-2 15,0-4-15,-3-1 16,3-5 0,1-1-16,-2-5 0,5-31 15,-6 30-15</inkml:trace>
  <inkml:trace contextRef="#ctx0" brushRef="#br0" timeOffset="114329.6005">13311 11782 0,'0'0'0,"0"0"0,2 1 0,6 8 16,9 0-16,12 4 15,15-3-15,13 1 16,16-3-16,15-3 0,18-6 16,12-3-16,12 0 15,9-4-15,7 2 16,0 0-16,1 3 16,-5 2-16,-13 2 15,-13-1-15,-14 6 16,-19 0-16,-83-6 0,67 7 15,-67-7-15,49 4 16,-49-4-16</inkml:trace>
  <inkml:trace contextRef="#ctx0" brushRef="#br0" timeOffset="115299.665">17172 11188 0,'0'0'0,"0"0"0,-1-3 16,1 3-16,-3-11 0,3 11 16,-6-14-16,2-5 15,8-6 1,5 1-16,4 4 0,13 2 15,5 6-15,9 7 16,0 5-16,3 9 16,-2 9-16,1 9 15,-5 4 1,-6 7-16,-5 3 16,-10 3-16,-9 1 15,-13-4-15,-9-3 16,-8-4-16,-4-10 0,-1-5 15,-5-3 1,-1-6-16,2-4 0,3-4 16,29-2-16,-26-3 15,26 3-15,-20-7 16,9-2 0,15-6-16,8 1 15,14 3-15,12 3 16,5 6-16,5 9 0,4 6 15,-3 6-15,-2 6 16,-7 8-16,-4 10 16,-11 4-16,-8 5 15,-12 4-15,-8-1 16,-10-1-16,-7-3 16,-4-5-16,-6-6 15,-4-4-15,-3-5 16,-7-6-16,-3-3 15,-5-8-15,-1-5 16,-6-6-16,0-6 0,0-5 16,2-7-16,-2-4 15,5-6-15,9-3 16,1-2-16,9-1 16,11 1-1,11 1-15,9 4 0</inkml:trace>
  <inkml:trace contextRef="#ctx0" brushRef="#br0" timeOffset="116333.1895">18755 11225 0,'0'0'0,"0"0"0,0 3 0,-2 8 16,1 17-16,0 8 15,1 12-15,-3 13 16,-2 9-16,1 7 16,-2-3-16,2 0 0,-1-8 15,1-8-15,4-58 16,-1 44-16,1-44 16,-1 39-16,2-12 15,4-20-15,-1-14 16,4-12-16</inkml:trace>
  <inkml:trace contextRef="#ctx0" brushRef="#br0" timeOffset="116702.5802">18711 11259 0,'0'0'0,"0"0"0,7 6 0,16 15 16,11 13-16,7 14 16,7 9-16,6 7 15,-4-5-15,-2-3 16,-4 0-16,-3-7 16,-10-8-16,-1-2 0,-30-39 15,23 31 1,-23-31-16,19 24 0,-19-24 31,17 17-31,-17-17 16,11 11-16,-4-13 0,-5-18 15,-2-12 1,-2-11-16,-6-7 0,-3-2 16,3-3-16,-1-1 15,-3 1-15,4 2 16,8 53-16,-11-46 15,11 46-15,-10-30 16,6 16-16</inkml:trace>
  <inkml:trace contextRef="#ctx0" brushRef="#br0" timeOffset="117134.6126">19641 11722 0,'0'0'0,"0"-7"0,-5-5 16,-5-2-16,-5 1 15,-3 2-15,-12 6 0,-9 9 16,-4 8-16,-4 12 0,5 4 15,42-28-15,-36 32 16,13 0-16,11-5 31,14-6-31,11-6 16,6-7-16,6-3 0,4-4 16,-2-1-16,-27 0 0,30-6 0,-5-4 15,-25 10-15,21-16 16,-21 16-16,14-16 31,-14 16-31,11-12 16,-8 7-16,-1 9 0,0 9 15,3 3-15,6 5 16,7 0-16,12-5 16,7-5-16</inkml:trace>
  <inkml:trace contextRef="#ctx0" brushRef="#br0" timeOffset="117468.3112">19922 10980 0,'0'0'0,"0"0"0,1 0 0,-1 8 16,5 7-16,-1 5 16,2 12-16,-2 8 15,-3 2-15,1 6 16,-6-3-16,4-45 0,-3 38 15,1-5-15,4-3 16,-2-30-16,3 26 0,-3-26 16,6 20-16</inkml:trace>
  <inkml:trace contextRef="#ctx0" brushRef="#br0" timeOffset="117663.1625">19790 11234 0,'0'0'0,"0"0"0,6-2 0,13 1 16,12-4-1,11-1-15,15 4 16,2 2-16,7-2 15</inkml:trace>
  <inkml:trace contextRef="#ctx0" brushRef="#br0" timeOffset="118005.4373">20679 11487 0,'0'0'0,"0"0"0,1 9 0,2 15 31,-1 7-31,0 4 0,-1 6 16,0-3-16,-1-3 0,0-4 15,0-31-15,2 29 16,-2-29-16,1 21 16</inkml:trace>
  <inkml:trace contextRef="#ctx0" brushRef="#br0" timeOffset="118183.8684">20637 11259 0,'0'0'0,"0"0"0,0 0 0,0-1 15,0 3-15</inkml:trace>
  <inkml:trace contextRef="#ctx0" brushRef="#br0" timeOffset="118599.9591">21108 11553 0,'0'0'0,"0"0"0,0-6 16,-5-5-16,-5-2 16,-4 4-16,-6 0 15,-4 9-15,-4 10 16,-2 5-16,0 9 0,4 4 15,26-28 1,-19 28-16,11 2 16,16 3-16,9-7 15,9-3-15,5-8 0,3-1 16,-2-8-16,-2-5 16,-5-4-16,-1-5 15,-7-6-15,-10-5 16,-6-5-16,-3-5 15,-7-2-15,-8-2 0,-5 2 16,-5 6 0,0 3-1,27 22-15</inkml:trace>
  <inkml:trace contextRef="#ctx0" brushRef="#br0" timeOffset="119334.9852">21367 11570 0,'0'0'0,"4"8"0,1 7 16,3 7-16,1 3 15,-3 0-15,-6-25 0,3 24 0,-3-24 31,2 18-31,-2-18 16,-1 14-16,1-14 0,-1 4 16,0-4-16,1 0 0,1-13 15,4-3 1,4-8 0,5 0-16,5 1 0,1 6 15,1 5-15,1 9 16,0 7-16,-2 6 0,-2 2 15,-3 8 1,0 2-16,-4 2 16,-11-24-16,9 24 15,-9-24-15,7 22 0,-7-22 16,7 19-16,5-3 16,-12-16-1,16 11-15,1-7 16,9-8-16,0-5 0,-2-6 15,-3-2-15,5-4 16,-6-1 0,2-4-16,-5-1 15,-1-2-15,-16 29 16,10-27-16,-10 27 0,5-29 0,-5 29 16,1-24-16,-8 8 15,7 16-15,-12-5 16,-4 9-1,16-4-15,-10 12 16,8 8-16,16 5 16,12 2-16,7-1 15,7 3-15,5 0 16,-6 1-16,-5-3 16,-34-27-16,27 28 15,-10-5-15,-17-23 16,7 24-16,-9-7 15,-13-3-15,-6-8 16,-13-8-16</inkml:trace>
  <inkml:trace contextRef="#ctx0" brushRef="#br0" timeOffset="120980.039">4127 13066 0,'0'0'0,"0"0"0,0 0 0,2-1 16,-2 1-16,0-1 16,4 8-16,0 11 15,0 10-15,1 9 16,1 12-16,0 5 16,1 8-16,-4 3 15,9 2-15,-3-3 16,-1-9-16,-4-3 0,1-6 31,-5-9-31,0-5 16,-1-6-16,1-26 15,-6 17-15,-5-9 16</inkml:trace>
  <inkml:trace contextRef="#ctx0" brushRef="#br0" timeOffset="121227.877">4165 12922 0,'0'0'0,"0"0"0,-3 6 0,-6 10 16,-8 15-16,-8 6 31,-5 10-31,-6 7 0,-3 1 16,-3 0-16,-2 0 15,-2-3-15</inkml:trace>
  <inkml:trace contextRef="#ctx0" brushRef="#br0" timeOffset="121459.2958">3891 13833 0,'0'0'0,"18"-1"16,22-2-1,21-1-15,18-3 16,9 3-16,5-4 16</inkml:trace>
  <inkml:trace contextRef="#ctx0" brushRef="#br0" timeOffset="122529.4844">4984 13466 0,'0'0'0,"4"7"0,6 11 16,2 12-16,7 8 15,-5 3-15,-7-1 0,-2-4 16,-5-36-16,4 31 15,-4-31-15,-4 25 16,4-25-16,-1 20 16,1-20-16,0 10 15,-1-7-15,1-3 32,-3-10-32,2-8 0,5-11 15,3-3-15,0-3 16,-7 35-16,14-32 15,4 6-15,-18 26 16,21-17-16,2 9 16,-23 8-16,27 6 15,-3 7-15,-4 8 0,-20-21 16,17 24-16,-17-24 0,11 24 16,-11-24-1,7 20-15,-7-20 16,4 13-16,-3-9 15,-1-4-15,5-5 16,2-8-16,5-9 16,3-1-1,1 3-15,-16 20 0,18-18 16,-1 8 0,-17 10-16,17-2 0,-4 12 0,-2 14 31,1 5-31,-2 2 15,-1-1-15,6-6 0,2-3 16,2-7-16,3-3 16,4-6-16,-1-3 15,4-5-15,1-4 0,-3-4 16,0-2-16,-4-2 16,-4-4-16,-4-1 15,-4 1-15,-7-6 16,-1 0-16,-6 0 15,3 25 1,-12-21-16,-8 2 16,-12 12-16,1 8 0,-3 7 0,3 10 15,3 9-15,8 3 16,6-2-16,14 2 16,8-3-16,11-8 15,13-1-15,5-5 16,4-8-16,2-2 15,-2-3 1,-41 0-16,38-4 16,-4-5-16,-10-6 15,-9-1-15,-9-6 16,-14-4-16,-8-2 0,-4-2 16,-11 0-16,-6-1 0,0 4 15,-1 1 1</inkml:trace>
  <inkml:trace contextRef="#ctx0" brushRef="#br0" timeOffset="122830.3485">6019 12905 0,'0'0'0,"2"9"0,-1 8 15,4 20-15,-2 12 16,2 12-16,-5 9 0,0 5 16,-1 1-16,-3 0 15,0-2-15,1-2 16,-1-9-16,4-8 15,5-7-15,0-7 16,1-8-16,-6-33 16</inkml:trace>
  <inkml:trace contextRef="#ctx0" brushRef="#br0" timeOffset="123298.0594">6327 13555 0,'0'0'0,"0"0"0,9 0 0,12 0 15,6 3 1,6-3-16,5-2 0,-3 0 0,-35 2 15,33-8-15,-7-2 16,-26 10-16,23-15 16,-6 0-16,-6-4 0,-11 19 15,3-19-15,-6-2 32,-4-3-32,-8 3 15,-3 4-15,-3 5 16,-6 5-16,-3 10 15,-2 9-15,-2 9 0,0 16 16,4 7-16,1 8 16,7 3-16,14-2 15,11-4-15,17-5 16,13-7-16,20-5 0,20-5 16,14-8-16,26-6 15</inkml:trace>
  <inkml:trace contextRef="#ctx0" brushRef="#br0" timeOffset="124149.2667">9848 13491 0,'0'0'0,"0"0"0,0 0 0,0 0 15,0 0-15,0 2 16,1 10-16,2 12 16,-1 6-16,-2 9 15,2 4-15,-2 3 16,0-4-16,-2 2 16,2-44-1,0 40-15</inkml:trace>
  <inkml:trace contextRef="#ctx0" brushRef="#br0" timeOffset="124398.1802">10243 13539 0,'0'0'0,"1"5"0,-1 15 0,-2 11 16,-1 8-1,4 13-15,-3-1 16,0 9-16,5 0 16</inkml:trace>
  <inkml:trace contextRef="#ctx0" brushRef="#br0" timeOffset="125599.6458">13409 13321 0,'0'0'0,"0"0"0,0 0 0,0 2 0,0-2 16,1 1-16,7 4 15,9-2-15,9 0 0,16-1 32,16 0-32,15-8 0,13-2 15,11-1-15,10 1 16,4-4-1,2 3-15,-4 4 0,-1 2 16,-8 5-16,-13 1 16,-12 3-16,-11 4 15,-64-10-15</inkml:trace>
  <inkml:trace contextRef="#ctx0" brushRef="#br0" timeOffset="126690.0296">16318 12780 0,'0'0'0,"0"0"0,-2-5 15,0-8-15,2 13 16,-2-17-16,1-3 16,1 20-16,2-24 15,7 2-15,13 2 16,4 6 0,6 5-16,5 8 15,3 6-15,0 8 16,-3 4-16,-3 4 0,-10 7 15,-5 5-15,-6 1 16,-10 2-16,-9-1 16,-7-2-16,-8-2 15,-10-9-15,-1-3 0,-4 2 16,0-7-16,2-6 16,34-8-16,-30 5 0,30-5 15,-27 3-15,27-3 31,-16 1-31,7-2 16,12-5-16,10 0 0,10 5 0,6 1 31,6 9-31,2 11 16,4 4-16,0 4 0,-7 9 16,-5 0-1,-1 9-15,-11-1 16,-1 5-16,-11-2 0,-6-1 15,-10-6-15,-6-5 16,-5-2-16,-3-5 16,-2-4-16,-8-6 15,0-3-15,-4-5 16,-3-8-16,0-1 0,3-7 16,0-5-16,2 1 15,2-6-15,3-3 16,8-2-16,0-5 0,12 1 15,12 24-15,-6-26 16</inkml:trace>
  <inkml:trace contextRef="#ctx0" brushRef="#br0" timeOffset="127256.6147">16925 13218 0,'0'0'16,"8"7"-16,5 8 0,11 10 15,13 3-15,1 5 0,-2-2 0,-4 1 31,-3-4-31,-5 2 0,-6-7 16,-18-23 0,14 23-16,-14-23 15,9 15-15</inkml:trace>
  <inkml:trace contextRef="#ctx0" brushRef="#br0" timeOffset="127456.9426">17198 13194 0,'0'0'0,"0"0"0,-6 11 0,-11 15 16,-10 8-1,-1 5-15,-7 3 16,-2-6-16,2-3 15,6-4-15,29-29 16,-28 23-16,28-23 0,-21 14 0,12-9 16</inkml:trace>
  <inkml:trace contextRef="#ctx0" brushRef="#br0" timeOffset="127788.9667">17533 12752 0,'0'0'0,"0"0"0,3 6 0,-6 15 16,6 15-1,2 8-15,0 11 0,4 9 16,3 1-16,-2 1 16,5-2-16,-5-5 15,0-8-15,2-7 16,-4-6 0,-8-38-16,3 33 15,0-3-15,-3-30 0,-1 26 16,-3-14-16</inkml:trace>
  <inkml:trace contextRef="#ctx0" brushRef="#br0" timeOffset="128258.64">17592 12725 0,'0'0'0,"6"8"0,10 8 15,9 15-15,13 16 16,4 11-16,0 5 16,5 7-16,-3-2 15,-2-6-15,2-5 16,-3-9-16,-3-7 0,-1-9 15,-37-32-15,30 26 16,-30-26-16,27 20 16,-27-20-16,20 14 15,-4-11-15,-9-11 16,-7-9-16,-1-10 16,-4-9-1,-9-8-15,4-4 0,-2-4 0,0-3 16,-2-4-16,6-1 15,-4 0 1,7 7-16,5 53 16,-3-45-16,3 45 0,-2-34 31,0 19-31,-2 21 0,-2 19 16</inkml:trace>
  <inkml:trace contextRef="#ctx0" brushRef="#br0" timeOffset="128805.338">18390 13371 0,'0'0'0,"-2"9"0,-8 14 31,-6 7-31,-4 9 0,-9 6 16,-4 2-16,1-1 15,1-7-15,31-39 16,-27 31-16,27-31 16,-20 20-16,20-20 15,-11 13-15,5-5 16,8-11-16,6-6 15,2-6-15,6-6 0,0-5 16,3-3-16,0-3 16,3-3-16,-4 0 15,1 0-15,-4 1 16,-15 34-16,15-31 16,-15 31-16,10-23 15,-10 23-15,6-17 0,-1 10 16,0 19-16,0 15 0,1 9 15,3 8-15,-1 1 16,0-2 0,4-4-16,1 3 0,-4-6 31,2-3-31,-2-1 16,-9-32-16,10 26 15,-10-26-15,3 23 16,-2-5-16,-8-10 15,7-8-15</inkml:trace>
  <inkml:trace contextRef="#ctx0" brushRef="#br0" timeOffset="128992.6397">18233 13551 0,'0'0'0,"9"-1"0,14-2 16,18-4 0,23 4-16,13 3 15,14 0-15</inkml:trace>
  <inkml:trace contextRef="#ctx0" brushRef="#br0" timeOffset="130226.7104">21103 12997 0,'0'0'0,"0"7"0,-1 10 0,2 13 15,-1 3-15,0 5 16,2 2-1,3-6-15,-1-1 16,-4-33-16,2 28 16,-2-28-16,5 25 15,0-7-15</inkml:trace>
  <inkml:trace contextRef="#ctx0" brushRef="#br0" timeOffset="130427.1753">21362 12998 0,'0'0'0,"0"6"0,2 11 15,-1 9-15,2 7 16,0 12-16,3 3 15,0 4-15</inkml:trace>
  <inkml:trace contextRef="#ctx0" brushRef="#br0" timeOffset="133258.3162">4064 14318 0,'0'0'0,"0"0"0,2-7 0,4-6 16,4-3-16,4-2 16,4-2-16,1 2 0,5 3 15,-1 2-15,4 6 16,2 6-16,0 4 16,0 10-16,1 6 15,0 6-15,-4 9 0,-4 7 16,-1 7-1,-10 2-15,-6 4 0,-6 4 16,-7-2-16,-6-1 16,-9-2-16,-5-7 15,-4-4-15,-2-2 16,-5-4 0,-5-5-16,0-3 15,1-6-15,3-5 16,2-10-16,4-7 15,6-6-15,4-2 16,4-5-16,4-3 16,1-4-16,9-6 15,6-1-15,6-4 0,6 0 16,-12 31-16,17-25 16,7 5-16,5 7 15,3 13-15,0 11 16,2 9-16,3 8 15,0 6-15,-2 3 0,1 5 32,2-1-32,-1-1 15,1-2-15,2-4 0,1-7 16,6-7 0,3-6-16</inkml:trace>
  <inkml:trace contextRef="#ctx0" brushRef="#br0" timeOffset="134395.9869">5138 14558 0,'0'0'0,"4"8"0,5 8 0,3 14 0,7 9 16,-2 8-16,3-2 31,-6-2-31,-14-43 0,11 37 16,-11-37-16,10 29 15,-10-29-15,7 23 16,-7-23-16,4 12 16,-2-9-16,0-12 15,-4-8-15,2-6 16,0-4-16,3-5 0,-3 32 16,6-28-16,2 2 15,4 5-15,3 8 16,1 12-16,2 7 15,3 5-15,-5 8 0,-16-19 32,15 24-32,-3 0 15,-12-24-15,7 27 16,-7-27-16,3 22 0,-3-22 16,1 15-16,-1-15 15,-1 10-15,0-10 16,2-14-16,3-5 15,4-8-15,6-1 16,-14 28-16,17-31 0,3 7 16,-20 24-16,21-15 15,0 11-15,-5 13 16,0 15-16,-7 5 16,-2 1-16,2 0 15,2-3 1,-1-3-16,7-7 15,3-3-15,3-5 0,5-3 16,1-6-16,4-4 16,-3-3-16,3-4 15,-3-5-15,-5-1 0,-5-2 32,-3-4-32,-6-1 0,-6 3 0,-6 0 15,1 21-15,-6-19 0,-6 5 16,-11 7-1,0 10 1,-6 11-16,4 7 16,-3 9-16,10 2 15,10 2-15,7-5 16,7-2-16,10-6 0,6-4 16,2-6-16,7-5 15,-1-5-15,0-4 16,-4-5-16,-26 8 15,23-10-15,-6-5 16,-6-9-16,-12-3 16,-6-4-16,-9-1 15,-8-2-15,-2 1 0,-6 0 16,0 1-16,32 32 31</inkml:trace>
  <inkml:trace contextRef="#ctx0" brushRef="#br0" timeOffset="134666.8301">6159 14222 0,'0'0'0,"3"19"0,5 16 16,-2 15-16,-2 9 16,1 8-16,-2-3 15,-1 1 1,-1-3-16,1-3 0,0-5 16,-2-6-1,-2-10-15,2-38 16,0 31-16,7-8 0</inkml:trace>
  <inkml:trace contextRef="#ctx0" brushRef="#br0" timeOffset="135097.3995">6418 14769 0,'0'0'0,"0"0"0,8 4 0,11 0 16,4 0-16,3-1 0,-26-3 15,29 0-15,-5-3 16,-24 3-16,24-12 16,-6-2-16,-5-5 31,-13 19-31,8-23 0,-3-2 15,-5 25 1,-1-27-16,-5 1 16,6 26-16,-9-23 15,-9 6-15,-9 6 16,-1 11-16,-3 10 0,-2 16 16,1 11-16,2 8 15,11 2-15,6 2 0,14-2 16,15-5-16,11-4 15,13-9-15,16-6 16,10-9-16,13-3 16</inkml:trace>
  <inkml:trace contextRef="#ctx0" brushRef="#br0" timeOffset="135699.2438">9541 14679 0,'0'0'0,"4"11"0,2 15 15,4 13-15,0 13 16,1 4-16,0 1 15,-1-2-15,-1-3 16,-3-7-16,3-8 16,-9-37-16</inkml:trace>
  <inkml:trace contextRef="#ctx0" brushRef="#br0" timeOffset="135931.2112">10013 14729 0,'0'0'0,"0"0"16,1 10-16,3 15 16,3 11-16,0 11 15,-6 7 1,5 6-16,-1 5 15,1 6-15</inkml:trace>
  <inkml:trace contextRef="#ctx0" brushRef="#br0" timeOffset="136801.6013">13064 14919 0,'0'0'0,"32"0"0,23 4 0,27-2 16,31 3-16,17 2 0,-6-3 15,1 0-15,-2-2 0,-11-2 16,-10-3-16,-7 2 16,-16-1-1,-14 2-15,-65 0 16,49 0-16,-12-3 0,-37 3 16</inkml:trace>
  <inkml:trace contextRef="#ctx0" brushRef="#br0" timeOffset="137734.7304">15581 14216 0,'0'0'0,"0"0"0,0 0 16,0-1-16,0 1 15,0-6-15,0-3 16,0-5-16,3-5 15,5-4 1,4-3-16,3 2 16,7-1-16,0 4 15,10 3-15,1 8 16,1 7-16,2 7 0,6 15 0,-4 8 31,-3 10-31,2 10 16,-5 4-16,-7 9 0,-5 5 15,-13-2-15,-8 4 16,-11-4-16,-12-4 16,-6-4-16,-10-6 0,0-4 15,-2-5 1,-3-7-16,3-4 0,3-6 16,-1-8-16,5-7 0,35-8 15,-33 0-15,5-8 16,1-9-16,10-5 31,7-5-31,12 0 0,7 2 16,-9 25-16,21-23 15,5 8-15,15 12 16,-5 8-16,4 12 16,-4 7-16,0 7 15,-6 5-15,1 1 16,-5 1-16,1-6 15,1 0-15,1-4 16,-3-7 0,5-5-16,-31-16 0</inkml:trace>
  <inkml:trace contextRef="#ctx0" brushRef="#br0" timeOffset="137987.8517">16270 14632 0,'0'0'0,"9"7"0,12 12 0,10 7 0,10 8 15,4 5-15,1 2 16,-7-2-16,-8 0 0,-31-39 16,28 35-16,-28-35 15,20 29-15,-6-7 16</inkml:trace>
  <inkml:trace contextRef="#ctx0" brushRef="#br0" timeOffset="138235.7629">16535 14595 0,'0'0'0,"-8"14"0,-9 14 0,-13 17 15,-12 9-15,-5 3 16,2-6-16,45-51 16,-41 42-16,8-17 0,33-25 15</inkml:trace>
  <inkml:trace contextRef="#ctx0" brushRef="#br0" timeOffset="138869.4956">16845 14158 0,'0'0'0,"0"0"0,4-4 0,9 0 16,8 4-16,7 1 15,9 7-15,2 7 16,0 6-16,-6 9 16,-5 0-1,-3 5-15,-6 7 16,-15-1-16,-6 4 15,-12 2-15,-10-5 0,-7-6 16,1-8 0,3-7-16,-1-9 15,0-6-15,2-2 0,26-4 16,-24-3-16,6-1 0,3-6 16,9 0-16,9-4 15,8 2-15,7 2 16,8 6-16,1 4 15,9 8-15,3 7 16,-2 9-16,1 4 16,-5 7-16,-10 6 0,-4 0 15,-10 0-15,-10-3 16,-9-1-16,-7-5 16,-6-4-16,-6-7 15,-3-5-15,-4-4 16,0-4-16,2-4 15,2-4 1,-1-6-16,1-4 16,5-4-16,3-7 15,8-9-15,6-4 16</inkml:trace>
  <inkml:trace contextRef="#ctx0" brushRef="#br0" timeOffset="139121.7351">17386 14601 0,'0'0'0,"0"0"0,3 4 16,8 7-16,13 7 15,2 5-15,13 5 16,5 2-16,0-1 16,-4-4-16,1 1 0,-11-4 15,-2-3-15,-28-19 16,24 16-16</inkml:trace>
  <inkml:trace contextRef="#ctx0" brushRef="#br0" timeOffset="139400.475">17728 14523 0,'0'0'0,"-9"6"0,-7 11 16,-10 16-16,-14 13 16,-8 3-16,2 0 15,4-8-15,6-8 16,36-33-16,-25 24 16,25-24-16,-22 15 15</inkml:trace>
  <inkml:trace contextRef="#ctx0" brushRef="#br0" timeOffset="139754.5851">18153 14119 0,'0'0'0,"0"0"0,2 9 0,-1 13 0,2 14 16,1 11-16,1 13 15,1 8-15,1 3 0,-5-3 16,3-6-1,-5-9-15,0-6 0,0-5 16,0-8-16,0-34 31,0 30-31,0-30 0,1 23 16,0-13-16</inkml:trace>
  <inkml:trace contextRef="#ctx0" brushRef="#br0" timeOffset="140201.5877">18191 14060 0,'0'0'0,"5"5"16,13 11-16,9 11 0,7 12 15,5 8-15,5 6 16,3-2-16,-2 3 16,-2-4-16,-2-4 15,-8-5-15,0-3 16,-5-7-16,-5-3 16,-23-28-1,19 23-15,-19-23 16,17 17-16,-17-17 15,15 11-15,-3-14 16,-4-16-16,-5-6 16,-5-10-16,-1-5 15,-4-3-15,1-4 16,2-2-16,1-1 0,-1-1 16,-1-2-16,3 8 15,2 45-15,-2-37 16,-1 12-16,0 19 15</inkml:trace>
  <inkml:trace contextRef="#ctx0" brushRef="#br0" timeOffset="140724.2573">18972 14609 0,'0'0'0,"-1"12"0,-4 10 16,-9 6-16,-6 15 16,-5 0-16,-6-2 15,-1-2-15,4-1 16,28-38-16,-27 28 0,27-28 15,-20 23-15,20-23 16,-13 14-16,8-9 16,12-12-16,7-7 31,-1-4-31,5-4 16,-3-5-16,1-1 15,-4-2-15,2 0 0,-2 0 16,-3 1-16,-9 29 15,11-28-15,-11 28 16,9-24-16,-9 24 16,7-18-16,-2 8 15,-1 16-15,0 13 16,1 12-16,1 6 0,1 3 16,4 1-16,0-4 15,-1 0-15,0-4 16,1 0-16,1-7 0,0-1 15,-12-25-15,9 24 16,-9-24-16,6 20 16,-5-7-1</inkml:trace>
  <inkml:trace contextRef="#ctx0" brushRef="#br0" timeOffset="140924.9002">18825 14793 0,'0'0'0,"8"2"0,15 0 0,16-1 15,27 2-15,17 3 16,10-4-16</inkml:trace>
  <inkml:trace contextRef="#ctx0" brushRef="#br0" timeOffset="141426.4596">21220 14224 0,'0'0'0,"0"8"0,0 12 0,3 14 16,0 5-16,-2 8 15,-1-3-15,0-44 0,0 39 16,0-39-16,0 30 16,0-8-16,-7-14 15</inkml:trace>
  <inkml:trace contextRef="#ctx0" brushRef="#br0" timeOffset="141626.8754">21429 14293 0,'0'0'0,"0"7"0,1 12 0,1 13 15,4 12-15,3 8 0,2 6 16,-5-2-16</inkml:trace>
  <inkml:trace contextRef="#ctx0" brushRef="#br0" timeOffset="142629.3739">13721 15950 0,'0'0'0,"6"0"0,6 0 0,7 1 16,16-2-16,8-2 0,2-2 15,5 0-15,-1 1 16,-3 0 0,-1-4-16,1 3 15</inkml:trace>
  <inkml:trace contextRef="#ctx0" brushRef="#br0" timeOffset="142892.5972">13811 16131 0,'0'0'0,"9"2"0,12-1 16,17-1-16,23 2 16,18-2-16,7-2 15</inkml:trace>
  <inkml:trace contextRef="#ctx0" brushRef="#br0" timeOffset="144132.8449">14805 15648 0,'0'0'0,"0"0"0,4-2 0,5-7 31,12 3-31,3-2 0,10 4 15,2 4-15,2 4 16,1 7-16,-1 5 16,-5 9-16,-4 7 15,-11-1-15,-5 4 0,-15 1 16,-9 0-16,-7-4 16,-9-4-16,-3-7 15,-2-4-15,1-3 16,-3-2-16,34-12 15,-31 8-15,31-8 16,-29 3 0,29-3-16,-24 1 15,24-1-15,-12-2 16,10-3-16,13-2 16,8 6-16,8 6 15,3 12-15,3 5 16,-4 11-16,-3 5 15,-1 10-15,-4 2 0,-7 0 16,-4-3-16,-10-5 16,-9-5-16,-3-5 15,-8-4-15,-3-2 16,-6-2-16,-3-4 0,-2-2 16,-1-3-1,-2-6-15,3-4 0,-1-8 16,2-2-16,1-6 15,3-3 1,2-3-16,7-6 0,7-2 16,5-5-16,11 1 0,7-2 15</inkml:trace>
  <inkml:trace contextRef="#ctx0" brushRef="#br0" timeOffset="144311.3553">15325 16175 0,'0'0'0,"0"0"0,0 0 15,-1 0-15,1 0 16,-2 0-16,2 0 15,-1 1-15</inkml:trace>
  <inkml:trace contextRef="#ctx0" brushRef="#br0" timeOffset="144893.7638">16058 15754 0,'0'0'0,"0"0"0,0-7 0,0 7 0,0-14 16,-3-6-16,3 20 15,-6-20-15,-5 3 16,-12 8-16,-6 10 0,-5 6 16,-6 15-16,-3 10 15,-6 10-15,1 14 32,2 12-32,4 3 15,6 1-15,12-4 16,7-4-16,11-7 15,8 0-15,4-4 16,8-6-16,6-2 16,2-9-16,3-6 0,4-9 15,-2-6-15,2-9 0,-29-6 16,32 1-16,0-6 16,2-9-16,-7-6 15,-4-6-15,-9-4 16,-6-6-16,-7 1 15,-5-3-15,-6 4 16,-6 0 0,-5 4-16,-3 1 15,-11 6-15,-5 2 16,-3 6-16,-1 3 0,44 12 0</inkml:trace>
  <inkml:trace contextRef="#ctx0" brushRef="#br0" timeOffset="145233.9106">16270 15699 0,'0'0'0,"0"0"0,0 0 16,0 0 0,0 2-16,-1 13 15,1 13-15,6 7 0,4 13 32,0 7-32,2 6 0,-3 4 15,2 2-15,-4-4 16,-6 0-16,0-5 15,-2-4-15,-1-6 16,0-3-16,2-45 16,0 38-16,0-38 15,2 29-15,5-13 0</inkml:trace>
  <inkml:trace contextRef="#ctx0" brushRef="#br0" timeOffset="145534.5333">16816 16111 0,'0'0'0,"7"6"0,7 8 0,8 13 16,7 3 0,6 4-16,1 2 0,2-3 15,-2-1-15,-7-5 16,-1-2-16,-28-25 16,24 23-16,-24-23 0</inkml:trace>
  <inkml:trace contextRef="#ctx0" brushRef="#br0" timeOffset="145798.0607">17050 16029 0,'0'0'0,"-4"7"0,-3 11 16,-9 14-16,-9 7 16,-6 6-16,-5 7 15,-9-1-15,2-4 0,5-8 16,0-4-16,38-35 16,-32 28-16,32-28 15,-25 24-15,10-4 16,19-12-16</inkml:trace>
  <inkml:trace contextRef="#ctx0" brushRef="#br0" timeOffset="146167.0513">17447 15796 0,'0'0'0,"0"0"0,-1 7 16,2 18-16,4 9 15,-1 11 1,3 10-16,-1 3 15,1-1-15,2 4 0,-1-1 16,-1 1-16,-3-1 16,-2-5-16,-2 2 15,-1-12-15,-1-4 16,2-41-16,-3 33 16,3-33-16,-4 28 0</inkml:trace>
  <inkml:trace contextRef="#ctx0" brushRef="#br0" timeOffset="146667.5716">18066 16022 0,'0'0'0,"0"0"0,1-3 16,-1 3 0,0-9-16,-5-1 15,-7-2-15,-5 3 16,-8 10-16,-8 9 16,-1 9-16,-6 11 15,-2 7-15,2 10 16,6 5-16,9 4 0,4-1 15,12-3-15,9 0 16,9-6-16,3-3 16,11-3-16,2-4 15,5-9-15,3-7 16,-1-6-16,5-10 0,0-4 16,0-8-16,-1-6 31,-4-8-31,-4-7 15,-1-7-15,-8-9 16,-6-5-16,-3-5 16,-3-4-16,-7 0 0,-3 0 15,-5-2-15,-5 4 16,-5 6-16,-5 6 16,-10 9-16,-2 9 15</inkml:trace>
  <inkml:trace contextRef="#ctx0" brushRef="#br0" timeOffset="147220.9885">18257 15369 0,'0'0'0,"0"0"0,5-4 0,9-2 16,11 2-16,5 4 15,4 8-15,-3 10 0,1 10 16,-4 8-16,-10 4 16,-10 1-16,-4 4 15,-9-5-15,-9-1 16,-5-4-16,-1-5 16,-6-8-16,26-22 0,-29 17 31,0-5-31,-4-6 15,33-6-15,-28-2 16,3-9-16,3-4 0,10-5 16,4 0-16,8 20 15,-1-21-15,6 4 16,-5 17-16,18-13 16,-2 7-16,6 12 15,0 4-15,-1 8 0,0 2 16,1 4-16,-2 0 15,0-3-15,3-1 16,-23-20-16,20 15 16,2-2-16</inkml:trace>
  <inkml:trace contextRef="#ctx0" brushRef="#br0" timeOffset="147922.6343">18822 15422 0,'0'0'0,"0"0"0,0 0 16,0 0-16,0 6 16,-7 6-16,-2 7 0,-10 4 15,1 2 1,-6 0-16,-1 0 0,-2-5 16,4-2-16,23-18 31,-23 16-31,23-16 15,-19 11-15,19-11 16,-12 9-16,12-9 16,-6 8-16,9 3 0,11 1 15,10-1-15,4-3 16,3-3-16,0-3 16,-3-1-16,-28-1 15,25 0-15,-25 0 0,19-1 16,-19 1-16,14-3 15,-5-3-15,-7-10 16,-2 0 0,0-5-16,0 21 0,-2-21 15,0-2-15,2 23 0,-3-27 16,3 27-16,-3-25 16,3 25-16,0-22 15,0 22-15,3-17 16,-3 17-16,2-7 15,0 11-15,0 16 16,2 10 0,1 8-16,-1 7 15,0 4-15,1-2 16,0 0-16,2-3 16,-1-2-16,-2-8 15,2-2-15,-6-32 16,5 27-16,-5-27 15</inkml:trace>
  <inkml:trace contextRef="#ctx0" brushRef="#br0" timeOffset="148624.5397">19312 16070 0,'0'0'0,"0"0"0,0 0 0,0 2 32,0-2-32,6 2 0,0 7 15,0 13-15,1 9 16,-1 9-16,0 3 15,-5-3-15,2-4 16,2 1-16,1-7 16,-6-30-16,-2 28 15,2-28-15,2 26 16,-5-8-16</inkml:trace>
  <inkml:trace contextRef="#ctx0" brushRef="#br0" timeOffset="148824.9713">19382 15863 0,'0'0'0,"0"0"0,0 0 0,1 0 16,2 3-16,-3-3 0,2 10 16</inkml:trace>
  <inkml:trace contextRef="#ctx0" brushRef="#br0" timeOffset="149257.1509">19858 16270 0,'0'0'0,"0"0"0,-2-6 16,-2-6-16,-3-9 15,7 21 1,-11-21-16,-4 3 15,-8 7-15,-8 11 16,-4 11-16,-3 8 16,4 1-16,6 7 15,9-1-15,11-2 16,8-1-16,7-2 16,8-1-16,5-4 0,10-3 15,-1-4-15,6-6 16,0-2-16,-35-1 15,33-5-15,-6-6 16,-1-13-16,-10-1 16,-8-5-16,-10-3 15,-4-2 1,-12 2-16,-7 2 16,25 31-16,-32-25 15</inkml:trace>
  <inkml:trace contextRef="#ctx0" brushRef="#br0" timeOffset="150027.7929">19994 16120 0,'0'0'0,"0"0"0,5 5 0,8 11 16,-2 6-16,3 6 31,-1 3-31,0 2 16,-3-4-16,-4-2 0,-3-2 15,-3-25-15,2 23 16,-2-23-16,-1 20 16,1-20-16,-1 14 15,1-14-15,-3 9 16,2-9-16,-1-9 0,2-8 15,0-1-15,3-8 16,2 2-16,6-1 16,1 2-16,-12 23 15,15-17-15,1 7 16,2 10-16,-2 10 16,-3 4-16,-1 4 0,-3 2 15,-9-20-15,6 21 16,0-1-16,-6-20 15,8 19-15,-8-19 16,8 14-16,7-7 16,0-7-16,2-7 15,1-4 1,6-6-16,-3-2 16,-2-1-16,1-6 15,-2-1-15,-2-3 16,-3-2-16,1 0 15,-14 32-15,10-32 16,-10 32-16,3-29 0,-3 29 16,-4-24-16,-1 14 15,-5 12-15,0 11 16,7 12-16,9 2 16,6 8-16,7 0 0,6 2 15,8-1-15,-2 4 16,1-3-16,-9-4 31,-23-33-31,19 30 16,-19-30-16,10 25 15,-10-25-15,7 20 0,-14-8 16,-10-9-16,-7-8 16,-9-10-16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4-01-11T05:20:53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11881 6495 0,'0'0'0,"0"0"0,0 0 0,3 0 0,-3 0 15,2 0-15,-1-2 16,-7-3-16,-5 5 15,-12 0-15,-2 1 16,-13 0-16,-9 2 16,-7-2-16,-1-1 15,-9 0-15,1 0 16,-3 1-16,0 1 16,-6 8-16,3 1 0,-5 4 15,5 3-15,7 1 16,62-19-16,-52 17 15,10 0-15,10 3 16,8 1-16,8 2 16,5 5-16,-2 2 15,8 8 1,0 5-16,-2 8 0,-2 5 16,-1 3-16,-2 10 15,-2 4-15,2 6 16,-3 4-16,5 4 15,0 3-15,3 2 16,1 0-16,3 1 16,1-6-16,-8-3 15,6-6-15,-7-4 0,-2-3 16,3-6-16,-2-5 16,-1-7-16,6-5 15,5-8-15,0-7 16,8-3-16,3-4 15,5-6-15,4-1 16,9-4-16,12-5 16,8-5-16,16-5 15,9-3-15,11-5 16,10-2-16,8-4 16,5-2-16,4 0 15,-5 3-15,1 0 16,-14 6-16,-13 1 15,-10 5-15,-69 1 16</inkml:trace>
  <inkml:trace contextRef="#ctx0" brushRef="#br0" timeOffset="6710.4241">12262 7075 0,'0'0'0,"0"0"0,1 2 0,-1-2 0,-1 13 0,1 8 0,-1 13 15,2 9 1,5 7-16,-3 11 0,-1 3 15,-5 2-15,6 7 32,-8-3-32,1-4 0,0-7 0,0-6 0,1-9 15,3-44-15,-1 37 16,1-37 0,-2 27-1,-1-15-15</inkml:trace>
  <inkml:trace contextRef="#ctx0" brushRef="#br0" timeOffset="7213.5967">12303 6949 0,'0'0'0,"6"8"0,-6-8 0,10 17 0,9 15 0,8 11 0,7 4 15,2 0-15,4-4 16,-3-14-16,-3-6 16,-34-23-16,34 14 15,0-6-15,-5-8 16,0-7-16,-1-4 15,-4-11-15,-1-6 16,-3-1-16,1-6 16,-5-1-16,-5 4 15,-2 3-15,-9 29 16,6-28-16,-6 28 16,1-24-16,-1 24 0,-1-15 15,-1 12-15,4 16 16,-2 17-1,0 17-15,6 17 0,-5 7 16,-1 10-16,4 3 16,-5-5-16,5-10 15,3-5-15,0-15 16,0-6-16,3-7 16,-7-6-16,-3-30 15,5 25-15</inkml:trace>
  <inkml:trace contextRef="#ctx0" brushRef="#br0" timeOffset="7829.3715">13407 7496 0,'0'0'0,"0"-10"0,-1-4 0,-1-5 0,2 19 16,-8-25-16,-4-1 16,-11 2-16,-10 7 15,-3 13 1,-10 8-16,-1 14 0,2 6 16,3 12-16,2 5 15,18-1-15,10-3 16,11-6-16,11-4 15,11-9-15,6-4 0,4-7 16,7-5 0,-5-5-16,3-4 0,-9-7 15,-1 2-15,-26 12 16,21-13-16,-21 13 16,18-19-16,-18 19 15,13-20-15,-13 20 16,9-18-16,-9 18 15,4-10-15,-4 13 16,0 21-16,0 16 16,4 11-16,3 10 15,-3 2-15,1 4 16,3-5-16,-6 2 16,-3-3-16,2-7 0,-2-10 15,-6-7-15,-4-3 16,0-6-16,-4-3 15,-5-5 1,-7-2-16,-6-7 0,0-11 16,-3-8-16,2-6 15,3-13 1,8-11-16,8-19 0,12-4 16,4 2-16</inkml:trace>
  <inkml:trace contextRef="#ctx0" brushRef="#br0" timeOffset="8033.739">13839 7377 0,'0'0'0,"16"-3"0,8-1 0,14 0 0,15 1 0,6-2 16,1 3-16</inkml:trace>
  <inkml:trace contextRef="#ctx0" brushRef="#br0" timeOffset="8206.8292">13841 7588 0,'0'0'0,"16"-1"0,25 0 0,20-6 16,15 2-16,15-2 0</inkml:trace>
  <inkml:trace contextRef="#ctx0" brushRef="#br0" timeOffset="8774.7842">14763 6899 0,'0'0'0,"4"-6"0,4-4 0,5-4 16,11 2-16,2 2 16,5 5-16,7 3 15,0 15-15,0 8 16,-5 9-16,4 14 31,-15 8-31,-13 5 0,-6 5 0,-9 1 16,-5-3-16,-9-3 15,-9-5 1,-3-9 0,-2-6-16,-4-8 0,-4-6 15,2-4 1,-3-4-16,1-3 0,-2-6 15,44-6-15,-36 1 16,0-5-16,7-11 16,7-7-16,8-2 15,14 3-15,9 3 16,8 6-16,7 8 16,-1 10-16,9 8 15,0 9-15,3 2 16,3 3-16,-3 3 0,5-4 15,-3 2 1,-2-5-16,-5-5 16,-30-19-16,31 11 15</inkml:trace>
  <inkml:trace contextRef="#ctx0" brushRef="#br0" timeOffset="9405.9866">15697 6878 0,'0'0'0,"0"0"0,1 9 0,-7 13 15,-9 9 1,-9 10-16,-12 6 0,-11 3 16,-4-1-16,-9-7 15,5-7-15,3-6 16,52-29-16,-43 20 16,43-20-16,-32 14 15,13-2-15,22 5 16,11-6-16,11-2 15,8-1-15,9-4 0,2 1 16,3-2-16,-6-1 16,-41-2-16,37-1 15,-3-1-15,-34 2 16,30-7-16,-6 0 16,-7-8-16,-10-3 15,2-2 1,-9 20-16,1-22 0,-3-6 15,2 28-15,-3-28 16,3 28-16,-2-26 16,2 26-16,-3-21 15,6 17-15,2 17 16,3 14-16,-1 15 16,-3 8-16,0 6 15,-3 3-15,-2 1 0,-2-2 16,-4-2-16,4-8 15,2-4-15,1-8 16,0-36-16,1 30 16,1-12-1</inkml:trace>
  <inkml:trace contextRef="#ctx0" brushRef="#br0" timeOffset="9579.2043">16090 7677 0,'0'0'0,"-11"12"0,-14 9 0,-12 19 16,-18 4-16,-13 0 15</inkml:trace>
  <inkml:trace contextRef="#ctx0" brushRef="#br0" timeOffset="10074.0171">16793 6888 0,'0'0'0,"0"0"0,0 0 0,0-6 0,-2-8 16,-8-1-16,-7 6 15,-4767 7-15,9493 9 16,-4764 5-16,-3 9 15,3-2-15,9 3 16,46-22-16,-35 20 16,14 4-16,21 4 15,13-1-15,11 2 16,11 1-16,7 4 16,6 5-1,-3 0-15,-4 2 0,-1 0 16,-10-1-1,-12-1-15,-7-2 16,-16-1-16,-14-4 0,-16-3 0,-10-10 16,-7-3-16,-9-6 31,3-7-31,2-5 16,7-4-16,13-7 15</inkml:trace>
  <inkml:trace contextRef="#ctx0" brushRef="#br0" timeOffset="10277.412">17108 7211 0,'0'0'0,"11"2"0,16-2 0,9-2 0,19 1 16,14 0-16,-4-6 15</inkml:trace>
  <inkml:trace contextRef="#ctx0" brushRef="#br0" timeOffset="10497.0442">17097 7405 0,'0'0'0,"21"-1"0,-21 1 0,38-1 0,20-1 16,15 4-16,5-3 15,-2 1-15</inkml:trace>
  <inkml:trace contextRef="#ctx0" brushRef="#br0" timeOffset="11113.6019">17797 6897 0,'0'0'0,"0"0"0,0-8 0,3-6 15,3-2-15,8 1 16,3 0-16,9 4 16,5 10-16,11 4 0,0 8 15,0 8 1,-5 10-16,-11 10 0,-12 8 16,-9 3-16,-13 3 15,-12-5-15,-8-5 16,-4-10-1,-5-4-15,0-11 0,-2-1 16,1-7-16,2-3 0,3-5 31,33-2-31,-30 1 0,30-1 0,-17-3 16,8-5-16,18-4 16,14 6-16,12 4 15,9 4-15,6 9 16,2 6-16,-8 11 15,-2 4 1,-7 2-16,-11 3 0,-7-1 16,-17-4-16,-17 2 15,-9-2-15,-13-8 16,-8-5-16,-4-7 16,-4-6-16,5-6 15,5-4-15,2-5 0,10-9 16</inkml:trace>
  <inkml:trace contextRef="#ctx0" brushRef="#br0" timeOffset="11618.239">18369 6968 0,'0'0'0,"0"-5"0,2-7 0,2-3 16,2-3-16,5-1 16,6 2-16,-17 17 0,23-15 15,5 3-15,1 9 16,-2 9-1,7 10-15,-3 13 16,-8 8-16,-3 11 0,-3 11 31,-16 9-31,-2 2 16,-13-2-16,-3-3 16,-9-7-16,-6-12 15,-2-10-15,-2-9 16,-2-7-16,-1-7 15,39-13-15,-40 10 16,1-3-16,39-7 16,-31 4-16,10-10 15,21 6-15,-8-15 16,12-6-16,22-1 0,6 11 16,3 6-16,6 12 15,2 12-15,1 7 16,-3 2-16,-3 6 15,-1-1-15,-37-33 16</inkml:trace>
  <inkml:trace contextRef="#ctx0" brushRef="#br0" timeOffset="11932.7344">19125 7579 0,'0'0'0,"0"0"0,-6 11 0,-14 21 0,-8 12 16,-15 10-16,-12 3 15,-15 2-15,-7-8 0,5-7 16</inkml:trace>
  <inkml:trace contextRef="#ctx0" brushRef="#br0" timeOffset="12579.5752">20060 6824 0,'0'0'0,"0"0"0,0-9 0,-7-8 16,-5-3-1,-7-2-15,-3 5 16,-8 7-16,-4 7 16,-7 11-16,-9 9 15,-6 10-15,-6 9 0,0 13 16,6 11-16,6 8 16,11 6-16,16-1 15,11-2-15,23-6 16,9-4-16,20-8 15,2-8-15,11-8 0,-1-11 16,0-7-16,2-10 16,0-11-1,1-7-15,1-10 0,-2-6 16,-8-9-16,-4-4 16,-7-8-16,-8-4 15,-9-4-15,-9-4 16,-9-1-16,-7 0 15,-4-1-15,-6 1 16,-6 5-16,-4 5 16,-5 5-16,-4 8 15,-5 11-15,-3 11 0,-1 8 16,3 10-16,5 8 16,10 4-16</inkml:trace>
  <inkml:trace contextRef="#ctx0" brushRef="#br0" timeOffset="12784.1578">20674 7053 0,'0'0'0,"16"-1"0,23-2 0,17 3 0,16 1 0,2-1 15</inkml:trace>
  <inkml:trace contextRef="#ctx0" brushRef="#br0" timeOffset="13000.5583">20633 7310 0,'0'0'0,"14"-3"0,16-2 0,22 3 0,24-2 0,10-1 16,11 3-16,-7 0 15</inkml:trace>
  <inkml:trace contextRef="#ctx0" brushRef="#br0" timeOffset="13351.1428">21616 6639 0,'0'0'0,"0"0"0,0 11 0,2 23 0,-4 10 31,2 14-31,-11 12 16,7 3-16,-2-1 15,0-1-15,0-4 16,4-6-16,3-9 16,-2-4-16,4-10 15,-3-38-15,5 34 16,1-6-16,5-11 15</inkml:trace>
  <inkml:trace contextRef="#ctx0" brushRef="#br0" timeOffset="13833.0285">22356 6635 0,'0'0'0,"0"0"0,0 0 0,0 0 16,-10 5-16,-15 14 0,-9 3 15,-13 13-15,-7 4 16,-5 6-16,-2 7 15,4 2-15,7 4 0,7 3 16,10-7-16,16-2 16,14-4-16,13-3 0,13-6 15,14-3-15,1-6 16,6-10-16,5-9 16,-3-5-16,0-11 15,3-6-15,-6-7 16,-4-6-16,-5-6 15,-8 1-15,-8 3 16,-13-1-16,-13 0 16,-12 3-1,-22 0-15,-23 9 16,-16 6-16,-12 12 0,0 6 16,15 6-16</inkml:trace>
  <inkml:trace contextRef="#ctx0" brushRef="#br0" timeOffset="14131.8303">22545 7406 0,'0'0'0,"0"0"0,3 9 0,-1 8 16,-7 9-16,-10 8 16,-12 3-16,-21 1 15,-14-2-15,-12-3 16,5-8-1,69-25-15</inkml:trace>
  <inkml:trace contextRef="#ctx0" brushRef="#br0" timeOffset="14550.5739">22991 6638 0,'0'0'0,"0"0"0,-2 13 0,-2 22 0,-1 17 16,-1 12 0,-3 12-16,1 10 0,0-3 15,3 0-15,5-5 16,5-16-16,-5-62 15,5 48-15,-5-48 0,7 36 16,-7-36-16,8 25 16,2-19-1,2-16 1</inkml:trace>
  <inkml:trace contextRef="#ctx0" brushRef="#br0" timeOffset="14817.647">23293 6621 0,'0'0'0,"0"0"0,2 10 0,7 23 0,-2 13 16,2 11-16,-5 10 0,4-1 15,-5-4-15,-3-7 16,-3-4-16,0-10 16,0-10-1,3-3-15,0-28 16,-2 22-16,2-22 0,2 21 16</inkml:trace>
  <inkml:trace contextRef="#ctx0" brushRef="#br0" timeOffset="15005.8296">23098 6977 0,'0'0'0,"12"-5"0,19 3 0,13-6 0,20 2 16,13-3-16</inkml:trace>
  <inkml:trace contextRef="#ctx0" brushRef="#br0" timeOffset="15257.4984">23686 6924 0,'0'0'0,"11"-2"0,14 0 0,11 0 0,-36 2 0,47-1 0,4 4 0,-6-5 16</inkml:trace>
  <inkml:trace contextRef="#ctx0" brushRef="#br0" timeOffset="15446.6615">23562 7138 0,'0'0'0,"8"-4"0,13-2 0,16-2 15,11-3-15,12 1 16,9 2-16,-1 0 16,-1 0-16</inkml:trace>
  <inkml:trace contextRef="#ctx0" brushRef="#br0" timeOffset="15777.3959">24343 6577 0,'0'0'0,"2"5"0,2 8 0,1 13 16,3 10-16,-2 12 16,-3 12-16,-3 8 15,-3 2-15,0 1 0,-6-5 16,-3-5-16,3-7 15,9-54-15,-9 47 16,2-9-16,7-38 16,-5 35-16,-1-12 15</inkml:trace>
  <inkml:trace contextRef="#ctx0" brushRef="#br0" timeOffset="16080.1029">24371 6477 0,'0'0'0,"0"0"0,0 0 0,-2 8 16,-10 9-16,-9 6 16,-12 5-16,-12 8 15,-10 2-15,-3 6 16,2 2-16,4 0 0,8-4 16</inkml:trace>
  <inkml:trace contextRef="#ctx0" brushRef="#br0" timeOffset="16366.0064">23927 7393 0,'0'0'0,"0"0"0,9 0 0,16 0 0,18-1 15,16-6-15,10 5 16,8-3 0,2-1-16,-2 1 15,-8-2-15,-7-4 0,-11-3 16,-12-3-16</inkml:trace>
  <inkml:trace contextRef="#ctx0" brushRef="#br0" timeOffset="16950.2016">24382 6266 0,'0'0'0,"9"-3"0,8-3 0,15-4 0,10 0 16,15 1-1,1 0-15,5 1 0,-1-1 16,-9 0-16,-7-2 16,-46 11-16,41-11 15,-41 11-15,32-8 16,-32 8-16,21-4 16,-21 4-16,14-1 15,-6 7-15,-8-6 0,1 21 16,-1 5-16,-1 10 15,-2 2-15,1 2 16,0 3-16,-1 6 16,4 5-16,3 3 15,-1 5-15,2 7 16,3 1-16,1 0 16,1 6-16,-2 2 15,-4 1-15,1 4 16,5-4-16,5-2 15,1-5-15,2-4 16,-3-1-16,-6-12 0,-8-6 16,-11-7-1,-15-5-15,-14-6 16,-23-2-16,-30-6 0,-26-1 16,-27 1-16</inkml:trace>
  <inkml:trace contextRef="#ctx0" brushRef="#br0" timeOffset="25588.904">3232 10036 0,'0'0'0,"0"0"0,3 1 0,8 12 0,1 6 16,5 12 0,6 14-16,-2 6 0,1 3 15,-5 3-15,-1-6 0,-6-6 16,-10-45-16,6 40 15,-6-40-15,5 32 16,-5-32-16,1 24 16,-1-24-16,0 15 15,0-9-15,-1-12 32,-1-7-32,-2-7 0,0-9 0,2-4 15,2-3 1,2-5-16,1-1 0,8 0 0,5-2 15,1 8-15,-17 36 16,21-27-16,2 8 31,4 13-31,0 10 16,3 8-16,-1 8 16,-5 6-16,-3 4 15,-5 0-15,-4-2 16,-12-28-16,8 32 15,-8-32-15,5 28 16,-5-28-16,3 26 16,-3-26-16,0 17 15,-3-7-15,-2-17 16,5-8-16,-1-10 16,10-4-16,-1-1 15,6-4-15,7 4 16,9 1-16,-2 9 15,4 9-15,-1 9 0,3 10 16,-5 8-16,-6 7 16,0 11-1,-7 5-15,-12 0 0,-4 1 16,0-40-16,-5 38 16,5-38-16,-4 33 15,4-11-15</inkml:trace>
  <inkml:trace contextRef="#ctx0" brushRef="#br0" timeOffset="25984.3985">4464 10229 0,'0'0'0,"0"0"0,0-5 0,-2-8 15,-10 0-15,-4-2 16,-4 0-16,-15 3 16,-9 12-16,-4 9 15,-4 12-15,-1 11 16,7 4-16,17 3 16,6-2-16,15 0 15,17-2 1,12-6-16,7-5 0,9-7 0,7-7 15,6-7-15,-2-10 16,-1-3-16,-2-6 16,-9-4-16,-8-1 15,-10-1 1,-10-4-16,-10-4 0,-10-3 16,-10-2-16,-9 1 15,-7 1-15,-5 6 16,4 5-16,5 1 15</inkml:trace>
  <inkml:trace contextRef="#ctx0" brushRef="#br0" timeOffset="26283.9581">4635 9513 0,'0'0'0,"0"0"0,-2 6 0,4 18 0,6 16 15,-2 14 1,3 17-16,-2 6 0,0 6 16,-5 3-16,1-3 15,-2-2 1,-1-2-16,-3-7 0,-4-8 15,2-4-15,0-8 16,5-52-16,-3 48 0,2-12 16,10-17-1</inkml:trace>
  <inkml:trace contextRef="#ctx0" brushRef="#br0" timeOffset="27054.076">5273 10271 0,'0'0'0,"0"0"0,7-4 0,-7 4 0,0-16 0,-3-4 0,-12-8 16,-3 3-16,-7 3 15,-8 6-15,-6 8 16,-7 11-16,3 11 15,-3 12-15,3 13 16,12 8-16,9 6 16,7-3-16,14-4 15,8-11-15,13-6 16,8-11-16,1-7 16,2-8-16,1-6 15,-1-4-15,-2-7 0,-3-1 16,-6-3-1,-4-4 1,-7-2-16,-3 0 0,-6 24 0,0-23 16,0 23-16,-3-17 15,-2 6-15,-2 16 16,-1 8 0,3 7-16,2 6 0,9 0 15,6-7 1,3 0-16,9-11 0,6-7 15,2-5-15,3-4 16,0-7-16,-4-2 16,-6-5-16,-2-3 15,-8-2-15,-8-3 16,-5-1-16,-8 1 16,6 30-16,-10-27 15,-6 6-15,16 21 0,-16-16 16,16 16-16,-18-10 15,8 4-15,14 2 16,11-4-16,10 4 16,17-1-16,7 1 15,-1 0 1,-48 4-16,44 2 0,-2 4 16,-12 8-16,-10 8 15,-14 5-15,-10 7 16,-8 7-16,-2-1 0,-2-2 31,6-2-31,10-5 0,10-5 16,13-4-1,17-7-15,16-11 16,15-5-16</inkml:trace>
  <inkml:trace contextRef="#ctx0" brushRef="#br0" timeOffset="27717.6673">6478 10068 0,'0'0'0,"0"8"0,7 8 0,7 11 0,3 10 16,-1 6-16,1 2 15,-4 1 1,-5-6-16,-6-5 0,-2-35 16,0 32-16,0-32 15,-4 25-15,4-25 16,-6 16-16,4-10 15,0-14-15,2-9 16,4-7-16,-2-7 16,3-4-16,6 1 15,1-3-15,3 0 16,6 8-16,0 7 16,2 8-16,0 8 15,3 11-15,-5 5 16,-5 7-16,-1 5 0,-3 0 15,-12-22 1,4 23-16,-4-23 0,6 22 16,-6-22-16,0 20 15,0-20-15,-2 13 16,-1-7-16,3-15 16,8-7-16,5-10 15,4-5-15,4 0 16,1-1-16,-22 32 15,28-28-15,3 10 16,3 15-16,-5 11 16,-7 13-16,-6 10 15,-3 7-15,-10 5 0,-5-5 16,2-38-16,-1 35 16,1-35-1,-2 28-15,4-10 0</inkml:trace>
  <inkml:trace contextRef="#ctx0" brushRef="#br0" timeOffset="28791.1444">7562 10136 0,'0'0'0,"0"0"0,0 0 0,-3-4 0,3 4 16,-11-8-16,-6-2 31,-6 1-31,-5 4 0,-4 12 16,-3 11-16,-4 12 0,1 9 0,12 0 16,6 0-16,15-4 15,15-6 1,10-1-16,4-9 0,8-6 15,7-7-15,2-6 16,-4-8-16,-4-4 16,-6 1-16,-5-5 15,-22 16-15,15-17 16,-15 17-16,10-20 16,-10 20-16,6-21 15,-6 21-15,2-19 16,-4 10-16,2 9 15,-7 4 1,-1 10-16,6 11 0,6 2 0,-4-27 16,13 23-1,6-7-15,-19-16 0,26 10 16,2-8-16,1-9 16,-1-4-16,-7-3 15,0-4 1,-2-4-16,-2-2 0,1-5 15,-3-3-15,0-3 16,-6 3-16,-9 32 16,8-29-16,-8 29 15,6-26-15,-6 26 16,2-19-16,-2 19 16,0-11-16,-1 7 15,3 14-15,-1 7 16,7 5-16,5 5 15,2-1-15,2-1 16,6 0-16,3 0 16,-6 0-16,-20-25 15,19 24 1,-19-24-16,11 23 16,-11-23-16,8 22 15,-12-3-15,4-19 16,-13 13-16,13-13 15,-12 10-15,12-10 16,-11 3-16,7-11 16,10-15-16,10-3 15,7-6-15,1-1 16,7-2-16,-1 3 16,1-4-16,-3 1 15,-28 35-15,23-32 16,-23 32-16,14-25 15,-14 25-15,9-19 0,-8 7 16,-1 12-16,-5-1 16,-5 10-16,4 10 15,1 5-15,10 2 16,7 2-16,7 4 16,3-1-16,12 0 15,0-2-15,-3-1 16,-31-28-16,26 25 15,-11-1-15,-15 0 16,-13-4-16,-5-4 16,-10-4-16,-5-8 0,33-4 15</inkml:trace>
  <inkml:trace contextRef="#ctx0" brushRef="#br0" timeOffset="29735.8995">9473 9558 0,'0'0'0,"5"9"0,2 11 0,-5 32 0,-6 13 0,1 15 16,-2 11-16,-7 1 15,4-7-15,0-5 16,-2-8-16,5-11 16,3-12-16,2-49 0,-5 41 15,6-11-15,6-14 16,0-17-16</inkml:trace>
  <inkml:trace contextRef="#ctx0" brushRef="#br0" timeOffset="30209.8275">9474 9533 0,'0'0'0,"6"14"0,8 10 0,15 20 15,11 2-15,2 7 16,3-2-16,2-8 16,3-6-16,-7-10 15,0-12-15,-7-8 16,-4-11-16,-1-8 15,3-10 1,-5-6-16,6-7 16,-9-1-16,-2 0 0,-6 0 0,-4-1 15,-14 37-15,8-31 16,-8 31-16,10-27 16,-5 10-16,-2 13 15,-5 18-15,-2 14 16,-1 21-1,1 12-15,-4 18 16,6 3-16,-4 0 16,-2 1-16,0-4 15,3-9-15,0-12 0,1-10 0,4-48 16,-5 40-16,4-11 16,9-11-16</inkml:trace>
  <inkml:trace contextRef="#ctx0" brushRef="#br0" timeOffset="30938.0547">10648 10133 0,'0'0'0,"0"0"0,0 0 0,0-8 0,-3-5 16,-11-6-16,-2 0 0,-9 1 16,-2 9-1,-9 9-15,-3 11 0,-2 9 16,-1 9-16,14 3 16,8-1-16,11-4 15,10-1-15,10-5 16,5-4-16,4-4 15,3-4-15,5-9 16,0-4-16,-5-4 0,-23 8 16,24-12-16,-3-4 15,-21 16-15,17-23 16,-5-1 0,-12 24-16,10-24 0,-10 24 15,3-17-15,0 5 16,-5 15-16,-1 13 15,-3 17-15,4 11 16,1 16-16,-1 6 16,1 7-16,0 3 0,1 2 15,2-2 1,-2-2-16,0-2 0,-2-7 16,-4-5-1,-2-8-15,-5-9 16,-5-12-16,18-31 0,-25 28 15,-5-7-15,-7-10 16,0-11-16,-11-10 16,3-12-16,3-10 15,9-7-15,6-5 16,11-4-16,12-4 16,10-5-16,14-2 15,8 4-15,13 3 0,6 0 16,7 8-16,0 6 15,0 8-15,-54 30 16,45-22-16,-45 22 16,35-13-16,-35 13 15,22-7-15,-13 1 16</inkml:trace>
  <inkml:trace contextRef="#ctx0" brushRef="#br0" timeOffset="31409.2848">11359 9658 0,'0'0'0,"0"0"0,-3-10 0,-4-6 0,-12-6 16,-4 4-1,-9 4-15,-12 9 0,-3 8 16,-1 7-16,3 10 16,10 2-16,5 6 15,6 5-15,5 5 16,13 0-16,6 1 15,13-4-15,10 2 16,8-2-16,1-2 16,15 4-16,-2 1 15,-3 3-15,-4 3 16,-9-1-16,-10 0 16,-13 1-16,-8-7 15,-9-4-15,-17-7 0,-10-5 16,-8-8-1,-6-2-15,-7-9 0,4-8 16,5-5-16,4-10 16,13-11-16,12-5 15</inkml:trace>
  <inkml:trace contextRef="#ctx0" brushRef="#br0" timeOffset="31883.2837">11760 9683 0,'0'0'0,"0"0"0,0 0 0,-1-5 0,-3-8 0,-8-5 16,-9 2-16,-3 6 15,-6 10 1,-10 11-16,-3 14 0,-7 12 16,7 11-16,12 13 15,-1 7-15,15 5 32,11-4-32,14-4 15,11-6-15,7-10 0,11-10 0,0-13 16,-5-9-16,8-10 0,-4-6 15,5-8-15,-5-9 16,3-6 0,-5-8-16,-4-11 0,-4-8 31,-3-1-31,-14-4 16,-3-1-16,-7 0 15,-9 1-15,-13 1 16,-7 7-16,-9 10 15,-6 17-15,-5 10 16,1 14-16,8 12 16</inkml:trace>
  <inkml:trace contextRef="#ctx0" brushRef="#br0" timeOffset="32425.5262">12132 10219 0,'0'0'0,"-5"7"0,1 7 0,-9 13 0,-9 3 0,-8 5 15,-2-3-15,32-32 16,-39 34-16,39-34 15,-33 26-15,33-26 0,-24 20 16,16-5 0,16-3-16,16-9 15,5-2-15,7-5 16,-2-1-16,-34 5 0,30-6 16,-4 2-16,-26 4 15,25-5-15,-25 5 16,20-7-16,-8-5 15,-9-5-15,-3 17 16,-4-23-16,4 23 16,-8-23-16,8 23 15,-5-19-15,-2 11 0,1 19 16,-1 16-16,1 11 16,6 15-1,-2 5-15,-1 0 0,3-1 16,1-2-16,1-10 15,-2-45-15,-1 35 16,1-35-16,-1 27 16,0-14-16,2-17 15,1-16-15</inkml:trace>
  <inkml:trace contextRef="#ctx0" brushRef="#br0" timeOffset="32596.3606">12447 10204 0,'0'0'0,"0"0"0,0 0 0,0 0 16,0 0-16,2 2 15,0 5-15</inkml:trace>
  <inkml:trace contextRef="#ctx0" brushRef="#br0" timeOffset="33035.8261">12637 9537 0,'0'0'0,"0"0"0,5-2 0,7 1 15,20-2-15,13 0 16,6-5-16,9 4 16,5-2-1,-8 0-15,-4 1 0,-7 2 16,-46 3-16,41-4 15,-41 4-15,30-1 16,-3 5-16,-5 8 16,-8 6-16,-11 10 15,-5 8-15,-7 9 16,-1 11-16,-4 8 0,-2 1 16,5 3-16,0 2 15,0-6-15,7-11 16,-3-2-16,4-5 31,1-6-31,2-4 0,0-36 16,0 35-16,0-10 15</inkml:trace>
  <inkml:trace contextRef="#ctx0" brushRef="#br0" timeOffset="33208.4024">12952 10032 0,'0'0'0,"13"-4"0,17-5 0,-30 9 0,45-10 0,21-1 16,11-1-16,1 1 0</inkml:trace>
  <inkml:trace contextRef="#ctx0" brushRef="#br0" timeOffset="33508.7093">13638 9544 0,'0'0'0,"-5"11"0,4 18 0,-4 21 0,-2 21 0,2 8 16,-2 4 0,-2 0-16,4-5 15,1-11-15,2-13 16,0-9-16,2-45 15,1 34-15,-1-34 16,0 26-16</inkml:trace>
  <inkml:trace contextRef="#ctx0" brushRef="#br0" timeOffset="33762.8013">13923 9536 0,'0'0'0,"0"0"0,2 13 0,-2 30 16,0 11-16,0 10 0,-4 2 15,1 3-15,-2-7 16,1-2-16,-3-9 15,7-51-15,-9 44 16,9-44-16,-11 38 16</inkml:trace>
  <inkml:trace contextRef="#ctx0" brushRef="#br0" timeOffset="33951.2692">13676 9986 0,'0'0'0,"10"-3"0,12-4 0,23-1 0,22-1 16,6-2-16</inkml:trace>
  <inkml:trace contextRef="#ctx0" brushRef="#br0" timeOffset="34405.2546">14033 10164 0,'0'0'0,"3"-8"0,9-5 0,8-6 0,11 1 0,2 4 16,-1 7-1,0 10-15,-8 11 16,-7 8-16,-6 12 16,-9 6-16,-10 4 15,-9 3-15,-7 0 16,-1-8-16,-7-4 15,-2-5-15,2-10 16,1-6-16,2-8 0,3-6 16,4-8-16,2-7 15,6-7-15,8-2 16,6 0-16,9 0 16,6 8-16,6 6 15,3 9-15,2 7 0,1 5 16,-3 10-16,3 5 15,4 0-15,5 1 16,8-3 0,4-6-16</inkml:trace>
  <inkml:trace contextRef="#ctx0" brushRef="#br0" timeOffset="34878.1704">14906 9606 0,'0'0'0,"0"0"0,0 0 0,-3-9 0,-10-4 0,-2-3 16,-6 4-16,-4 9 15,-4 7-15,-5 15 0,-4 13 16,-1 16-16,-7 18 31,4 12-31,16 1 0,8 1 0,16-9 16,16-11-16,12-15 16,9-8-16,6-12 15,1-3-15,0-10 16,3-8-1,-2-5-15,1-8 16,-1-10-16,-1-7 0,-4-7 16,-1-6-16,-10-6 15,-5-5-15,-11-6 16,-6-3-16,-13-3 0,-5 1 16,-7-2-1,-10 4-15,-4 9 0,-13 12 16,-10 12-16,-1 16 15,-5 10-15</inkml:trace>
  <inkml:trace contextRef="#ctx0" brushRef="#br0" timeOffset="35137.8888">15761 9764 0,'0'0'0,"13"0"0,14-2 0,15-3 16,14 2-1,12-1-15,4 0 16,-72 4-16</inkml:trace>
  <inkml:trace contextRef="#ctx0" brushRef="#br0" timeOffset="35333.8083">15908 10011 0,'0'0'0,"27"0"0,29-4 0,34 3 16,12-3-16,15 4 0</inkml:trace>
  <inkml:trace contextRef="#ctx0" brushRef="#br0" timeOffset="36094.9595">17254 9356 0,'0'0'0,"0"-10"0,0-6 0,3-7 0,2-2 0,7-4 16,4 7-16,7 2 15,14 8-15,1 3 16,7 7-16,2 11 16,-3 15-16,-11 8 15,-3 11-15,-9 8 16,-10 6-16,-9-1 16,-7 3-16,-2-1 15,-8 0-15,-3-3 16,-5-4-16,-11 0 15,-5-3-15,-3-5 16,-6-4-16,3-5 0,-3-7 16,-5-8-16,5-3 15,-2-12-15,3-7 16,6-8-16,7-7 16,6-4-16,7-4 15,21 26-15,-17-24 16,11-1-16,12 4 15,13 5-15,3 8 16,7 5-16,10 5 16,4 10-16,3 4 0,-1 9 15,6 2 1,-3 3-16,-3-1 0,5 3 16,0-3-16,-4-1 15,-1-6-15,-10-7 16</inkml:trace>
  <inkml:trace contextRef="#ctx0" brushRef="#br0" timeOffset="36743.0279">18342 9310 0,'0'0'0,"0"7"0,-4 6 0,-6 13 16,-8 12-16,-14 8 16,-8 2-16,-7 6 15,-7-2-15,-1-4 0,1-9 16,54-39-16,-44 32 15,44-32-15,-35 19 16,12-8-16,21-2 31,15-3-31,17-3 0,10 0 0,8-2 16,3-4 0,-1 3-16,-50 0 0,50-1 15,-7 1-15,-6-4 16,-37 4-16,31-2 15,-9-6-15,-8-4 16,-4-5-16,-4-4 16,-6-11-16,-3-2 15,0-4-15,0 1 0,-2 2 16,5 35-16,-5-29 16,5 29-16,-6-27 15,6 27-15,-2-19 16,-1 15-16,3 18 15,-1 18-15,2 12 32,3 14-32,-1 4 0,1 1 0,-4-2 31,2 2-31,4-5 16,-1-3-16,1-7 15,-6-48-15,5 43 0,-5-43 16,4 32-16,2-11 15,6-24-15,-1-14 16</inkml:trace>
  <inkml:trace contextRef="#ctx0" brushRef="#br0" timeOffset="37246.1742">19425 9269 0,'0'0'0,"0"0"0,-6-2 0,-17-5 0,-11 6 0,-16 5 16,-7 5-1,-9 11-15,1 15 16,-10 10-16,2 11 0,4 13 16,10 7-1,13 2-15,19 2 0,19-4 16,11-9-16,13-12 16,14-7-16,12-11 15,2-5-15,4-8 16,-3-4-16,-1-9 15,-4-7-15,-1-9 16,-6-5-16,-1-5 16,-4-4-16,-7-2 15,-6-6-15,-6 1 0,-6-7 16,-9 1-16,-11-2 16,-9 1-16,-13 7 15,-10 2 1,-7 9-16,-4 11 0,60 4 15,-58 5-15</inkml:trace>
  <inkml:trace contextRef="#ctx0" brushRef="#br0" timeOffset="38002.3107">20492 9550 0,'0'0'0,"0"0"0,-2-7 0,-4-11 16,-6-2-16,-7-2 15,-5 4-15,-6 4 16,-14 9-16,-2 12 16,-11 8-16,3 12 0,0 7 15,11 1-15,6 2 16,18-1-16,12-1 16,12-5-16,18-6 15,9-5-15,5-6 16,9-11-16,1-4 15,0-3-15,-4-7 16,-6-4-16,-8 1 16,-7-8-16,-4 1 15,-10 0-15,-8 22 16,6-24-16,-6 24 16,4-20-16,-4 20 15,2-19-15,1 9 16,-3 16-16,-4 18 15,2 12-15,-4 13 16,1 12-16,-3 3 0,6 1 16,-3 5-16,1 0 15,0-10-15,-3-5 16,-3-6-16,6-9 16,-12-5-16,0-4 15,-7-7-15,-4-6 16,-6-7-16,-3-6 15,-3-5-15,4-4 16,3-6-16,4-4 16,4-8-16,12-6 15,10-8-15,14-7 16,18-4 0,9 0-16,15 4 0,4 6 15,-3 6-15,-4 7 16,-6 4-16,-8 4 0,-3 2 15</inkml:trace>
  <inkml:trace contextRef="#ctx0" brushRef="#br0" timeOffset="38334.1039">21116 9322 0,'0'0'0,"-7"14"0,-11 14 0,-6 25 16,-18 12-16,-6 14 15,-6 9 1,2-4-16,1-5 0,5-8 16,3-5-16,5-9 0,9-6 15,4-5-15,25-46 0,-15 37 16,5-8-16,9-17 16,12-14-16</inkml:trace>
  <inkml:trace contextRef="#ctx0" brushRef="#br0" timeOffset="39234.4632">21185 9711 0,'0'0'0,"-2"8"0,2 14 0,-1 6 0,2 9 15,-1 4-15,-3-5 16,3-36-16,-1 30 0,1-30 16,-4 23 15,4-23-31,-2 18 16,2-18-16,-1 9 0,1-11 15,5-13-15,6-9 16,1-8-16,3-3 15,8 1-15,-4 3 16,-19 31-16,23-24 16,0 9-16,-23 15 0,23 0 15,-3 11 1,-2 13-16,-6 7 0,-5 1 16,-7-32-16,4 29 15,-4-29-15,0 22 16,0-22-16,-1 13 15,1-11-15,0-11 16,-1-8-16,4-3 16,5-8-16,3-1 15,2 0-15,6 3 16,-19 26-16,23-22 16,1 11-16,-1 12 15,0 9-15,-9 8 16,-4 7-16,-7 5 0,5-3 15,0-2 1,7-6-16,5-4 0,4-9 16,2-3-16,6-3 15,2-4-15,-4-6 16,-1-3-16,3-1 16,-3-2-16,-6-4 15,-3 1-15,-3-1 16,-17 20-16,15-22 15,-10 1-15,-5 21 16,-4-16-16,-9 4 16,-9 11-16,-5 8 0,-3 9 15,4 5 1,26-21-16,-23 24 16,11 1-16,10 0 15,2-25-15,8 23 0,11-6 16,13-5-16,4-5 15,0-6-15,-1-5 16,-4-1 0,-9-5-16,-1-3 0,-5-3 15,-5-4-15,-2 0 16,-8-3-16,-11-3 16,-10-1-16,-16 3 15,-6 5-15,-3 5 16,45 14-16,-43-10 0</inkml:trace>
  <inkml:trace contextRef="#ctx0" brushRef="#br0" timeOffset="39515.1563">22385 9248 0,'0'0'0,"0"0"0,0 0 0,1 10 0,-5 22 15,9 11-15,-1 16 16,-2 5-16,-2 5 16,2-5-16,-6 3 15,2-4-15,1-4 0,6-5 16,-2-8-16,0-5 15,0-6 1,-3-35-16,8 29 0</inkml:trace>
  <inkml:trace contextRef="#ctx0" brushRef="#br0" timeOffset="39657.0349">22718 9818 0,'0'0'0,"0"0"0,0 0 0,0 0 0</inkml:trace>
  <inkml:trace contextRef="#ctx0" brushRef="#br0" timeOffset="43432.1643">3644 12456 0,'0'0'0,"0"0"0,4 2 0,7 13 0,5 10 0,0 8 16,2 12-16,-4 7 16,2-2-16,-1 4 15,-8-2-15,-5-5 16,-2-47-16,5 40 16,-10-7-16,5-33 0,-8 25 15,8-25-15,-8 18 16,8-18-16,-5 8 15,1-10-15,2-15 16,2-7-16,5-8 16,-1-5-16,5-4 15,5 0-15,6-1 16,1 4 0,6 5-16,-2 8 0,-1 8 15,3 9-15,-4 10 16,-2 7-16,-3 7 15,-5 8-15,-2 3 16,-1 3-16,-10-30 16,6 30-16,-6-4 15,0-26-15,-1 24 16,1-24-16,-6 17 0,6-17 16,-5 10-16,3-7 15,0-14-15,6-10 16,1-2-16,2-5 31,8-4-31,-3-1 16,4 4-16,-16 29 15,23-23-15,-3 7 16,-20 16-16,22-7 16,1 11-16,0 14 15,-6 7-15,-5 4 16,-1 6-16,-6 4 0,-5-3 15,-2 1-15,-4-2 16,-2-4 0,8-31-16,-4 27 0,4-27 15,-2 22-15,5-12 16,9-11-16</inkml:trace>
  <inkml:trace contextRef="#ctx0" brushRef="#br0" timeOffset="44474.7892">4713 12782 0,'0'0'0,"0"0"0,4-3 0,-4 3 16,6-8-1,1-2-15,-2-8 0,-5 18 16,6-22-16,-7-3 15,-7-5-15,-6 4 16,-7 2-16,-4 6 16,-3 11-16,-3 12 15,-1 8-15,-4 8 16,-1 14-16,5 0 16,9 2-16,9-2 15,9-6-15,10-2 16,7-4-16,8-8 15,3-6-15,-23-9 0,26 6 16,3-7 0,-3-6-16,-26 7 0,26-8 15,-9-6-15,-17 14 16,15-18 0,-15 18-16,7-14 0,-2 3 15,-4 11-15,-2 10 16,-4 7-16,3 7 15,8 3-15,-6-27 16,9 24-16,4-4 16,13-3-16,5-9 15,0-9-15,-2-9 16,0-4-16,-1-6 0,-4-7 16,1-1-16,-8-5 15,-2 2-15,-15 31 16,9-34-16,-5-1 15,-4 35 1,-2-30-16,2 30 16,-2-24-16,2 24 0,-4-17 15,4 17 1,-3-9-16,4 14 0,10 10 16,11 6-16,-2 9 15,3 3-15,0 4 16,-2-2-16,-4 0 15,-2-5-15,-15-30 16,10 28-16,-10-28 16,2 23-16,-2-23 0,0 16 15,0-16-15,-3 9 16,-1-8-16,6-11 16,3-6-16,6-7 15,5-4-15,5-7 16,-3 3-16,3-2 15,-3 0-15,2-2 16,-9 1 0,-11 34-16,10-34 15,-10 34-15,5-26 0,-10 9 16,-10 11-16,-2 9 16,-4 11-16,7 3 15,5 5-15,10 3 16,5 1-16,9 3 15,9 4-15,1 1 16,6-1-16,-1 2 0,-8-2 16,-22-33-16,22 27 15,-22-27-15,11 27 16,-11-6-16,-12-6 16,-6-9-16,-1-8 31,1-9-31,7-8 0</inkml:trace>
  <inkml:trace contextRef="#ctx0" brushRef="#br0" timeOffset="44885.6027">6161 12780 0,'0'0'0,"0"0"0,-1-4 0,0-10 0,1 14 16,-5-16-16,-1-1 15,6 17-15,-14-21 32,-6 7-32,-14 13 15,0 12-15,-6 7 16,10 13-16,4 3 15,13 5-15,7-1 16,14-4-16,10-4 0,13-7 16,6-6-16,9-5 15,0-6-15,-2-5 16,-8-8-16,-36 7 16,33-13-16,-7-4 15,-11-8-15,-13-7 16,-8-3-16,-15 0 15,-9-5-15,-2 7 16,-4 2-16,5 2 16</inkml:trace>
  <inkml:trace contextRef="#ctx0" brushRef="#br0" timeOffset="45184.436">6551 12232 0,'0'0'0,"1"7"0,2 8 0,-5 20 16,4 14-16,-2 15 15,5 12-15,-5 8 16,-2 4-16,-1-5 15,6-1-15,-9-13 16,0-10-16,6-59 0,-5 47 16,5-47-1,-6 35-15,-3-16 0,-1-23 16</inkml:trace>
  <inkml:trace contextRef="#ctx0" brushRef="#br0" timeOffset="45373.2418">6498 12044 0,'0'0'0,"11"-7"0,11-5 0,15 6 0,21 6 16,8 7-16,-2 9 15,-2 14-15,-8 0 16</inkml:trace>
  <inkml:trace contextRef="#ctx0" brushRef="#br0" timeOffset="45572.3861">6493 12629 0,'0'0'0,"0"0"0,13 3 0,31-5 0,24-1 16,17 1-16,11-2 16</inkml:trace>
  <inkml:trace contextRef="#ctx0" brushRef="#br0" timeOffset="46263.5137">7851 12606 0,'0'0'0,"0"0"0,-1-8 0,-8-8 15,-6-4-15,-3 0 16,-10-1-16,-3 7 16,-10 8-1,-1 10-15,-11 8 16,2 16-16,-6 6 15,4 9-15,6 4 16,11 5-16,14-4 16,14-1-16,23-2 0,10-8 0,15-7 15,12-5-15,7-8 16,6-8-16,5-5 16,0-9-16,1-7 15,-6-4 1,-1-8-16,-5-2 0,-8-5 15,-13-4-15,-9-2 16,-10 2-16,-16 4 16,-8 4-1,-9 5-15,-10 8 16,-10 3-16,-5 9 0,-1 11 16,-8 10-1,7 10-15,6 8 16,9 5-16,18-2 15,11-3-15,13-5 16,9-10-16,11-7 16,3-8-16,3-6 15,-1-7-15,-5-5 16,3-6-16,-6 0 16,-8-3-16,-7-1 15,-13-4-15,-7-6 0,-13-1 16,-8-3-16,-6 5 15,-8 7-15,37 23 16,-38-13-16</inkml:trace>
  <inkml:trace contextRef="#ctx0" brushRef="#br0" timeOffset="46799.0112">8280 12693 0,'0'0'0,"4"6"0,4 7 0,2 8 15,-3 8-15,2 3 16,0 1-16,-3-4 16,-6-29-16,5 25 15,-5-25-15,6 19 16,-6-19-16,1 13 0,-1-13 15,1 7-15,0-8 16,-1-10-16,1-6 16,1-2-16,3-1 15,-5 20-15,10-21 16,4 4-16,-14 17 16,20-16-16,3 10 15,0 9-15,-4 9 16,0 6-16,-3 3 15,-16-21-15,11 22 16,-11-22-16,7 21 16,-7-21-16,3 17 15,-3-17-15,1 10 16,0-10-16,5-12 16,-6 12-16,5-17 0,5-6 15,7-4-15,-17 27 16,21-20-16,3 9 15,6 10-15,-1 11 0,-11 4 16,-4 5 0,-10 5-16,-4-24 15,2 25-15,-2-25 0,1 23 16</inkml:trace>
  <inkml:trace contextRef="#ctx0" brushRef="#br0" timeOffset="47097.4406">8933 12688 0,'0'0'0,"0"0"0,0 4 0,0 14 15,0 15 1,0 15-16,-4 14 0,4 5 15,-5 4-15,-1 0 16,1 3-16,-4-3 16,2 0-16,3-8 15,-1-8-15,5-55 0,0 47 16,0-47-16,0 39 16,4-19-1,-4-22-15,2-16 0</inkml:trace>
  <inkml:trace contextRef="#ctx0" brushRef="#br0" timeOffset="47396.9216">8888 12570 0,'0'0'0,"11"-2"0,15 3 0,14 5 16,14 4 0,4 10-16,2 8 0,-12 1 15,-13 7-15,-18-4 0,-16 2 16,-21-2-16,-9 0 16,-9-4-16,-3-7 15,41-21-15,-52 18 31,4-5-31,-10-9 0,14-7 0,13-9 16,19-5-16</inkml:trace>
  <inkml:trace contextRef="#ctx0" brushRef="#br0" timeOffset="47761.2502">9509 12637 0,'0'0'0,"0"0"0,0 0 0,-4-1 0,-9-7 0,-12 7 16,-9 7-16,-5 7 15,0 9-15,1 6 16,13 1-16,10-1 15,15-1-15,5-3 16,14-5-16,4-2 16,7-6-16,5-6 15,2-4-15,4-5 16,-2-6-16,-39 10 16,35-13-16,-12-2 0,-4-9 15,-10-6-15,-12-4 16,-10-2-16,-6 2 15,-7 3-15,26 31 16,-28-25-16</inkml:trace>
  <inkml:trace contextRef="#ctx0" brushRef="#br0" timeOffset="48123.6701">9753 12602 0,'0'0'0,"1"10"0,-1 8 0,0 9 0,-7 6 15,8 2 1,3-3-16,5-7 16,-9-25-16,22 21 15,5-8-15,6-9 16,0-9-16,0-9 15,-6-3-15,-2-10 16,-8 2-16,-6 0 16,-11 25-16,5-23 15,-5 23-15,2-21 16,-2 21-16,-2-12 0,-1 15 16,-7 12-16,4 8 15,4 7-15,9 1 16,5-8-16,13-5 0,4-3 15</inkml:trace>
  <inkml:trace contextRef="#ctx0" brushRef="#br0" timeOffset="48519.0531">10166 12580 0,'0'0'0,"0"0"0,2 7 0,5 11 0,2 3 16,1 10-16,-10-31 15,13 31-15,-3 0 16,-10-31-16,9 29 16,-9-29-16,7 23 0,-7-23 15,4 16-15,-4-16 16,1 10-16,-1-11 31,-3-11-31,6-5 0,-2-5 0,3-4 16,-4 26-16,9-25 15,6 9-15,2 4 16,4 10-16,0 11 16,-1 9-16,-4 3 15,-2 3-15,0 2 16,-4 3-1,-10-29-15,4 29 0,-4-29 16,3 26-16,1-10 0</inkml:trace>
  <inkml:trace contextRef="#ctx0" brushRef="#br0" timeOffset="49040.6641">10877 12065 0,'0'0'0,"0"0"0,0 0 0,3 8 0,-3 19 0,-3 13 16,6 15-16,-3 12 15,-8 4-15,9 4 16,-3-3-16,-2-4 16,5-7-16,-1-8 0,0-12 15,0-7-15,0-34 16,3 28 0,-3-28-16,3 25 0,-3-25 15,2 19-15,-2-19 16,4 13-16,-1-13 31,-9-12-31,1-7 0,-5-5 0,-4-1 16,-3 1-16,17 24 15,-18-21-15,-5 6 0,-9 9 32,-2 13-32,4 9 15,-2 9-15,11 4 16,6-3-16,11-1 15,10-1-15,14-9 16,12-3-16,7-9 16,12-3-16,11-6 15,6-3-15,0-4 16</inkml:trace>
  <inkml:trace contextRef="#ctx0" brushRef="#br0" timeOffset="49229.1489">11332 12545 0,'0'0'0,"13"-2"0,12 1 0,14 2 16,13-2-16,2 0 15</inkml:trace>
  <inkml:trace contextRef="#ctx0" brushRef="#br0" timeOffset="49417.6764">11338 12671 0,'0'0'0,"10"0"0,17 0 0,20 2 0,26 2 16,21 1-16,18 3 15</inkml:trace>
  <inkml:trace contextRef="#ctx0" brushRef="#br0" timeOffset="51065.7831">12575 12181 0,'0'0'0,"0"0"0,0-6 0,0 6 0,2-11 0,1-8 15,1-3 1,1-1-16,3 1 0,4 5 16,1-3-16,6 5 15,3 0-15,6 3 16,5 7-16,2 7 16,6 7-16,2 10 15,1 9-15,-9 9 16,-6 6-16,-7 9 15,-14 1-15,-12-1 16,-7-4-16,-7-4 0,-7-10 16,3-4-16,-1-6 15,-1-6 1,1-4-16,0-3 0,23-11 16,-26 7-16,26-7 15,-19 4-15,19-4 16,-12-1-16,12-7 15,17-3-15,9 3 16,5 4-16,1 8 16,-1 13-16,-2 6 15,-6 11-15,-2 5 16,-8 6-16,-6-4 16,-7 3-16,-8-4 15,-5-6 1,-8-6-16,-4-6 0,-9-5 0,1-7 15,-6-9-15,-3-2 16,-6-7-16,1-2 16,1-3-16,-2-2 15,13-4-15,5-5 16,8-5-16,14 1 16</inkml:trace>
  <inkml:trace contextRef="#ctx0" brushRef="#br0" timeOffset="51270.5747">13138 12523 0,'0'0'0,"0"0"0,0 0 0,2 0 15,-2 0-15,3 0 16,-3 0-16</inkml:trace>
  <inkml:trace contextRef="#ctx0" brushRef="#br0" timeOffset="51884.9328">13441 12119 0,'0'0'0,"0"0"0,3-5 0,3-3 15,10 0-15,7 2 0,7 3 16,9 6-16,0 5 15,5 8-15,-2 9 32,-4 6-32,-8 6 0,-5 4 0,-11 4 15,-13 0-15,-13-5 16,-11-3-16,-3-8 16,-3-9-16,-2-4 15,2-4 1,29-12-1,-26 8-15,26-8 0,-26 6 16,26-6-16,-19 3 16,12-6-16,9-4 15,14 2-15,9-1 16,4 9-16,12 3 16,1 7-16,-1 7 15,-4 6-15,-2 10 16,-9 2-16,-8 2 15,-14 2-15,-9-2 16,-10-1-16,-8-4 16,-3-2-16,-8-8 0,-1-6 15,-2-4 1,0-5-16,0-6 0,-3-5 16,1-4-16,3-4 15,3-2-15,3-1 16,4-6-16,7-7 15,13-3-15,10 1 16</inkml:trace>
  <inkml:trace contextRef="#ctx0" brushRef="#br0" timeOffset="52174.5175">14091 12475 0,'0'0'0,"0"0"0,0 0 0,2 0 0,6 4 0,10 4 16,7 6-16,7 7 15,4 7 1,-3 0-16,2-1 0,1 6 15,-5 1-15,-8-5 16,0-3-16,-23-26 16,27 27-16,-7-1 15,-20-26-15,23 23 16</inkml:trace>
  <inkml:trace contextRef="#ctx0" brushRef="#br0" timeOffset="52453.0118">14509 12473 0,'0'0'0,"0"0"0,-6 5 0,-7 13 0,-14 16 0,-5 5 15,-13 4-15,2 0 16,0-5-16,2-4 16,5-8-16,7-7 15,29-19-15,-29 12 16,3-3-16,15-10 16</inkml:trace>
  <inkml:trace contextRef="#ctx0" brushRef="#br0" timeOffset="52817.0435">14889 12086 0,'0'0'0,"0"0"0,-1 8 0,-1 20 16,5 10-16,0 10 16,-3 14-16,8 8 15,-7 0 1,-1-2-16,1-2 0,-1-5 0,-2-8 15,2-5-15,2-3 16,-2-5-16,0-5 16,0-4-16,0-31 15,1 30 1,-1-30-16,8 25 0</inkml:trace>
  <inkml:trace contextRef="#ctx0" brushRef="#br0" timeOffset="53320.475">15613 12286 0,'0'0'0,"0"0"0,0-7 0,-6-8 31,6 15-31,-12-18 0,-6 2 0,-9 2 16,-7 9-16,-2 6 15,-5 12 1,-2 9-16,-3 13 0,1 12 16,10 10-16,3 10 15,8 5-15,12-4 16,11-2-16,7-9 15,10-9-15,8-9 0,6-8 16,4-8-16,4-9 16,0-6-16,3-7 15,0-7-15,2-7 16,-3-8-16,-2-3 31,-6-9-31,-4 0 16,-8-4-16,-8-6 15,-6-3-15,0 1 16,-7-2-16,-6 0 16,-3-1-16,-6 0 15,-1 1-15,-6 7 16,-7 6-16,3 7 16,27 27-16</inkml:trace>
  <inkml:trace contextRef="#ctx0" brushRef="#br0" timeOffset="53588.5204">15677 11899 0,'0'0'0,"0"0"0,5-1 0,12-2 15,15-3-15,10 3 0,7 2 16,-2 2 0,6 1-16,-1 0 0</inkml:trace>
  <inkml:trace contextRef="#ctx0" brushRef="#br0" timeOffset="54211.7816">16161 11491 0,'0'0'0,"0"0"0,0 0 0,2-4 0,9-3 16,4 2-16,6 1 15,10 2-15,-3 7 16,-1 4-16,0 9 15,-4 7-15,-6 6 16,-3 2-16,-8 3 16,-9 1-16,-7 0 15,-7-5-15,17-32 16,-22 29-16,-3-6 0,-3-6 16,28-17-1,-26 11-15,26-11 16,-27 7-16,27-7 0,-19 2 15,5-2 1,14 0-16,-4-6 0,10-5 16,17 2-16,4 1 15,4 3-15,4 8 16,1 5 0,-9 6-16,-5 5 0,-4 2 0,-2 4 15,-7 6-15,-4 0 16,-10 0-16,-5 0 15,-4-5-15,-11-4 16,0-5-16,-8-2 16,0-6-1,-5-5-15,3-4 0,-1-6 16,3-4 0,-3 0-16,4-4 15,32 14-15,-35-16 16</inkml:trace>
  <inkml:trace contextRef="#ctx0" brushRef="#br0" timeOffset="55522.4203">16511 12394 0,'0'0'16,"0"0"-16,3 3 0,5 7 0,3 6 0,4 11 15,1 4-15,-4 6 16,-1 1-16,-1 0 15,-10-38-15,6 36 16,-6-36-16,5 33 16,-5-33-16,1 26 15,-1-26-15,-2 18 16,2-18-16,-1 10 0,-2-6 16,3-12-1,-1-9-15,-2-6 0,6-2 16,1-5-16,3-2 15,6 4-15,-13 28 16,13-26 0,6 5-16,-19 21 0,26-16 15,2 10-15,0 8 16,-28-2-16,28 8 16,-28-8-16,19 17 15,-19-17-15,15 21 16,-15-21-16,7 20 15,-7-20-15,2 16 16,-2-16-16,-4 11 16,-1-10-16,3-7 0,-2-8 15,8-3-15,7-5 16,5 2-16,9-1 16,4 1-16,-29 20 15,30-12-15,-5 10 16,-3 11-16,-3 4 15,-8 10-15,-2 0 16,-5 1-16,-4-24 16,4 23-16,1-1 15,-5-22-15,8 21 16,2-6-16,-10-15 31,16 12-31,4-8 0,1-5 0,0-8 16,-1-5-16,2 0 0,-2-3 15,-4-4 1,1-3-16,-3-2 0,-7-1 16,-7 27-16,5-29 15,-5 29 1,3-21-16,-12 5 0,-8 9 16,0 11-16,-6 8 15,4 6-15,0 7 16,8 0-16,6 1 15,8-1-15,9-6 16,9-1-16,4-1 16,0-6-1,6-7-15,-1 1 0,-30-5 16,25-3-16,-25 3 16,26-6-16,-9-5 15,-8-6-15,-7-10 0,-8-1 31,-6-3-31,-7-1 0,-7-1 16,26 33-16,-30-31 0</inkml:trace>
  <inkml:trace contextRef="#ctx0" brushRef="#br0" timeOffset="55839.776">17516 11935 0,'0'0'0,"0"0"0,0 9 0,3 15 0,2 15 16,3 8-16,-1 10 15,3 6-15,0 3 16,-2 2-16,-4-1 16,-6-4-16,2-8 15,-3-6-15,1-5 16,-2-7-16,0-7 16,4-30-16,-5 29 0,8-8 15,5-7-15,6-9 16</inkml:trace>
  <inkml:trace contextRef="#ctx0" brushRef="#br0" timeOffset="56109.1988">18040 12305 0,'0'0'0,"0"0"0,2 3 0,9 5 16,9 10-16,5 5 15,6 6 1,7 4-16,1 5 0,-1-4 16,-3-4-16,-3-1 15,-4-4-15,-28-25 16,23 23-16</inkml:trace>
  <inkml:trace contextRef="#ctx0" brushRef="#br0" timeOffset="56361.9067">18366 12232 0,'0'0'0,"-6"12"0,-10 8 0,-9 14 16,-9 8 0,-8 7-16,-6-1 15,0 0-15,-1-5 16,6-9-16,43-34 0,-38 27 15</inkml:trace>
  <inkml:trace contextRef="#ctx0" brushRef="#br0" timeOffset="57085.6558">19090 11689 0,'0'0'0,"0"0"0,5-4 0,7-6 0,8 2 15,6 2-15,12 8 16,6 8-16,1 10 16,-2 12-16,-4 11 15,-8 7 1,-15 5-16,-9 6 0,-13 2 31,-10-1-31,-11-3 0,-3-8 0,-8-4 16,-5-10-16,0-6 15,-5-4-15,-3-6 16,3-2-16,48-19 0,-47 14 16,4-7-16,43-7 15,-37-1-15,11-10 16,9-10-16,12-5 16,6 0-16,14 3 15,11 5-15,4 5 16,7 13-16,6 7 15,0 6 1,-2 5 0,0 11-16,-4-4 15,2 6-15,-12 1 16,7 0-16,0-5 16,-6-2-16,-2-7 15,-26-18-15,27 8 16</inkml:trace>
  <inkml:trace contextRef="#ctx0" brushRef="#br0" timeOffset="57749.7699">20042 11728 0,'0'0'0,"-1"8"0,-7 7 0,-6 12 0,-13 6 16,-8 8-16,-8 2 15,-4-4-15,-3 1 0,2-7 16,48-33-1,-41 26-15,41-26 0,-29 22 16,29-22-16,-20 18 16,17 1-16,18-3 15,13 1-15,8-2 16,6-4-16,0-1 16,-1-2-16,-1-2 15,-7-3-15,-33-3 16,30 1-16,-30-1 15,20-3-15,-2-7 16,-7-9-16,-5-6 16,-6-7-16,0-4 0,-5 3 15,3-3-15,0 0 16,1 5-16,1 31 16,-2-27-16,2 27 15,0-24-15,0 24 16,3-16-16,-1 11 15,5 15 1,-3 12-16,6 14 0,-9 11 16,1 10-16,-1 4 15,-1 1-15,0 5 16,4-4-16,-2-2 16,-4-6-16,4-9 15,-2-46-15,2 36 16,-2-36-16,1 29 15,3-15-15,4-20 0</inkml:trace>
  <inkml:trace contextRef="#ctx0" brushRef="#br0" timeOffset="58223.5966">20750 11721 0,'0'0'0,"0"0"0,0 0 0,-1 0 0,-10 4 0,11-4 0,-25 14 16,-11 12-16,-16 10 15,-4 11-15,-5 12 16,3-2-16,9 2 16,15-4-16,14-3 15,13-6-15,8-4 0,9-1 16,9-4-16,11-4 16,2-2-16,6-6 15,5-8-15,-1-5 0,-3-7 16,3-2-16,-4-7 15,-5-9-15,-4 1 16,-6-6-16,-8-4 16,-3-5-16,-10-4 15,-3-4 1,-7-4-16,-6 0 0,-12 0 16,-6 8-1,-12 8-15,-12 10 0,2 8 16</inkml:trace>
  <inkml:trace contextRef="#ctx0" brushRef="#br0" timeOffset="58919.7723">21832 12072 0,'0'0'0,"0"0"0,5-6 0,-5-8 0,-8-12 15,-6 0-15,-8 1 16,-8 5-16,-10 10 15,-4 9-15,-6 7 16,1 7 0,4 6-16,10 4 15,11 1-15,10 1 16,11-1-16,10 3 16,9-1-16,5-6 15,13-2-15,4-4 16,5-7-16,-4-4 15,4-3-15,-9-4 16,-3-6-16,-7-4 16,-1-5-16,-5-6 15,-1-1-15,-7-3 16,-10 29-16,7-29 16,-7 29-16,6-28 15,-6 28-15,2-20 16,-2 6-16,-2 14 0,1 8 15,-2 14 1,8 10-16,-1 10 0,8 8 16,3 6-16,-1 3 15,0 0-15,2-3 16,-3-1-16,-5 0 16,-6-3-16,-1-7 15,-11-4-15,-7-12 16,-3-8-16,-9-6 15,-2-6-15,-3-7 16,2-5-16,-3-7 16,-1-5-16,-4-6 15,7-5-15,1-2 16</inkml:trace>
  <inkml:trace contextRef="#ctx0" brushRef="#br0" timeOffset="59251.224">21312 12628 0,'0'0'16,"13"-2"-16,20-4 0,16 4 0,27-1 0,22 2 15,13-1-15,11 5 16,-1 1-16,-5 1 16,-3-1-16,-11 0 15,-11-4-15,-10-6 0,-12 1 16,-11-1-16,-58 6 15,52-6 1</inkml:trace>
  <inkml:trace contextRef="#ctx0" brushRef="#br0" timeOffset="60039.2408">21260 12939 0,'0'0'0,"0"0"0,5 2 0,2 9 0,4 5 15,5 11-15,-1 4 16,-3 7 0,2 1-16,-5 1 15,-2 0-15,-3-4 16,-4-5-16,0-31 15,-2 26-15,2-26 16,-4 20-16,4-20 16,-7 13-16,3-7 0,2-12 15,2-9-15,3-7 0,7-6 16,-1-2 0,4-2-16,2 0 15,3 3 1,-18 29-16,18-24 15,3 7-15,-3 8 16,5 9-16,1 8 16,-2 5-16,-1 4 15,-4 1-15,-17-18 16,13 19-16,-13-19 16,11 21-16,-11-21 15,9 17-15,-9-17 0,4 13 16,-4-13-16,3 8 15,-6-9-15,-1-10 16,4 11-16,-3-17 16,5-6-16,11-4 15,12-1-15,-25 28 16,26-25-16,6 11 16,0 10-16,-7 10 15,-8 6-15,-5 6 16,-12-18-16,14 20 15,-14-20-15,5 22 16,-1-1-16,-4-21 16,-2 20-16,2-20 0,-1 15 15,1-15-15</inkml:trace>
  <inkml:trace contextRef="#ctx0" brushRef="#br0" timeOffset="60432.8184">22170 13059 0,'0'0'0,"0"0"0,0 0 0,0 0 0,0-4 15,-11-1-15,-9 3 16,-6 8-16,-6 4 15,-2 8-15,2 4 16,12 1-16,3-2 16,17-21-16,-7 24 15,7 1-15,8 1 0,8 0 16,9-4-16,2-6 16,7-3-16,-34-13 15,32 5-15,-2-6 16,-30 1-16,29-8 15,-8-9-15,-7-9 16,-7-7-16,-9 2 16,-11-1-16,-10 1 15,-6 5-15,-9 2 16,38 24-16,-34-20 16</inkml:trace>
  <inkml:trace contextRef="#ctx0" brushRef="#br0" timeOffset="60669.0466">22452 12828 0,'0'0'0,"0"5"0,1 8 0,2 15 0,-3 12 0,5 11 16,-6 14-16,2 2 16,-3 5-16,2 3 15,-6 2-15</inkml:trace>
  <inkml:trace contextRef="#ctx0" brushRef="#br0" timeOffset="80924.7552">17700 11772 0,'0'0'0,"0"0"0,0 1 0,-4 6 0,-4 5 15,-5 10-15,-12 8 16,-3 12-16,-15 8 31,-12 11-31,-10 11 0,-10 6 0,-14 7 16,-6 6-16,-8 0 15,-4 2-15,3-3 16,1-2-16,6-6 16,7-5-16,7-3 15,83-74-15</inkml:trace>
  <inkml:trace contextRef="#ctx0" brushRef="#br0" timeOffset="81601.712">22367 12858 0,'0'0'0,"0"0"0,-2 2 0,-9 4 0,-10 4 16,-11 6-16,-13 8 0,-14 6 15,-14 8-15,-17 9 32,-18 11-32,-13 9 15,-26 14-15,-13 14 16,-17 7-16,-10 5 15</inkml:trace>
  <inkml:trace contextRef="#ctx0" brushRef="#br0" timeOffset="92924.3589">10747 14276 0,'0'0'0,"7"1"0,-7-1 0,16 0 0,14-3 0,-30 3 0,46-3 15,10-1-15,13-4 16,-2 4-16,1 1 16,-6 6-16,-7 3 15</inkml:trace>
  <inkml:trace contextRef="#ctx0" brushRef="#br0" timeOffset="93145.5552">10818 14550 0,'0'0'0,"0"0"0,4-2 0,8-1 0,18 0 16,13 3-16,23-3 15,17-1-15,13 0 16,9 1-16</inkml:trace>
  <inkml:trace contextRef="#ctx0" brushRef="#br0" timeOffset="93901.8316">12525 14175 0,'0'0'0,"-2"-8"0,-2-7 0,-3-7 0,0-4 16,-8-6-16,2 3 15,-7-2-15,0 2 16,-7 2-16,-5 3 16,-7 3-16,-2 6 15,-5 8-15,-7 12 16,-1 9-16,0 9 15,-3 18-15,-1 17 0,-1 12 16,5 14-16,9 12 16,13-2-16,18-5 15,19-5-15,11-13 16,14-10-16,10-7 16,10-8-16,7-10 15,7-10-15,-2-9 16,5-10-16,-2-10 15,-3-12-15,0-12 16,0-6-16,-8-11 16,-6-8-16,-7-3 0,-7-5 15,-10-4-15,-9-4 16,-5 1-16,-8-1 16,-7 1-16,-6 2 15,-11 4-15,-5 4 16,-8 6-16,-2 11 15,-9 5-15,4 10 16,-1 10-16,4 15 16,0 6-16</inkml:trace>
  <inkml:trace contextRef="#ctx0" brushRef="#br0" timeOffset="94106.9695">12951 14480 0,'0'0'0,"0"0"0,0 0 0,1 1 16,6 7-16</inkml:trace>
  <inkml:trace contextRef="#ctx0" brushRef="#br0" timeOffset="94975.0169">13726 14095 0,'0'0'0,"0"0"0,0-7 0,-7-3 0,0-5 15,-6-2-15,-4 0 16,-9 6-16,-8 1 16,-7 6-1,-2 5-15,-2 8 0,4-1 0,2 4 16,6 5-16,3 3 15,11 5-15,9 6 16,13 1-16,5 4 16,13 5-16,15 2 15,5 4-15,6 3 16,3 2-16,7 4 16,-10 0-16,2 2 0,-13 2 15,-13-2 1,-11-3-16,-14-10 15,-7-4 1,-8-8-16,-10-6 0,-2-10 0,-8-4 16,1-8-16,0-8 15,0-9-15,1-4 16,3-7-16,7-9 16,10-4-16,9-5 15,10-4-15,10-3 16,13-1-16,8-1 15,7 0-15,5 3 16,-1-5-16,0 2 16,-4 1-1,-7 0-15,-9 1 0,-9 2 0,-14-2 16,-14 4 0,-14 1-1,-22 5-15,-14 9 0,-18 13 0</inkml:trace>
  <inkml:trace contextRef="#ctx0" brushRef="#br0" timeOffset="97873.7786">14156 14058 0,'0'0'15,"0"0"-15,0 0 0,0 1 0,0-1 0,1 2 0,-1 9 16,3 16-16,-3 16 16,4 15-16,1 14 15,-3 5-15,-2 1 16,0 2 0,-6-1-16,8-6 0,-5-7 15,1-7-15,-3-6 16,2-4-16,3-49 15,-1 43-15</inkml:trace>
  <inkml:trace contextRef="#ctx0" brushRef="#br0" timeOffset="99007.1462">14634 14291 0,'0'0'0,"0"0"0,-4-4 0,4 4 0,-10-8 0,-3-7 16,1-7-1,1-4-15,11 26 0,-6-25 0,8-3 16,6-7-16,4 3 16,6 4-16,3 3 15,6 5-15,7 7 16,4 10-16,4 8 16,2 8-16,2 12 15,3 12-15,-7 8 16,-6 13-16,-8 10 15,-14 10-15,-11 1 16,-8 3-16,-11-5 16,-10-13-16,-9-11 15,-5-11-15,0-5 16,-3-10 0,0-1-16,1-8 0,3-5 15,0-9-15,5-5 16,3-8-16,5-7 0,1-7 15,10-3-15,7-4 16,6 3-16,6 1 16,12 3-1,6 4-15,6 6 0,2 7 16,6 7-16,-3 9 16,6 4-16,-1 6 15,-1 8-15,1 5 16,-3 4-16,2 4 15,6-3-15,7-1 32,0-1-32</inkml:trace>
  <inkml:trace contextRef="#ctx0" brushRef="#br0" timeOffset="100680.4156">16408 14570 0,'0'0'0,"0"0"0,1-7 0,-1-10 0,0-4 0,0-9 16,-5-1-16,-7-1 16,-5 1-16,-12 3 15,-7 5-15,-10 6 16,-12 9-16,-9 10 16,-3 14-16,-1 11 15,4 13 1,10 7-16,17 2 0,16-4 15,17-6-15,15-3 16,15-11-16,3-7 16,8-4-16,5-6 15,0-8-15,4-1 0,-1-7 16,1-4 0,-6 0-16,-6-5 0,-10-2 15,-21 19-15,20-22 16,-5-2-16,-15 24 15,13-24-15,-13 24 16,8-21-16,-8 21 16,1-15-16,-4 11 15,-6 23-15,0 17 0,4 18 32,2 15-32,5 10 0,-2 7 0,3 7 15,-4-2-15,-1-5 31,-6-8-31,-4-11 16,-8-8-16,0-9 16,-8-12-16,-2-3 15,-6-8-15,0-5 16,-2-11-16,2-9 0,0-8 16,3-9-1,3-12-15,6-8 16,6-9-16,12 1 0,6-2 15,15 0-15,15-5 16,18-5-16,17-5 16,19 3-16,11 1 15,15 3-15,1 4 16,0 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DBCE7-DA22-432A-9AE1-92C66284952F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6D52C-C849-46D9-B4F4-98932DF83A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DCBB70F-F845-4BE7-B14F-66EB9DFB80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56EB3E4-7F76-48F7-A03D-5A0F04828A8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AB102AE-5485-41E0-8E3D-62CB3B644DC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E1642-7B91-494F-8581-311164CA93D9}" type="slidenum">
              <a:rPr lang="en-US"/>
              <a:pPr/>
              <a:t>33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B5432-65E5-4BBD-BACD-C35730574C65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3185-A3F4-4EEE-98A4-2BCF22BF228E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9AE5-349E-4F4B-8C3F-EF8EE7225DA4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C5EE-B6DA-4605-B3A9-C7ACEFDBBFD3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346-A7A8-44B6-B2D0-F14C55A2555B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5712-D391-452D-94BA-3253B771A5B3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9FF-4D31-485C-A5D6-CADB03FC74D7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BAA9-E397-403E-B454-7B27BE973318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6812-ABFE-41D5-83FB-F2A5397E6217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C1F4-D0DB-4CDA-B491-C86EB6D64CB1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25A1-28E0-4965-A797-6AAE4D60945E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CF26F-5264-4176-9700-3B79AF0D20FB}" type="datetime1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Mole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9DCA5-CD29-4A5A-B908-39562913DED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emf"/><Relationship Id="rId5" Type="http://schemas.openxmlformats.org/officeDocument/2006/relationships/customXml" Target="../ink/ink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2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emf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emf"/><Relationship Id="rId4" Type="http://schemas.openxmlformats.org/officeDocument/2006/relationships/customXml" Target="../ink/ink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emf"/><Relationship Id="rId4" Type="http://schemas.openxmlformats.org/officeDocument/2006/relationships/customXml" Target="../ink/ink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Mole Concept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9DCA5-CD29-4A5A-B908-39562913DED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868362"/>
          </a:xfrm>
        </p:spPr>
        <p:txBody>
          <a:bodyPr/>
          <a:lstStyle/>
          <a:p>
            <a:r>
              <a:rPr lang="en-IN"/>
              <a:t>Significance of Mole Concept</a:t>
            </a:r>
          </a:p>
        </p:txBody>
      </p:sp>
      <p:pic>
        <p:nvPicPr>
          <p:cNvPr id="1026" name="Picture 2" descr="http://www.middleschoolchemistry.com/img/content/multimedia/chapter_6/lesson_2/vinegar_and_baking_soda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58" y="1237121"/>
            <a:ext cx="8665684" cy="232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31214" y="4191000"/>
            <a:ext cx="9380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Mole calculation is the fundamental basis behind any chemical reaction.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67400" y="1138680"/>
              <a:ext cx="2357280" cy="5017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40" y="1129320"/>
                <a:ext cx="2376000" cy="50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660960" y="997200"/>
              <a:ext cx="8025840" cy="5480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600" y="987840"/>
                <a:ext cx="8044560" cy="54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310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580" y="533400"/>
            <a:ext cx="8374302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Definition:</a:t>
            </a:r>
            <a:r>
              <a:rPr lang="en-US" sz="2000" dirty="0"/>
              <a:t> The amount of any substance that contains as many elementary entities (e.g. atoms, molecules, ions) as there are atoms in 12 grams of pure carbon-12 (</a:t>
            </a:r>
            <a:r>
              <a:rPr lang="en-US" sz="2000" baseline="30000" dirty="0"/>
              <a:t>12</a:t>
            </a:r>
            <a:r>
              <a:rPr lang="en-US" sz="2000" dirty="0"/>
              <a:t>C), the isotope of carbon with relative atomic mass of 12.</a:t>
            </a:r>
            <a:endParaRPr lang="en-US" dirty="0"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We can think about it like: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group count like dozen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we count atoms, molecules and 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abbreviated as </a:t>
            </a:r>
            <a:r>
              <a:rPr lang="en-US" sz="2000" b="1" dirty="0"/>
              <a:t>mol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 mole = 24 digit significant number (Avogadro`s number, denoted as N</a:t>
            </a:r>
            <a:r>
              <a:rPr lang="en-US" sz="2000" baseline="-25000" dirty="0"/>
              <a:t>A</a:t>
            </a:r>
            <a:r>
              <a:rPr lang="en-US" sz="2000" dirty="0"/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8 significant numbers, it is 6.0221367 x 10</a:t>
            </a:r>
            <a:r>
              <a:rPr lang="en-US" sz="2000" baseline="30000" dirty="0"/>
              <a:t>23</a:t>
            </a:r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For most practical purposes, it is </a:t>
            </a:r>
            <a:r>
              <a:rPr lang="en-US" sz="2000" b="1" dirty="0"/>
              <a:t>6.022 x 10</a:t>
            </a:r>
            <a:r>
              <a:rPr lang="en-US" sz="2000" b="1" baseline="30000" dirty="0"/>
              <a:t>23</a:t>
            </a:r>
            <a:endParaRPr lang="en-US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11280" y="532800"/>
              <a:ext cx="7536600" cy="5246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920" y="523440"/>
                <a:ext cx="7555320" cy="526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106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Avogadro's number and the mole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(abbreviated "mol") is a convenient measure of chemical quantities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 mole of something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6.022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atoms/molecules of that thing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number is called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Avogadro’s number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4" name="Picture 7" descr="03_08"/>
          <p:cNvPicPr>
            <a:picLocks noChangeAspect="1" noChangeArrowheads="1"/>
          </p:cNvPicPr>
          <p:nvPr/>
        </p:nvPicPr>
        <p:blipFill>
          <a:blip r:embed="rId2" cstate="print"/>
          <a:srcRect b="4631"/>
          <a:stretch>
            <a:fillRect/>
          </a:stretch>
        </p:blipFill>
        <p:spPr bwMode="auto">
          <a:xfrm>
            <a:off x="1600200" y="1397443"/>
            <a:ext cx="5867400" cy="2412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014560" y="3721320"/>
              <a:ext cx="932400" cy="39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5200" y="3711960"/>
                <a:ext cx="951120" cy="5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899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Moles of atoms / ions / molecules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Mole concept mainly used for extremely small objects like atoms, molecules and ions. Thus, 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 mole of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 atoms 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6.022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 atoms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 mole of H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 molecules 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6.022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water molecules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 mole of NO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¯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ions 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6.022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nitrate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  <p:extLst>
      <p:ext uri="{BB962C8B-B14F-4D97-AF65-F5344CB8AC3E}">
        <p14:creationId xmlns:p14="http://schemas.microsoft.com/office/powerpoint/2010/main" val="366493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Mole concept if used for large objects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mole of dollars = 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dollars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mole of marbles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each 2 cm in diameter, would form a mountain 116 times higher than Mount Everest. The base of the marble mountain would be about three times the area of India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Astronomers estimate that there are a mole (6.02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of stars in the universe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Avogadro's number (6.02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is the approximate number of milliliters of water in the Pacific Ocean</a:t>
            </a: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  <p:extLst>
      <p:ext uri="{BB962C8B-B14F-4D97-AF65-F5344CB8AC3E}">
        <p14:creationId xmlns:p14="http://schemas.microsoft.com/office/powerpoint/2010/main" val="345363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381000" y="2035175"/>
            <a:ext cx="8610600" cy="1143000"/>
          </a:xfrm>
        </p:spPr>
        <p:txBody>
          <a:bodyPr>
            <a:noAutofit/>
          </a:bodyPr>
          <a:lstStyle/>
          <a:p>
            <a:pPr eaLnBrk="1" hangingPunct="1">
              <a:lnSpc>
                <a:spcPct val="20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Mole Problems, Call Avogadro: “</a:t>
            </a:r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6022-1023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0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609600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  <a:p>
            <a:endParaRPr lang="en-US" sz="2400" dirty="0"/>
          </a:p>
          <a:p>
            <a:r>
              <a:rPr lang="en-US" sz="2400" dirty="0"/>
              <a:t>Which has more atoms?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mole of carbon (C)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mole of Magnesium (Mg)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913120" y="3668400"/>
              <a:ext cx="501480" cy="150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760" y="3659040"/>
                <a:ext cx="52020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51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Relating mole and individual counts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5492" y="1333430"/>
            <a:ext cx="8305800" cy="3261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 dirty="0"/>
              <a:t>Consider a sample  containing 2.00 mol CO</a:t>
            </a:r>
            <a:r>
              <a:rPr lang="en-US" sz="3600" b="1" baseline="-25000" dirty="0"/>
              <a:t>2</a:t>
            </a:r>
            <a:r>
              <a:rPr lang="en-US" sz="3600" b="1" dirty="0"/>
              <a:t>. How many molecules are in the sample?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EA15D-3F0F-B91D-1FA1-D35FA598BCD0}"/>
              </a:ext>
            </a:extLst>
          </p:cNvPr>
          <p:cNvSpPr txBox="1"/>
          <p:nvPr/>
        </p:nvSpPr>
        <p:spPr>
          <a:xfrm>
            <a:off x="685800" y="6248400"/>
            <a:ext cx="3698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1.20 x 10</a:t>
            </a:r>
            <a:r>
              <a:rPr lang="en-IN" sz="2000" b="1" baseline="30000" dirty="0"/>
              <a:t>24</a:t>
            </a:r>
            <a:r>
              <a:rPr lang="en-IN" sz="2000" b="1" dirty="0"/>
              <a:t> molecules of CO</a:t>
            </a:r>
            <a:r>
              <a:rPr lang="en-IN" sz="2000" b="1" baseline="-25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059480" y="1047240"/>
              <a:ext cx="7548480" cy="5150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0120" y="1037880"/>
                <a:ext cx="7567200" cy="516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763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Relating mole and individual counts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" y="1219200"/>
            <a:ext cx="8610600" cy="192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/>
              <a:t>How many moles of Mg atoms are in a sample containing 3.00 x 10</a:t>
            </a:r>
            <a:r>
              <a:rPr lang="en-US" sz="3200" b="1" baseline="30000" dirty="0"/>
              <a:t>23</a:t>
            </a:r>
            <a:r>
              <a:rPr lang="en-US" sz="3200" b="1" dirty="0"/>
              <a:t> Mg atoms?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CE899-B889-D23B-ED7A-D8CEF0CB2E00}"/>
              </a:ext>
            </a:extLst>
          </p:cNvPr>
          <p:cNvSpPr txBox="1"/>
          <p:nvPr/>
        </p:nvSpPr>
        <p:spPr>
          <a:xfrm>
            <a:off x="533400" y="6324600"/>
            <a:ext cx="2398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0.498 moles Mg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949320" y="3044520"/>
              <a:ext cx="7277760" cy="22654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960" y="3035160"/>
                <a:ext cx="7296480" cy="228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81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792162"/>
          </a:xfrm>
        </p:spPr>
        <p:txBody>
          <a:bodyPr/>
          <a:lstStyle/>
          <a:p>
            <a:r>
              <a:rPr lang="en-US" b="1" dirty="0"/>
              <a:t>Counting atoms in molecules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073" y="1663235"/>
            <a:ext cx="7474527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How many oxygen atoms are in 2 mol CO</a:t>
            </a:r>
            <a:r>
              <a:rPr lang="en-US" sz="3200" b="1" baseline="-25000" dirty="0"/>
              <a:t>2</a:t>
            </a:r>
            <a:r>
              <a:rPr lang="en-US" sz="3200" b="1" dirty="0"/>
              <a:t>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7A36B-29F5-9BD5-D5BD-4ABDDB266A79}"/>
              </a:ext>
            </a:extLst>
          </p:cNvPr>
          <p:cNvSpPr txBox="1"/>
          <p:nvPr/>
        </p:nvSpPr>
        <p:spPr>
          <a:xfrm>
            <a:off x="381000" y="6019800"/>
            <a:ext cx="3421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2.41 x 10</a:t>
            </a:r>
            <a:r>
              <a:rPr lang="en-US" sz="2000" b="1" baseline="30000" dirty="0"/>
              <a:t>24</a:t>
            </a:r>
            <a:r>
              <a:rPr lang="en-US" sz="2000" b="1" dirty="0"/>
              <a:t> atoms  oxygen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156680" y="2342880"/>
              <a:ext cx="6378840" cy="4063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320" y="2333520"/>
                <a:ext cx="6397560" cy="408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22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792162"/>
          </a:xfrm>
        </p:spPr>
        <p:txBody>
          <a:bodyPr/>
          <a:lstStyle/>
          <a:p>
            <a:r>
              <a:rPr lang="en-US" b="1" dirty="0"/>
              <a:t>Counting atoms in molecules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072" y="1371600"/>
            <a:ext cx="8312727" cy="3894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How many total atoms are in 2.00 mol CO</a:t>
            </a:r>
            <a:r>
              <a:rPr lang="en-US" sz="3200" b="1" baseline="-25000" dirty="0"/>
              <a:t>2</a:t>
            </a:r>
            <a:r>
              <a:rPr lang="en-US" sz="3200" b="1" dirty="0"/>
              <a:t>?</a:t>
            </a:r>
          </a:p>
          <a:p>
            <a:pPr algn="just">
              <a:lnSpc>
                <a:spcPct val="200000"/>
              </a:lnSpc>
            </a:pPr>
            <a:endParaRPr lang="en-US" sz="3200" b="1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How many CO</a:t>
            </a:r>
            <a:r>
              <a:rPr lang="en-US" sz="3200" b="1" baseline="-25000" dirty="0"/>
              <a:t>2</a:t>
            </a:r>
            <a:r>
              <a:rPr lang="en-US" sz="3200" b="1" dirty="0"/>
              <a:t> molecules contain 5 mol oxygen atoms?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B4734-C421-E74D-2092-655A5AA453E5}"/>
              </a:ext>
            </a:extLst>
          </p:cNvPr>
          <p:cNvSpPr txBox="1"/>
          <p:nvPr/>
        </p:nvSpPr>
        <p:spPr>
          <a:xfrm>
            <a:off x="609600" y="2984855"/>
            <a:ext cx="3105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3.61 x 10</a:t>
            </a:r>
            <a:r>
              <a:rPr lang="en-US" sz="2000" b="1" baseline="30000" dirty="0"/>
              <a:t>24</a:t>
            </a:r>
            <a:r>
              <a:rPr lang="en-US" sz="2000" b="1" dirty="0"/>
              <a:t> total atoms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8FEF-0008-44A7-9DAD-C9BC1B5F8D7A}"/>
              </a:ext>
            </a:extLst>
          </p:cNvPr>
          <p:cNvSpPr txBox="1"/>
          <p:nvPr/>
        </p:nvSpPr>
        <p:spPr>
          <a:xfrm>
            <a:off x="579304" y="5805830"/>
            <a:ext cx="3478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1.51 x 10</a:t>
            </a:r>
            <a:r>
              <a:rPr lang="en-US" sz="2000" b="1" baseline="30000" dirty="0"/>
              <a:t>24</a:t>
            </a:r>
            <a:r>
              <a:rPr lang="en-US" sz="2000" b="1" dirty="0"/>
              <a:t>  CO</a:t>
            </a:r>
            <a:r>
              <a:rPr lang="en-US" sz="2000" b="1" baseline="-25000" dirty="0"/>
              <a:t>2</a:t>
            </a:r>
            <a:r>
              <a:rPr lang="en-US" sz="2000" b="1" dirty="0"/>
              <a:t> molecules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943200" y="707760"/>
              <a:ext cx="7677000" cy="54644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3840" y="698400"/>
                <a:ext cx="7695720" cy="548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49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620000" cy="944562"/>
          </a:xfrm>
        </p:spPr>
        <p:txBody>
          <a:bodyPr/>
          <a:lstStyle/>
          <a:p>
            <a:r>
              <a:rPr lang="en-US" b="1" dirty="0"/>
              <a:t>Counting ions in compounds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447800"/>
            <a:ext cx="7848600" cy="192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How many cations are in 3 mol of ammonium </a:t>
            </a:r>
            <a:r>
              <a:rPr lang="en-US" sz="3200" b="1" dirty="0" err="1" smtClean="0"/>
              <a:t>sulphate</a:t>
            </a:r>
            <a:r>
              <a:rPr lang="en-US" sz="3200" b="1" dirty="0" smtClean="0"/>
              <a:t> [ (NH</a:t>
            </a:r>
            <a:r>
              <a:rPr lang="en-US" sz="3200" b="1" baseline="-25000" dirty="0" smtClean="0"/>
              <a:t>4</a:t>
            </a:r>
            <a:r>
              <a:rPr lang="en-US" sz="3200" b="1" dirty="0" smtClean="0"/>
              <a:t>)</a:t>
            </a:r>
            <a:r>
              <a:rPr lang="en-US" sz="3200" b="1" baseline="-25000" dirty="0" smtClean="0"/>
              <a:t>2</a:t>
            </a:r>
            <a:r>
              <a:rPr lang="en-US" sz="3200" b="1" dirty="0" smtClean="0"/>
              <a:t>SO</a:t>
            </a:r>
            <a:r>
              <a:rPr lang="en-US" sz="3200" b="1" baseline="-25000" dirty="0" smtClean="0"/>
              <a:t>4</a:t>
            </a:r>
            <a:r>
              <a:rPr lang="en-US" sz="3200" b="1" dirty="0" smtClean="0"/>
              <a:t>]?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C916B-915B-9137-71C4-D1817013DC18}"/>
              </a:ext>
            </a:extLst>
          </p:cNvPr>
          <p:cNvSpPr txBox="1"/>
          <p:nvPr/>
        </p:nvSpPr>
        <p:spPr>
          <a:xfrm>
            <a:off x="457200" y="5638800"/>
            <a:ext cx="2649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3.61 x 10</a:t>
            </a:r>
            <a:r>
              <a:rPr lang="en-US" sz="2000" b="1" baseline="30000" dirty="0"/>
              <a:t>24</a:t>
            </a:r>
            <a:r>
              <a:rPr lang="en-US" sz="2000" b="1" dirty="0"/>
              <a:t> cations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749160" y="975240"/>
              <a:ext cx="8066160" cy="5473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800" y="965880"/>
                <a:ext cx="8084880" cy="54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013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/>
          <a:lstStyle/>
          <a:p>
            <a:r>
              <a:rPr lang="en-US" b="1" dirty="0"/>
              <a:t>Test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600" y="1447800"/>
            <a:ext cx="4356449" cy="16312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 b="1" dirty="0"/>
              <a:t>Which has more molecules?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mole SO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mole SO</a:t>
            </a:r>
            <a:r>
              <a:rPr lang="en-US" sz="2400" baseline="-25000" dirty="0"/>
              <a:t>3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same</a:t>
            </a:r>
            <a:endParaRPr lang="en-US" sz="2400" dirty="0"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2600" y="3778985"/>
            <a:ext cx="3770904" cy="200054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 b="1" dirty="0"/>
              <a:t>Which has more atoms?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mole SO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mole SO</a:t>
            </a:r>
            <a:r>
              <a:rPr lang="en-US" sz="2400" baseline="-25000" dirty="0"/>
              <a:t>3</a:t>
            </a:r>
            <a:endParaRPr lang="en-US" sz="2400" dirty="0"/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1 mole SO</a:t>
            </a:r>
            <a:r>
              <a:rPr lang="en-US" sz="2400" baseline="-25000" dirty="0">
                <a:ea typeface="+mn-lt"/>
                <a:cs typeface="+mn-lt"/>
              </a:rPr>
              <a:t>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79600" y="2668680"/>
              <a:ext cx="3591000" cy="2784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0240" y="2659320"/>
                <a:ext cx="3609720" cy="28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731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How many atoms are in 2.5 mol sample of carbon?</a:t>
            </a:r>
          </a:p>
          <a:p>
            <a:pPr algn="just"/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97525" y="295269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How many moles of O</a:t>
            </a:r>
            <a:r>
              <a:rPr lang="en-US" sz="3200" b="1" baseline="-25000" dirty="0"/>
              <a:t>2</a:t>
            </a:r>
            <a:r>
              <a:rPr lang="en-US" sz="3200" b="1" dirty="0"/>
              <a:t> molecules are in a sample containing 3 x 10</a:t>
            </a:r>
            <a:r>
              <a:rPr lang="en-US" sz="3200" b="1" baseline="30000" dirty="0"/>
              <a:t>22</a:t>
            </a:r>
            <a:r>
              <a:rPr lang="en-US" sz="3200" b="1" dirty="0"/>
              <a:t> O</a:t>
            </a:r>
            <a:r>
              <a:rPr lang="en-US" sz="3200" b="1" baseline="-25000" dirty="0"/>
              <a:t>2</a:t>
            </a:r>
            <a:r>
              <a:rPr lang="en-US" sz="3200" b="1" dirty="0"/>
              <a:t> molecules?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1510F2-DC75-E404-555B-07AD11ED919B}"/>
              </a:ext>
            </a:extLst>
          </p:cNvPr>
          <p:cNvSpPr txBox="1"/>
          <p:nvPr/>
        </p:nvSpPr>
        <p:spPr>
          <a:xfrm>
            <a:off x="381000" y="2175420"/>
            <a:ext cx="2549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1.51 x 10</a:t>
            </a:r>
            <a:r>
              <a:rPr lang="en-US" sz="2000" b="1" baseline="30000" dirty="0"/>
              <a:t>24</a:t>
            </a:r>
            <a:r>
              <a:rPr lang="en-US" sz="2000" b="1" dirty="0"/>
              <a:t> atoms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3EC65-96F9-4820-4CA9-EEFBE50A4489}"/>
              </a:ext>
            </a:extLst>
          </p:cNvPr>
          <p:cNvSpPr txBox="1"/>
          <p:nvPr/>
        </p:nvSpPr>
        <p:spPr>
          <a:xfrm>
            <a:off x="381000" y="5268842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0.05 moles</a:t>
            </a:r>
          </a:p>
        </p:txBody>
      </p:sp>
    </p:spTree>
    <p:extLst>
      <p:ext uri="{BB962C8B-B14F-4D97-AF65-F5344CB8AC3E}">
        <p14:creationId xmlns:p14="http://schemas.microsoft.com/office/powerpoint/2010/main" val="152680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85800"/>
            <a:ext cx="8305800" cy="290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How many atoms of oxygen are in 1.5 moles of CO</a:t>
            </a:r>
            <a:r>
              <a:rPr lang="en-US" sz="3200" b="1" baseline="-25000" dirty="0"/>
              <a:t>2</a:t>
            </a:r>
            <a:r>
              <a:rPr lang="en-US" sz="3200" b="1" dirty="0"/>
              <a:t>?</a:t>
            </a:r>
          </a:p>
          <a:p>
            <a:pPr>
              <a:lnSpc>
                <a:spcPct val="200000"/>
              </a:lnSpc>
            </a:pP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098F6-7EA9-D168-46E9-B618A9C06583}"/>
              </a:ext>
            </a:extLst>
          </p:cNvPr>
          <p:cNvSpPr txBox="1"/>
          <p:nvPr/>
        </p:nvSpPr>
        <p:spPr>
          <a:xfrm>
            <a:off x="533400" y="4114800"/>
            <a:ext cx="349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1.806 x 10</a:t>
            </a:r>
            <a:r>
              <a:rPr lang="en-US" sz="2000" b="1" baseline="30000" dirty="0"/>
              <a:t>24</a:t>
            </a:r>
            <a:r>
              <a:rPr lang="en-US" sz="2000" b="1" dirty="0"/>
              <a:t> oxygen atoms</a:t>
            </a:r>
          </a:p>
        </p:txBody>
      </p:sp>
    </p:spTree>
    <p:extLst>
      <p:ext uri="{BB962C8B-B14F-4D97-AF65-F5344CB8AC3E}">
        <p14:creationId xmlns:p14="http://schemas.microsoft.com/office/powerpoint/2010/main" val="367715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9150" y="1066800"/>
            <a:ext cx="3770904" cy="31085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 b="1" dirty="0"/>
              <a:t>Which has more atoms?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3 mol of SO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2 mol of SO</a:t>
            </a:r>
            <a:r>
              <a:rPr lang="en-US" sz="2400" baseline="-25000" dirty="0"/>
              <a:t>3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400" dirty="0" smtClean="0">
                <a:ea typeface="+mn-lt"/>
                <a:cs typeface="+mn-lt"/>
              </a:rPr>
              <a:t>same</a:t>
            </a:r>
            <a:endParaRPr lang="en-US" sz="2400" baseline="-250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9150" y="3806011"/>
            <a:ext cx="4908908" cy="280076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 b="1" dirty="0"/>
              <a:t>Which has more oxygen atoms?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3 mol of SO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2 mol of SO</a:t>
            </a:r>
            <a:r>
              <a:rPr lang="en-US" sz="2400" baseline="-25000" dirty="0"/>
              <a:t>3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same</a:t>
            </a:r>
            <a:endParaRPr lang="en-US" sz="24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1D51A-9802-2160-097F-BB50E2B6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/>
          <a:lstStyle/>
          <a:p>
            <a:r>
              <a:rPr lang="en-US" b="1" dirty="0"/>
              <a:t>Test Yourself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630960" y="1667160"/>
              <a:ext cx="3529440" cy="4783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1600" y="1657800"/>
                <a:ext cx="3548160" cy="48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127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91548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How many cations are there in 2 mol Na</a:t>
            </a:r>
            <a:r>
              <a:rPr lang="en-US" sz="3200" b="1" baseline="-25000" dirty="0"/>
              <a:t>3</a:t>
            </a:r>
            <a:r>
              <a:rPr lang="en-US" sz="3200" b="1" dirty="0"/>
              <a:t>PO</a:t>
            </a:r>
            <a:r>
              <a:rPr lang="en-US" sz="3200" b="1" baseline="-25000" dirty="0"/>
              <a:t>4</a:t>
            </a:r>
            <a:r>
              <a:rPr lang="en-US" sz="3200" b="1" dirty="0"/>
              <a:t>?</a:t>
            </a:r>
          </a:p>
          <a:p>
            <a:pPr algn="just"/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64D4F-1369-0FDD-465F-2BE09F275E62}"/>
              </a:ext>
            </a:extLst>
          </p:cNvPr>
          <p:cNvSpPr txBox="1"/>
          <p:nvPr/>
        </p:nvSpPr>
        <p:spPr>
          <a:xfrm>
            <a:off x="457200" y="5638800"/>
            <a:ext cx="2649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US" sz="2000" b="1" dirty="0"/>
              <a:t>3.61 x 10</a:t>
            </a:r>
            <a:r>
              <a:rPr lang="en-US" sz="2000" b="1" baseline="30000" dirty="0"/>
              <a:t>24</a:t>
            </a:r>
            <a:r>
              <a:rPr lang="en-US" sz="2000" b="1" dirty="0"/>
              <a:t> cations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0008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73"/>
            <a:ext cx="8458200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How many moles of nitrate ions are in a mixture of 2 mol of calcium nitrate and 1.5 mol of </a:t>
            </a:r>
            <a:r>
              <a:rPr lang="en-US" sz="3200" b="1" dirty="0" err="1"/>
              <a:t>aluminium</a:t>
            </a:r>
            <a:r>
              <a:rPr lang="en-US" sz="3200" b="1" dirty="0"/>
              <a:t> nitrate?</a:t>
            </a:r>
          </a:p>
          <a:p>
            <a:pPr algn="just">
              <a:lnSpc>
                <a:spcPct val="150000"/>
              </a:lnSpc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8275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620000" cy="762000"/>
          </a:xfrm>
        </p:spPr>
        <p:txBody>
          <a:bodyPr/>
          <a:lstStyle/>
          <a:p>
            <a:r>
              <a:rPr lang="en-US" sz="4000" b="1" dirty="0"/>
              <a:t>Atomic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999" y="849664"/>
            <a:ext cx="8416636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number which indicates how many times an atom of an element is heavier than 1/12</a:t>
            </a:r>
            <a:r>
              <a:rPr lang="en-US" sz="2400" baseline="30000" dirty="0"/>
              <a:t>th</a:t>
            </a:r>
            <a:r>
              <a:rPr lang="en-US" sz="2400" dirty="0"/>
              <a:t> the weight of </a:t>
            </a:r>
            <a:r>
              <a:rPr lang="en-US" sz="2400" baseline="30000" dirty="0"/>
              <a:t>12</a:t>
            </a:r>
            <a:r>
              <a:rPr lang="en-US" sz="2400" dirty="0"/>
              <a:t>C isotope</a:t>
            </a:r>
            <a:r>
              <a:rPr lang="en-US" sz="2400" baseline="30000" dirty="0"/>
              <a:t>  </a:t>
            </a:r>
            <a:r>
              <a:rPr lang="en-US" sz="2400" dirty="0"/>
              <a:t>is known as atomic weight. Its unit is </a:t>
            </a:r>
            <a:r>
              <a:rPr lang="en-US" sz="2400" b="1" dirty="0"/>
              <a:t>amu</a:t>
            </a:r>
            <a:r>
              <a:rPr lang="en-US" sz="2400" dirty="0"/>
              <a:t>.</a:t>
            </a:r>
          </a:p>
        </p:txBody>
      </p:sp>
      <p:pic>
        <p:nvPicPr>
          <p:cNvPr id="4" name="Picture 4" descr="http://scitechdaily.com/images/periodic-table-livermorium-flerovi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667000"/>
            <a:ext cx="8416636" cy="408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674280" y="935280"/>
              <a:ext cx="6654600" cy="16110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920" y="925920"/>
                <a:ext cx="6673320" cy="16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49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/>
          <a:lstStyle/>
          <a:p>
            <a:r>
              <a:rPr lang="en-US" sz="4000"/>
              <a:t>Molecular Weight and Molar Mass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" y="1447800"/>
            <a:ext cx="8643264" cy="230832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Molecular weight is the number which indicates how many times</a:t>
            </a:r>
            <a:endParaRPr lang="en-US" dirty="0"/>
          </a:p>
          <a:p>
            <a:pPr algn="just"/>
            <a:r>
              <a:rPr lang="en-US" sz="2400" dirty="0">
                <a:cs typeface="Calibri"/>
              </a:rPr>
              <a:t>     a molecule of an element or compound is heavier than 1/12</a:t>
            </a:r>
            <a:r>
              <a:rPr lang="en-US" sz="2400" baseline="30000" dirty="0">
                <a:cs typeface="Calibri"/>
              </a:rPr>
              <a:t>th</a:t>
            </a:r>
            <a:r>
              <a:rPr lang="en-US" sz="2400" dirty="0">
                <a:cs typeface="Calibri"/>
              </a:rPr>
              <a:t> </a:t>
            </a:r>
            <a:endParaRPr lang="en-US" dirty="0"/>
          </a:p>
          <a:p>
            <a:pPr algn="just"/>
            <a:r>
              <a:rPr lang="en-US" sz="2400" dirty="0">
                <a:cs typeface="Calibri"/>
              </a:rPr>
              <a:t>     the weight of </a:t>
            </a:r>
            <a:r>
              <a:rPr lang="en-US" sz="2400" baseline="30000" dirty="0">
                <a:cs typeface="Calibri"/>
              </a:rPr>
              <a:t>12</a:t>
            </a:r>
            <a:r>
              <a:rPr lang="en-US" sz="2400" dirty="0">
                <a:cs typeface="Calibri"/>
              </a:rPr>
              <a:t>C isotope. Its unit is </a:t>
            </a:r>
            <a:r>
              <a:rPr lang="en-US" sz="2400" b="1" dirty="0">
                <a:cs typeface="Calibri"/>
              </a:rPr>
              <a:t>amu</a:t>
            </a:r>
            <a:r>
              <a:rPr lang="en-US" sz="2400" dirty="0">
                <a:cs typeface="Calibri"/>
              </a:rPr>
              <a:t>.</a:t>
            </a:r>
            <a:endParaRPr lang="en-US" dirty="0"/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weight of 1 mole of a compound is known as molar mass.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      Its unit is g/mol.</a:t>
            </a:r>
            <a:endParaRPr lang="en-US" sz="2400"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4450140"/>
            <a:ext cx="75680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Mass (g/mol) of elements to be considered for molar mass:</a:t>
            </a:r>
          </a:p>
          <a:p>
            <a:endParaRPr lang="en-US" sz="2400" dirty="0"/>
          </a:p>
          <a:p>
            <a:r>
              <a:rPr lang="en-US" sz="2400" dirty="0"/>
              <a:t>H: 1 ,  C: 12 ,  N: 14 ,  O: 16 , Na: 23 , S: 32 , Cl: 35.5 </a:t>
            </a:r>
          </a:p>
          <a:p>
            <a:r>
              <a:rPr lang="en-US" sz="2400" dirty="0"/>
              <a:t>K: 39 , Ca: 40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77280" y="1055520"/>
              <a:ext cx="7939080" cy="26661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920" y="1046160"/>
                <a:ext cx="7957800" cy="268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804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548640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Mass (g/mol) of elements to be considered for molar mass calculation:</a:t>
            </a:r>
          </a:p>
          <a:p>
            <a:endParaRPr lang="en-US" sz="2000" dirty="0"/>
          </a:p>
          <a:p>
            <a:r>
              <a:rPr lang="en-US" sz="2000" dirty="0"/>
              <a:t>H: 1 g,  C: 12 g,  N: 14 g,  O: 16 g, Na: 23 g, Mg: 24 g, P: 31 g, S: 32 g, Cl: 35.5 g, K: 39 g, Ca: 40 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09600"/>
            <a:ext cx="795833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Count the total number of each type of atom.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the mass of each type of atoms to find the molar mass.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SO</a:t>
            </a:r>
            <a:r>
              <a:rPr lang="en-US" sz="2400" baseline="-25000" dirty="0"/>
              <a:t>2</a:t>
            </a:r>
            <a:r>
              <a:rPr lang="en-US" sz="2400" dirty="0"/>
              <a:t> =  (mass of S) + (2 x mass of oxygen)</a:t>
            </a:r>
          </a:p>
          <a:p>
            <a:r>
              <a:rPr lang="en-US" sz="2400" dirty="0"/>
              <a:t>        =  32 g + (2 x 16) g</a:t>
            </a:r>
          </a:p>
          <a:p>
            <a:r>
              <a:rPr lang="en-US" sz="2400" dirty="0"/>
              <a:t>        =  64 g</a:t>
            </a:r>
          </a:p>
          <a:p>
            <a:endParaRPr lang="en-US" sz="2400" dirty="0"/>
          </a:p>
          <a:p>
            <a:r>
              <a:rPr lang="en-US" sz="2400" dirty="0"/>
              <a:t>Propanol (CH</a:t>
            </a:r>
            <a:r>
              <a:rPr lang="en-US" sz="2400" baseline="-25000" dirty="0"/>
              <a:t>3</a:t>
            </a:r>
            <a:r>
              <a:rPr lang="en-US" sz="2400" dirty="0"/>
              <a:t>CH</a:t>
            </a:r>
            <a:r>
              <a:rPr lang="en-US" sz="2400" baseline="-25000" dirty="0"/>
              <a:t>2</a:t>
            </a:r>
            <a:r>
              <a:rPr lang="en-US" sz="2400" dirty="0"/>
              <a:t>CH</a:t>
            </a:r>
            <a:r>
              <a:rPr lang="en-US" sz="2400" baseline="-25000" dirty="0"/>
              <a:t>2</a:t>
            </a:r>
            <a:r>
              <a:rPr lang="en-US" sz="2400" dirty="0"/>
              <a:t>OH)</a:t>
            </a:r>
          </a:p>
          <a:p>
            <a:r>
              <a:rPr lang="en-US" sz="2400" dirty="0"/>
              <a:t>        =  (3 x mass of C) + ( 8 x mass of H) + (1 x mass of oxygen)</a:t>
            </a:r>
          </a:p>
          <a:p>
            <a:r>
              <a:rPr lang="en-US" sz="2400" dirty="0"/>
              <a:t>        = (3 x 12) g + ( 8 x 1) g + (1 x 16) g</a:t>
            </a:r>
          </a:p>
          <a:p>
            <a:r>
              <a:rPr lang="en-US" sz="2400" dirty="0"/>
              <a:t>        =  36 g + 8 g + 16 g</a:t>
            </a:r>
          </a:p>
          <a:p>
            <a:r>
              <a:rPr lang="en-US" sz="2400" dirty="0"/>
              <a:t>        =  60 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5508D-3D01-5916-0B3C-C3A765EDC26A}"/>
              </a:ext>
            </a:extLst>
          </p:cNvPr>
          <p:cNvSpPr txBox="1"/>
          <p:nvPr/>
        </p:nvSpPr>
        <p:spPr>
          <a:xfrm>
            <a:off x="4038600" y="67441"/>
            <a:ext cx="1324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Steps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143000" y="3949920"/>
              <a:ext cx="2372040" cy="15051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3640" y="3940560"/>
                <a:ext cx="2390760" cy="15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552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685800"/>
            <a:ext cx="78213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CuSO</a:t>
            </a:r>
            <a:r>
              <a:rPr lang="en-US" sz="2400" baseline="-25000" dirty="0"/>
              <a:t>4</a:t>
            </a:r>
            <a:r>
              <a:rPr lang="en-US" sz="2400" dirty="0"/>
              <a:t>.5H</a:t>
            </a:r>
            <a:r>
              <a:rPr lang="en-US" sz="2400" baseline="-25000" dirty="0"/>
              <a:t>2</a:t>
            </a:r>
            <a:r>
              <a:rPr lang="en-US" sz="2400" dirty="0"/>
              <a:t>O = (mass of Cu) + (mass of S) + (4 x mass of O)</a:t>
            </a:r>
          </a:p>
          <a:p>
            <a:r>
              <a:rPr lang="en-US" sz="2400" dirty="0"/>
              <a:t>                            + {5 x [(2 x mass of H) + (mass of O)]}</a:t>
            </a:r>
          </a:p>
          <a:p>
            <a:r>
              <a:rPr lang="en-US" sz="2400" dirty="0"/>
              <a:t>                       =  63.5 g + 32 g + (4 x 16)g + {5 x [(2 x 1)g + 16 g]}</a:t>
            </a:r>
          </a:p>
          <a:p>
            <a:r>
              <a:rPr lang="en-US" sz="2400" dirty="0"/>
              <a:t>                       = 63. 5 g + 32 g + 64 g + (5x18)g</a:t>
            </a:r>
          </a:p>
          <a:p>
            <a:r>
              <a:rPr lang="en-US" sz="2400" dirty="0"/>
              <a:t>                       = 159.5 g + 90 g</a:t>
            </a:r>
          </a:p>
          <a:p>
            <a:r>
              <a:rPr lang="en-US" sz="2400" dirty="0"/>
              <a:t>                       = 249.5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73" y="548640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Mass (g/mol) of elements to be considered for molar mass calculation:</a:t>
            </a:r>
          </a:p>
          <a:p>
            <a:endParaRPr lang="en-US" sz="2000" dirty="0"/>
          </a:p>
          <a:p>
            <a:r>
              <a:rPr lang="en-US" sz="2000" dirty="0"/>
              <a:t>H: 1 g,  C: 12 g,  N: 14 g,  O: 16 g, Na: 23 g, Mg: 24 g, P: 31 g, S: 32 g, Cl: 35.5 g, K: 39 g, Ca: 40 g, Cu: 63.5 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98600" y="1238040"/>
              <a:ext cx="2552400" cy="1770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240" y="1228680"/>
                <a:ext cx="2571120" cy="17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40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668747"/>
            <a:ext cx="311816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Find the molar mass of: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Ca(NO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(NH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  <a:r>
              <a:rPr lang="en-US" sz="2400" baseline="-25000" dirty="0"/>
              <a:t>3</a:t>
            </a:r>
            <a:r>
              <a:rPr lang="en-US" sz="2400" dirty="0"/>
              <a:t>PO</a:t>
            </a:r>
            <a:r>
              <a:rPr lang="en-US" sz="2400" baseline="-25000" dirty="0"/>
              <a:t>4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MgSO</a:t>
            </a:r>
            <a:r>
              <a:rPr lang="en-US" sz="2400" baseline="-25000" dirty="0"/>
              <a:t>4</a:t>
            </a:r>
            <a:r>
              <a:rPr lang="en-US" sz="2400" dirty="0"/>
              <a:t>.7H</a:t>
            </a:r>
            <a:r>
              <a:rPr lang="en-US" sz="2400" baseline="-25000" dirty="0"/>
              <a:t>2</a:t>
            </a:r>
            <a:r>
              <a:rPr lang="en-US" sz="2400" dirty="0"/>
              <a:t>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3" y="548640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Mass of elements to be considered for molar mass calculation:</a:t>
            </a:r>
          </a:p>
          <a:p>
            <a:endParaRPr lang="en-US" sz="2000"/>
          </a:p>
          <a:p>
            <a:r>
              <a:rPr lang="en-US" sz="2000"/>
              <a:t>H: 1 g,  C: 12 g,  N: 14 g,  O: 16 g, Na: 23 g, Mg: 24 g, P: 31 g, S: 32 g, </a:t>
            </a:r>
            <a:r>
              <a:rPr lang="en-US" sz="2000" err="1"/>
              <a:t>Cl</a:t>
            </a:r>
            <a:r>
              <a:rPr lang="en-US" sz="2000"/>
              <a:t>: 35.5 g, K: 39 g, </a:t>
            </a:r>
            <a:r>
              <a:rPr lang="en-US" sz="2000" err="1"/>
              <a:t>Ca</a:t>
            </a:r>
            <a:r>
              <a:rPr lang="en-US" sz="2000"/>
              <a:t>: 40 g, Cu: 63.5 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85A7C-D7ED-EF38-CCB1-429EAEFD8CAB}"/>
              </a:ext>
            </a:extLst>
          </p:cNvPr>
          <p:cNvSpPr txBox="1"/>
          <p:nvPr/>
        </p:nvSpPr>
        <p:spPr>
          <a:xfrm>
            <a:off x="2514600" y="1447800"/>
            <a:ext cx="1803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IN" sz="2000" b="1" dirty="0" smtClean="0"/>
              <a:t>164 </a:t>
            </a:r>
            <a:r>
              <a:rPr lang="en-IN" sz="2000" b="1" dirty="0"/>
              <a:t>g/mol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FAE37-B039-8034-335F-BA6AF03E2228}"/>
              </a:ext>
            </a:extLst>
          </p:cNvPr>
          <p:cNvSpPr txBox="1"/>
          <p:nvPr/>
        </p:nvSpPr>
        <p:spPr>
          <a:xfrm>
            <a:off x="2477839" y="2226853"/>
            <a:ext cx="1803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IN" sz="2000" b="1" dirty="0" smtClean="0"/>
              <a:t>149 </a:t>
            </a:r>
            <a:r>
              <a:rPr lang="en-IN" sz="2000" b="1" dirty="0"/>
              <a:t>g/mol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835D5-9833-CBBE-64A9-59D2E189E771}"/>
              </a:ext>
            </a:extLst>
          </p:cNvPr>
          <p:cNvSpPr txBox="1"/>
          <p:nvPr/>
        </p:nvSpPr>
        <p:spPr>
          <a:xfrm>
            <a:off x="2819400" y="2877518"/>
            <a:ext cx="1803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Ans. </a:t>
            </a:r>
            <a:r>
              <a:rPr lang="en-IN" sz="2000" b="1" dirty="0" smtClean="0"/>
              <a:t>246 </a:t>
            </a:r>
            <a:r>
              <a:rPr lang="en-IN" sz="2000" b="1" dirty="0"/>
              <a:t>g/mol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984240" y="1172520"/>
              <a:ext cx="7898760" cy="224784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880" y="1163160"/>
                <a:ext cx="7917480" cy="22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11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Formula Weight (FW)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816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formula weight is the sum of the atomic weights for the atoms in a chemical formula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The formula weight of calcium chloride, CaCl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would be</a:t>
            </a:r>
          </a:p>
          <a:p>
            <a:pPr lvl="2" algn="just" eaLnBrk="1" hangingPunct="1">
              <a:lnSpc>
                <a:spcPct val="200000"/>
              </a:lnSpc>
              <a:buFontTx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Ca:  1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40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		</a:t>
            </a:r>
          </a:p>
          <a:p>
            <a:pPr lvl="2" algn="just" eaLnBrk="1" hangingPunct="1">
              <a:lnSpc>
                <a:spcPct val="200000"/>
              </a:lnSpc>
              <a:buFontTx/>
              <a:buNone/>
            </a:pP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u="sng" dirty="0" err="1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:  2 (35.5 </a:t>
            </a:r>
            <a:r>
              <a:rPr lang="en-US" sz="2000" u="sng" dirty="0" err="1">
                <a:latin typeface="Times New Roman" pitchFamily="18" charset="0"/>
                <a:cs typeface="Times New Roman" pitchFamily="18" charset="0"/>
              </a:rPr>
              <a:t>amu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2" algn="just" eaLnBrk="1" hangingPunct="1">
              <a:lnSpc>
                <a:spcPct val="200000"/>
              </a:lnSpc>
              <a:buFontTx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111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Formula weights are generally reported for ionic compounds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955800" y="5344560"/>
              <a:ext cx="1987560" cy="13212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440" y="5335200"/>
                <a:ext cx="2006280" cy="133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>
            <a:off x="4191000" y="4191000"/>
            <a:ext cx="2895600" cy="1622286"/>
            <a:chOff x="4191000" y="4191000"/>
            <a:chExt cx="2895600" cy="1622286"/>
          </a:xfrm>
        </p:grpSpPr>
        <p:sp>
          <p:nvSpPr>
            <p:cNvPr id="24580" name="Rectangle 5"/>
            <p:cNvSpPr>
              <a:spLocks noChangeArrowheads="1"/>
            </p:cNvSpPr>
            <p:nvPr/>
          </p:nvSpPr>
          <p:spPr bwMode="auto">
            <a:xfrm>
              <a:off x="4529775" y="4191000"/>
              <a:ext cx="187102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C:  2 (12.0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amu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sp>
          <p:nvSpPr>
            <p:cNvPr id="24581" name="Rectangle 7"/>
            <p:cNvSpPr>
              <a:spLocks noChangeArrowheads="1"/>
            </p:cNvSpPr>
            <p:nvPr/>
          </p:nvSpPr>
          <p:spPr bwMode="auto">
            <a:xfrm>
              <a:off x="5181600" y="5105400"/>
              <a:ext cx="1138453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30.0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amu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4191000" y="4572007"/>
              <a:ext cx="2895600" cy="685801"/>
              <a:chOff x="2640" y="2880"/>
              <a:chExt cx="1824" cy="432"/>
            </a:xfrm>
          </p:grpSpPr>
          <p:sp>
            <p:nvSpPr>
              <p:cNvPr id="24583" name="Rectangle 6"/>
              <p:cNvSpPr>
                <a:spLocks noChangeArrowheads="1"/>
              </p:cNvSpPr>
              <p:nvPr/>
            </p:nvSpPr>
            <p:spPr bwMode="auto">
              <a:xfrm>
                <a:off x="2688" y="2880"/>
                <a:ext cx="1279" cy="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+  H:  6 (1.0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amu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</p:txBody>
          </p:sp>
          <p:sp>
            <p:nvSpPr>
              <p:cNvPr id="18441" name="Line 8"/>
              <p:cNvSpPr>
                <a:spLocks noChangeShapeType="1"/>
              </p:cNvSpPr>
              <p:nvPr/>
            </p:nvSpPr>
            <p:spPr bwMode="auto">
              <a:xfrm>
                <a:off x="2640" y="3312"/>
                <a:ext cx="182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>
                  <a:lnSpc>
                    <a:spcPct val="200000"/>
                  </a:lnSpc>
                  <a:defRPr/>
                </a:pPr>
                <a:endParaRPr 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Molecular Weight (MW)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28194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molecular weight is the sum of the atomic weights of the atoms in a molecule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Molecular weight is the term used for covalent compounds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the molecule ethane, 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molecular weight would be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268280" y="3515400"/>
              <a:ext cx="6510240" cy="662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8920" y="3506040"/>
                <a:ext cx="6528960" cy="8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Molecular Weight (MW)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2819400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the molecule Glucose, 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molecular weight would be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2895600" y="2514600"/>
            <a:ext cx="2895600" cy="2290479"/>
            <a:chOff x="2895600" y="3124200"/>
            <a:chExt cx="2895600" cy="2290479"/>
          </a:xfrm>
        </p:grpSpPr>
        <p:sp>
          <p:nvSpPr>
            <p:cNvPr id="25604" name="Rectangle 5"/>
            <p:cNvSpPr>
              <a:spLocks noChangeArrowheads="1"/>
            </p:cNvSpPr>
            <p:nvPr/>
          </p:nvSpPr>
          <p:spPr bwMode="auto">
            <a:xfrm>
              <a:off x="3276600" y="3124200"/>
              <a:ext cx="1871025" cy="614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C:  6 (12.0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amu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sp>
          <p:nvSpPr>
            <p:cNvPr id="25605" name="Rectangle 7"/>
            <p:cNvSpPr>
              <a:spLocks noChangeArrowheads="1"/>
            </p:cNvSpPr>
            <p:nvPr/>
          </p:nvSpPr>
          <p:spPr bwMode="auto">
            <a:xfrm>
              <a:off x="3581400" y="4800600"/>
              <a:ext cx="1394934" cy="614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  180.0 amu</a:t>
              </a: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2895600" y="3657604"/>
              <a:ext cx="2895600" cy="1371601"/>
              <a:chOff x="2640" y="2880"/>
              <a:chExt cx="1824" cy="864"/>
            </a:xfrm>
          </p:grpSpPr>
          <p:sp>
            <p:nvSpPr>
              <p:cNvPr id="25607" name="Rectangle 6"/>
              <p:cNvSpPr>
                <a:spLocks noChangeArrowheads="1"/>
              </p:cNvSpPr>
              <p:nvPr/>
            </p:nvSpPr>
            <p:spPr bwMode="auto">
              <a:xfrm>
                <a:off x="2688" y="2880"/>
                <a:ext cx="1440" cy="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000">
                    <a:latin typeface="Times New Roman" pitchFamily="18" charset="0"/>
                    <a:cs typeface="Times New Roman" pitchFamily="18" charset="0"/>
                  </a:rPr>
                  <a:t>+  H:  12 (1.0 amu)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000">
                    <a:latin typeface="Times New Roman" pitchFamily="18" charset="0"/>
                    <a:cs typeface="Times New Roman" pitchFamily="18" charset="0"/>
                  </a:rPr>
                  <a:t>+  O:  6 (16.0 amu)  </a:t>
                </a:r>
              </a:p>
            </p:txBody>
          </p:sp>
          <p:sp>
            <p:nvSpPr>
              <p:cNvPr id="18441" name="Line 8"/>
              <p:cNvSpPr>
                <a:spLocks noChangeShapeType="1"/>
              </p:cNvSpPr>
              <p:nvPr/>
            </p:nvSpPr>
            <p:spPr bwMode="auto">
              <a:xfrm>
                <a:off x="2640" y="3744"/>
                <a:ext cx="1824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>
                  <a:lnSpc>
                    <a:spcPct val="200000"/>
                  </a:lnSpc>
                  <a:defRPr/>
                </a:pPr>
                <a:endParaRPr 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formula weight of aluminum sulfate Al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(SO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is __________ </a:t>
            </a:r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amu</a:t>
            </a: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124200" y="2362200"/>
            <a:ext cx="2514600" cy="2743200"/>
          </a:xfrm>
        </p:spPr>
        <p:txBody>
          <a:bodyPr>
            <a:noAutofit/>
          </a:bodyPr>
          <a:lstStyle/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342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123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59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150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273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20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872160" y="1026000"/>
              <a:ext cx="4449960" cy="1890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2800" y="1016640"/>
                <a:ext cx="4468680" cy="190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formula of nitrobenzene is C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The molecular weight of this compound is __________ </a:t>
            </a:r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amu</a:t>
            </a: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429000" y="2362200"/>
            <a:ext cx="2590800" cy="3124200"/>
          </a:xfrm>
        </p:spPr>
        <p:txBody>
          <a:bodyPr>
            <a:noAutofit/>
          </a:bodyPr>
          <a:lstStyle/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107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109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123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51510" indent="-514350">
              <a:lnSpc>
                <a:spcPct val="200000"/>
              </a:lnSpc>
              <a:buAutoNum type="alphaU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133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020480" y="5530680"/>
              <a:ext cx="781200" cy="226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1120" y="5521320"/>
                <a:ext cx="799920" cy="4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Molar mass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9248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Molar mass is the mass in grams, of one mole of a substance</a:t>
            </a:r>
          </a:p>
          <a:p>
            <a:pPr algn="just" eaLnBrk="1" hangingPunct="1">
              <a:lnSpc>
                <a:spcPct val="2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Since one mole contains 6.02 x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atoms / molecules, molar mass is the combined mass of all these atoms/molecules</a:t>
            </a:r>
          </a:p>
          <a:p>
            <a:pPr algn="just" eaLnBrk="1" hangingPunct="1">
              <a:lnSpc>
                <a:spcPct val="2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Molar mass is expressed in units of g/mole or g.mole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Molar mass of an element/compound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 an element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molar mass is the atomic mass of the element as seen in the periodic table with units expressed in grams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1 mole of chlorine atoms (i.e. 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atoms) will have a mass of 35.5 g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 a compound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molar mass is the formula weight / molecular weight of that compound with units expressed in grams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1 mole of water molecules (i.e. 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 molecules) will have a mass of 18 g</a:t>
            </a: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Molar mass of a water</a:t>
            </a:r>
          </a:p>
        </p:txBody>
      </p:sp>
      <p:pic>
        <p:nvPicPr>
          <p:cNvPr id="4" name="Content Placeholder 3" descr="03_0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4034"/>
          <a:stretch>
            <a:fillRect/>
          </a:stretch>
        </p:blipFill>
        <p:spPr bwMode="auto">
          <a:xfrm>
            <a:off x="720116" y="1600200"/>
            <a:ext cx="7703767" cy="434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/>
          <p:nvPr/>
        </p:nvGrpSpPr>
        <p:grpSpPr>
          <a:xfrm>
            <a:off x="1447800" y="304800"/>
            <a:ext cx="7543800" cy="6062663"/>
            <a:chOff x="1600200" y="0"/>
            <a:chExt cx="7543800" cy="6062663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2452"/>
            <a:stretch>
              <a:fillRect/>
            </a:stretch>
          </p:blipFill>
          <p:spPr bwMode="auto">
            <a:xfrm>
              <a:off x="3048000" y="0"/>
              <a:ext cx="4670425" cy="6062663"/>
            </a:xfrm>
            <a:prstGeom prst="rect">
              <a:avLst/>
            </a:prstGeom>
            <a:noFill/>
          </p:spPr>
        </p:pic>
        <p:sp>
          <p:nvSpPr>
            <p:cNvPr id="13315" name="Rectangle 3"/>
            <p:cNvSpPr>
              <a:spLocks noChangeArrowheads="1"/>
            </p:cNvSpPr>
            <p:nvPr/>
          </p:nvSpPr>
          <p:spPr bwMode="auto">
            <a:xfrm>
              <a:off x="7745092" y="3124200"/>
              <a:ext cx="1080425" cy="7053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Water</a:t>
              </a:r>
            </a:p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 18.02 g</a:t>
              </a:r>
            </a:p>
          </p:txBody>
        </p:sp>
        <p:sp>
          <p:nvSpPr>
            <p:cNvPr id="13316" name="Text Box 4"/>
            <p:cNvSpPr txBox="1">
              <a:spLocks noChangeArrowheads="1"/>
            </p:cNvSpPr>
            <p:nvPr/>
          </p:nvSpPr>
          <p:spPr bwMode="auto">
            <a:xfrm>
              <a:off x="1600200" y="4191000"/>
              <a:ext cx="1676400" cy="7016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CaCO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  100.09 g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7848600" y="609600"/>
              <a:ext cx="1295400" cy="70167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Oxygen</a:t>
              </a:r>
            </a:p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  32.00 g</a:t>
              </a:r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7924800" y="4572000"/>
              <a:ext cx="1219200" cy="7016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Copper</a:t>
              </a:r>
            </a:p>
            <a:p>
              <a:pPr algn="ctr" eaLnBrk="0" hangingPunct="0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63.55 g</a:t>
              </a:r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3048000" y="4800600"/>
              <a:ext cx="609600" cy="3048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 flipH="1">
              <a:off x="6019800" y="1066800"/>
              <a:ext cx="1828800" cy="8382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Line 9"/>
            <p:cNvSpPr>
              <a:spLocks noChangeShapeType="1"/>
            </p:cNvSpPr>
            <p:nvPr/>
          </p:nvSpPr>
          <p:spPr bwMode="auto">
            <a:xfrm flipH="1">
              <a:off x="7315200" y="3810000"/>
              <a:ext cx="685800" cy="6858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2" name="Line 10"/>
            <p:cNvSpPr>
              <a:spLocks noChangeShapeType="1"/>
            </p:cNvSpPr>
            <p:nvPr/>
          </p:nvSpPr>
          <p:spPr bwMode="auto">
            <a:xfrm flipH="1">
              <a:off x="6553200" y="5029200"/>
              <a:ext cx="1371600" cy="457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152400" y="304800"/>
            <a:ext cx="2667000" cy="156966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One mole of common substances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04800" y="1981200"/>
            <a:ext cx="2514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each of these samples, there are  6.02 x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particles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9A305F-7AA7-4457-A582-2EBF16B0D523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Number of atoms / molecules in polyatomic species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598" y="1295400"/>
          <a:ext cx="8686802" cy="496823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52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42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Name of substance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Symbol/ 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Atomic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mass/</a:t>
                      </a:r>
                    </a:p>
                    <a:p>
                      <a:pPr algn="ctr"/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FW/MW</a:t>
                      </a:r>
                    </a:p>
                    <a:p>
                      <a:pPr algn="ctr"/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baseline="0" dirty="0" err="1">
                          <a:latin typeface="Times New Roman" pitchFamily="18" charset="0"/>
                          <a:cs typeface="Times New Roman" pitchFamily="18" charset="0"/>
                        </a:rPr>
                        <a:t>amu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Molar mass (g/mol)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Number and kind of particles per mole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Atomic nitrogen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nitrogen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atoms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3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Molecular nitrogen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2(6.02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) nitrogen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atoms 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nitrogen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 molecules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2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Atomic oxygen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oxygen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atoms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Molecular oxygen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2(6.02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) oxygen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atoms 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6.02 x 10</a:t>
                      </a:r>
                      <a:r>
                        <a:rPr lang="en-US" sz="1800" baseline="30000" dirty="0"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oxygen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 molecules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6477000" y="2895600"/>
            <a:ext cx="152400" cy="12954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Brace 5"/>
          <p:cNvSpPr/>
          <p:nvPr/>
        </p:nvSpPr>
        <p:spPr>
          <a:xfrm>
            <a:off x="6477000" y="4800600"/>
            <a:ext cx="152400" cy="1447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methane molecules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are there in 2.52 moles of methane (CH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38200" y="5848290"/>
            <a:ext cx="4280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1.52 x 10</a:t>
            </a:r>
            <a:r>
              <a:rPr lang="en-US" sz="2000" b="1" baseline="30000" dirty="0"/>
              <a:t>24  </a:t>
            </a:r>
            <a:r>
              <a:rPr lang="en-US" sz="2000" b="1" dirty="0"/>
              <a:t>molecules of methane</a:t>
            </a:r>
            <a:endParaRPr lang="en-US" sz="2000" b="1" baseline="30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08120" y="2346480"/>
              <a:ext cx="7391880" cy="3491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8760" y="2337120"/>
                <a:ext cx="7410600" cy="351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oxygen atoms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are there in 7.2 g of nitric acid (HNO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38200" y="5867400"/>
            <a:ext cx="3383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2.06 x 10</a:t>
            </a:r>
            <a:r>
              <a:rPr lang="en-US" sz="2000" b="1" baseline="30000" dirty="0"/>
              <a:t>23  </a:t>
            </a:r>
            <a:r>
              <a:rPr lang="en-US" sz="2000" b="1" dirty="0"/>
              <a:t>oxygen atoms</a:t>
            </a:r>
            <a:endParaRPr lang="en-US" sz="20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total number of atoms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are there in 2.00 moles of CO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38200" y="5867400"/>
            <a:ext cx="4172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3.6 x 10</a:t>
            </a:r>
            <a:r>
              <a:rPr lang="en-US" sz="2000" b="1" baseline="30000" dirty="0"/>
              <a:t>24  </a:t>
            </a:r>
            <a:r>
              <a:rPr lang="en-US" sz="2000" b="1" dirty="0"/>
              <a:t>total number of atoms</a:t>
            </a:r>
            <a:endParaRPr lang="en-US" sz="2000" b="1" baseline="300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796120" y="1215000"/>
              <a:ext cx="1413720" cy="815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6760" y="1205640"/>
                <a:ext cx="1432440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946440" y="1711800"/>
              <a:ext cx="4876920" cy="4168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7080" y="1702440"/>
                <a:ext cx="4895640" cy="418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moles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glucose are there in 63 g of glucose (C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2778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0.35 moles glucose</a:t>
            </a:r>
            <a:endParaRPr lang="en-US" sz="2000" b="1" baseline="30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911160" y="1264680"/>
              <a:ext cx="8175600" cy="46814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800" y="1255320"/>
                <a:ext cx="8194320" cy="470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moles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cations are there in 2.00 moles of sodium phosphate (Na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2687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6 moles of cations</a:t>
            </a:r>
            <a:endParaRPr lang="en-US" sz="2000" b="1" baseline="30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635200" y="1641960"/>
              <a:ext cx="1618200" cy="366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5840" y="1632600"/>
                <a:ext cx="163692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346400" y="2963160"/>
              <a:ext cx="6620760" cy="3020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7040" y="2953800"/>
                <a:ext cx="6639480" cy="303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total number of moles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nitrate ions are there in a mixture of 2.00 moles of calcium nitrate Ca(NO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and 1.50 moles of aluminum nitrate Al(NO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3339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8.5 moles of nitrate ions</a:t>
            </a:r>
            <a:endParaRPr lang="en-US" sz="20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838200" y="756138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mass of Fe is present in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Fe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that contains 4.8 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×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sz="3600" b="1" baseline="30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23 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atoms of oxygen?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2110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33.48 g of Fe</a:t>
            </a:r>
            <a:endParaRPr lang="en-US" sz="20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molecules of CO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will contain 5 moles of oxygen atoms?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3885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1.51 x 10</a:t>
            </a:r>
            <a:r>
              <a:rPr lang="en-US" sz="2000" b="1" baseline="30000" dirty="0"/>
              <a:t>24</a:t>
            </a:r>
            <a:r>
              <a:rPr lang="en-US" sz="2000" b="1" dirty="0"/>
              <a:t> molecules of CO</a:t>
            </a:r>
            <a:r>
              <a:rPr lang="en-US" sz="2000" b="1" baseline="-25000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cations are there in 3 moles of ammonium sulfate, (NH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sz="3600" b="1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3992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3.61 x 10</a:t>
            </a:r>
            <a:r>
              <a:rPr lang="en-US" sz="2000" b="1" baseline="30000" dirty="0"/>
              <a:t>24</a:t>
            </a:r>
            <a:r>
              <a:rPr lang="en-US" sz="2000" b="1" dirty="0"/>
              <a:t> ammonium cations</a:t>
            </a:r>
            <a:endParaRPr lang="en-US" sz="20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would be the weight of 3.3 </a:t>
            </a:r>
            <a:r>
              <a:rPr lang="en-US" sz="3600" b="1" u="sng" dirty="0">
                <a:solidFill>
                  <a:srgbClr val="C00000"/>
                </a:solidFill>
                <a:latin typeface="Times New Roman"/>
                <a:cs typeface="Times New Roman"/>
              </a:rPr>
              <a:t>× 10</a:t>
            </a:r>
            <a:r>
              <a:rPr lang="en-US" sz="3600" b="1" u="sng" baseline="30000" dirty="0">
                <a:solidFill>
                  <a:srgbClr val="C00000"/>
                </a:solidFill>
                <a:latin typeface="Times New Roman"/>
                <a:cs typeface="Times New Roman"/>
              </a:rPr>
              <a:t>─3</a:t>
            </a:r>
            <a:r>
              <a:rPr lang="en-US" sz="3600" b="1" u="sng" dirty="0">
                <a:solidFill>
                  <a:srgbClr val="C00000"/>
                </a:solidFill>
                <a:latin typeface="Times New Roman"/>
                <a:cs typeface="Times New Roman"/>
              </a:rPr>
              <a:t> moles of MgSO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lang="en-US" sz="3600" b="1" u="sng" dirty="0">
                <a:solidFill>
                  <a:srgbClr val="C00000"/>
                </a:solidFill>
                <a:latin typeface="Times New Roman"/>
                <a:cs typeface="Times New Roman"/>
              </a:rPr>
              <a:t>. 7H</a:t>
            </a:r>
            <a:r>
              <a:rPr lang="en-US" sz="3600" b="1" u="sng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lang="en-US" sz="3600" b="1" u="sng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endParaRPr lang="en-US" sz="3600" b="1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0.811 g</a:t>
            </a:r>
            <a:endParaRPr lang="en-US" sz="2000" b="1" baseline="-25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163520" y="2216880"/>
              <a:ext cx="7861320" cy="33685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4160" y="2207520"/>
                <a:ext cx="7880040" cy="338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200000"/>
              </a:lnSpc>
            </a:pP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b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would be the weight of a sample of copper sulfate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pentahydrate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CuSO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4 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. 5H</a:t>
            </a:r>
            <a:r>
              <a:rPr lang="en-US" sz="3600" b="1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O,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that contains 3.0 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× 10</a:t>
            </a:r>
            <a:r>
              <a:rPr lang="en-US" sz="3600" b="1" baseline="30000" dirty="0">
                <a:solidFill>
                  <a:srgbClr val="C00000"/>
                </a:solidFill>
                <a:latin typeface="Times New Roman"/>
                <a:cs typeface="Times New Roman"/>
              </a:rPr>
              <a:t>20</a:t>
            </a:r>
            <a:r>
              <a:rPr lang="en-US"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 atoms. </a:t>
            </a:r>
            <a:endParaRPr lang="en-US" sz="3600" b="1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8200" y="5867400"/>
            <a:ext cx="3889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 5.92 x 10</a:t>
            </a:r>
            <a:r>
              <a:rPr lang="en-US" sz="2000" b="1" baseline="30000" dirty="0">
                <a:latin typeface="Times New Roman"/>
                <a:cs typeface="Times New Roman"/>
              </a:rPr>
              <a:t>─3 </a:t>
            </a:r>
            <a:r>
              <a:rPr lang="en-US" sz="2000" b="1" dirty="0">
                <a:latin typeface="Times New Roman"/>
                <a:cs typeface="Times New Roman"/>
              </a:rPr>
              <a:t> g  CuSO</a:t>
            </a:r>
            <a:r>
              <a:rPr lang="en-US" sz="2000" b="1" baseline="-25000" dirty="0">
                <a:latin typeface="Times New Roman"/>
                <a:cs typeface="Times New Roman"/>
              </a:rPr>
              <a:t>4 </a:t>
            </a:r>
            <a:r>
              <a:rPr lang="en-US" sz="2000" b="1" dirty="0">
                <a:latin typeface="Times New Roman"/>
                <a:cs typeface="Times New Roman"/>
              </a:rPr>
              <a:t>. 5H</a:t>
            </a:r>
            <a:r>
              <a:rPr lang="en-US" sz="2000" b="1" baseline="-25000" dirty="0">
                <a:latin typeface="Times New Roman"/>
                <a:cs typeface="Times New Roman"/>
              </a:rPr>
              <a:t>2</a:t>
            </a:r>
            <a:r>
              <a:rPr lang="en-US" sz="2000" b="1" dirty="0">
                <a:latin typeface="Times New Roman"/>
                <a:cs typeface="Times New Roman"/>
              </a:rPr>
              <a:t>O </a:t>
            </a:r>
            <a:endParaRPr lang="en-US" sz="20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5867400" cy="2849563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20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many grams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of potassium are there in 5.4g of K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?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914400"/>
            <a:ext cx="2438400" cy="182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FB158-3756-40C6-9D7A-A4A98D4CFED0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Mole Concept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38200" y="5867400"/>
            <a:ext cx="2504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Ans. 1.43 g potassium</a:t>
            </a:r>
            <a:endParaRPr lang="en-US" sz="20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Concentration - the amount of substance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ctr" eaLnBrk="1" hangingPunct="1">
              <a:lnSpc>
                <a:spcPct val="126000"/>
              </a:lnSpc>
              <a:buFont typeface="Arial" charset="0"/>
              <a:buNone/>
            </a:pPr>
            <a:r>
              <a:rPr lang="en-US" sz="2400" b="1">
                <a:latin typeface="Times New Roman" pitchFamily="-80" charset="0"/>
                <a:cs typeface="Times New Roman" pitchFamily="-80" charset="0"/>
              </a:rPr>
              <a:t>The concentration above decreases as A &gt; B &gt; C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AACECC-62FB-4E1B-853D-B38D081DE61F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pic>
        <p:nvPicPr>
          <p:cNvPr id="16388" name="Picture 2" descr="figure 7-02"/>
          <p:cNvPicPr>
            <a:picLocks noChangeAspect="1" noChangeArrowheads="1"/>
          </p:cNvPicPr>
          <p:nvPr/>
        </p:nvPicPr>
        <p:blipFill>
          <a:blip r:embed="rId3" cstate="print"/>
          <a:srcRect b="10268"/>
          <a:stretch>
            <a:fillRect/>
          </a:stretch>
        </p:blipFill>
        <p:spPr bwMode="auto">
          <a:xfrm>
            <a:off x="990600" y="1524000"/>
            <a:ext cx="7132638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Preparing a solution of known concentration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1234C-9761-4A8B-9B1F-B8C8C9FC69CC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5" name="Picture 3" descr="04_16"/>
          <p:cNvPicPr>
            <a:picLocks noChangeAspect="1" noChangeArrowheads="1"/>
          </p:cNvPicPr>
          <p:nvPr/>
        </p:nvPicPr>
        <p:blipFill>
          <a:blip r:embed="rId3" cstate="print"/>
          <a:srcRect b="14179"/>
          <a:stretch>
            <a:fillRect/>
          </a:stretch>
        </p:blipFill>
        <p:spPr bwMode="auto">
          <a:xfrm>
            <a:off x="152400" y="1600200"/>
            <a:ext cx="8786813" cy="4586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Expressing concentration in terms of molarity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Molarity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 is a measure of the concentration and is based on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chemical mass units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Molarity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 is defined as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number of moles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of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solute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dissolved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per liter of solution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(</a:t>
            </a:r>
            <a:r>
              <a:rPr lang="en-US" sz="2400" u="sng" dirty="0">
                <a:latin typeface="Times New Roman" pitchFamily="-80" charset="0"/>
                <a:cs typeface="Times New Roman" pitchFamily="-80" charset="0"/>
              </a:rPr>
              <a:t>not solvent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)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The symbol for this type of concentration unit is “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”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Example, a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2.0 M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solution of glucose means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2.0 moles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of glucose are dissolved in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1.0 L of solution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C336EA-EE5B-4CF0-A9DA-B30FB545BE31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3886200"/>
            <a:ext cx="6330553" cy="990600"/>
          </a:xfrm>
          <a:prstGeom prst="rect">
            <a:avLst/>
          </a:prstGeom>
          <a:noFill/>
        </p:spPr>
      </p:pic>
      <p:sp>
        <p:nvSpPr>
          <p:cNvPr id="55298" name="Title 1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mass of </a:t>
            </a:r>
            <a:r>
              <a:rPr lang="en-US" sz="3600" b="1" u="sng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(g) will be required 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to prepare 600 mL of 2.2M aqueous solution of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4BF06D-A904-41EF-B6F4-33AD4944B85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38200" y="5818187"/>
            <a:ext cx="224155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/>
              <a:t>Ans. 98.3 g KCl</a:t>
            </a: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762000" y="4343400"/>
            <a:ext cx="6781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429000" y="3657600"/>
            <a:ext cx="0" cy="12954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638800" y="3657600"/>
            <a:ext cx="0" cy="12954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86600" y="3657600"/>
            <a:ext cx="0" cy="12954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5181600"/>
            <a:ext cx="6967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(2.2M </a:t>
            </a:r>
            <a:r>
              <a:rPr lang="en-US" sz="2000" b="1" dirty="0" err="1"/>
              <a:t>KCl</a:t>
            </a:r>
            <a:r>
              <a:rPr lang="en-US" sz="2000" b="1" dirty="0"/>
              <a:t> solution = 2.2 moles of </a:t>
            </a:r>
            <a:r>
              <a:rPr lang="en-US" sz="2000" b="1" dirty="0" err="1"/>
              <a:t>KCl</a:t>
            </a:r>
            <a:r>
              <a:rPr lang="en-US" sz="2000" b="1" dirty="0"/>
              <a:t> in 1000 </a:t>
            </a:r>
            <a:r>
              <a:rPr lang="en-US" sz="2000" b="1" dirty="0" err="1"/>
              <a:t>mL</a:t>
            </a:r>
            <a:r>
              <a:rPr lang="en-US" sz="2000" b="1" dirty="0"/>
              <a:t>  i.e. 1L solution)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3962400" y="4495800"/>
            <a:ext cx="1143000" cy="228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752600" y="3962400"/>
            <a:ext cx="1219200" cy="228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2209800" y="4572000"/>
            <a:ext cx="68580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400800" y="4038600"/>
            <a:ext cx="68580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57200" y="-30163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is the molarity (M)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of a MgBr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solution in which 72g of MgBr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is dissolved in 500 mL of the solution?</a:t>
            </a:r>
            <a:endParaRPr lang="en-US" sz="3600" dirty="0">
              <a:latin typeface="Times New Roman" pitchFamily="-80" charset="0"/>
              <a:cs typeface="Times New Roman" pitchFamily="-80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610E06-A9E8-4391-800C-A323C3D9B5A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38200" y="5818187"/>
            <a:ext cx="17399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0.78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33690"/>
            <a:ext cx="5346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</a:t>
            </a:r>
            <a:r>
              <a:rPr lang="en-US" sz="2000" b="1" dirty="0" err="1"/>
              <a:t>Molarity</a:t>
            </a:r>
            <a:r>
              <a:rPr lang="en-US" sz="2000" b="1" dirty="0"/>
              <a:t> = no. of moles per liter of the solution)</a:t>
            </a:r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How many moles of </a:t>
            </a:r>
            <a:r>
              <a:rPr lang="en-US" sz="3600" b="1" u="sng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are there in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630 mL of 0.81M aqueous solution of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CB0793-0D61-4E29-926A-3B93A21C9F5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38200" y="5867400"/>
            <a:ext cx="2884488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0.51 moles </a:t>
            </a:r>
            <a:r>
              <a:rPr lang="en-US" sz="2200" b="1" dirty="0" err="1"/>
              <a:t>KCl</a:t>
            </a:r>
            <a:endParaRPr lang="en-US" sz="2200" b="1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volume (mL)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of a 7.2M solution of glucose will contain 0.9 moles of glucose ?</a:t>
            </a:r>
            <a:endParaRPr lang="en-US" sz="3600" dirty="0">
              <a:latin typeface="Times New Roman" pitchFamily="-80" charset="0"/>
              <a:cs typeface="Times New Roman" pitchFamily="-80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559342-AA7B-4FA9-AE36-F1395DA798E5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38200" y="5818187"/>
            <a:ext cx="30226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125 mL solution</a:t>
            </a: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Dilution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50000"/>
              </a:lnSpc>
            </a:pP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Dilution – </a:t>
            </a:r>
            <a:r>
              <a:rPr lang="en-US" sz="2000" u="sng" dirty="0">
                <a:latin typeface="Times New Roman" pitchFamily="-80" charset="0"/>
                <a:cs typeface="Times New Roman" pitchFamily="-80" charset="0"/>
              </a:rPr>
              <a:t>distribution of a given quantity of a substance over a larger volume</a:t>
            </a:r>
          </a:p>
          <a:p>
            <a:pPr algn="just">
              <a:lnSpc>
                <a:spcPct val="250000"/>
              </a:lnSpc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To prepare a very dilute solution, </a:t>
            </a:r>
            <a:r>
              <a:rPr lang="en-US" sz="2000" u="sng" dirty="0">
                <a:latin typeface="Times New Roman" pitchFamily="-80" charset="0"/>
                <a:cs typeface="Times New Roman" pitchFamily="-80" charset="0"/>
              </a:rPr>
              <a:t>the usual way is to prepare a concentrated solution and then dilute it to the desired concentration</a:t>
            </a:r>
          </a:p>
          <a:p>
            <a:pPr algn="just" eaLnBrk="1" hangingPunct="1">
              <a:lnSpc>
                <a:spcPct val="250000"/>
              </a:lnSpc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Example, to prepare 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10 mL</a:t>
            </a: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 of a 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10</a:t>
            </a:r>
            <a:r>
              <a:rPr lang="en-US" sz="2000" b="1" baseline="30000" dirty="0">
                <a:latin typeface="Times New Roman" pitchFamily="-80" charset="0"/>
                <a:cs typeface="Times New Roman" pitchFamily="-80" charset="0"/>
              </a:rPr>
              <a:t>-6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M</a:t>
            </a: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 solution of 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CaCO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3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</a:t>
            </a: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one will have to dissolve 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1µg in 10 mL </a:t>
            </a: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of the solution. Instead a 0.01M solution can be prepared and 1µL of this solution diluted to 10 </a:t>
            </a:r>
            <a:r>
              <a:rPr lang="en-US" sz="2000" dirty="0" err="1">
                <a:latin typeface="Times New Roman" pitchFamily="-80" charset="0"/>
                <a:cs typeface="Times New Roman" pitchFamily="-80" charset="0"/>
              </a:rPr>
              <a:t>mL</a:t>
            </a:r>
            <a:endParaRPr lang="en-US" sz="2000" dirty="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250000"/>
              </a:lnSpc>
            </a:pPr>
            <a:endParaRPr lang="en-US" sz="2000" dirty="0">
              <a:latin typeface="Times New Roman" pitchFamily="-80" charset="0"/>
              <a:cs typeface="Times New Roman" pitchFamily="-80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724954-F0FC-4FAE-8497-C79DE0254AA1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Dilution and number of moles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Autofit/>
          </a:bodyPr>
          <a:lstStyle/>
          <a:p>
            <a:pPr algn="just">
              <a:lnSpc>
                <a:spcPct val="180000"/>
              </a:lnSpc>
            </a:pPr>
            <a:r>
              <a:rPr lang="en-US" sz="2000" u="sng" dirty="0">
                <a:latin typeface="Times New Roman" pitchFamily="-80" charset="0"/>
                <a:cs typeface="Times New Roman" pitchFamily="-80" charset="0"/>
              </a:rPr>
              <a:t>Moles solute (before dilution) = Moles solute (after dilution) </a:t>
            </a:r>
          </a:p>
          <a:p>
            <a:pPr algn="just">
              <a:lnSpc>
                <a:spcPct val="180000"/>
              </a:lnSpc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Thus,          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moles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concentrated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 solution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=  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moles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dilute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 solution</a:t>
            </a:r>
            <a:endParaRPr lang="en-US" sz="2000" b="1" dirty="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80000"/>
              </a:lnSpc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But, </a:t>
            </a:r>
          </a:p>
          <a:p>
            <a:pPr algn="just" eaLnBrk="1" hangingPunct="1">
              <a:lnSpc>
                <a:spcPct val="180000"/>
              </a:lnSpc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Thus,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       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M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concentrated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</a:t>
            </a:r>
            <a:r>
              <a:rPr lang="en-US" sz="2000" b="1" dirty="0">
                <a:latin typeface="Arial" charset="0"/>
                <a:cs typeface="Arial" charset="0"/>
              </a:rPr>
              <a:t>x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V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concentrated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=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M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dilute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</a:t>
            </a:r>
            <a:r>
              <a:rPr lang="en-US" sz="2000" b="1" dirty="0">
                <a:latin typeface="Arial" charset="0"/>
                <a:cs typeface="Arial" charset="0"/>
              </a:rPr>
              <a:t>x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</a:t>
            </a:r>
            <a:r>
              <a:rPr lang="en-US" sz="2000" b="1" dirty="0" err="1">
                <a:latin typeface="Times New Roman" pitchFamily="-80" charset="0"/>
                <a:cs typeface="Times New Roman" pitchFamily="-80" charset="0"/>
              </a:rPr>
              <a:t>V</a:t>
            </a:r>
            <a:r>
              <a:rPr lang="en-US" sz="2000" b="1" baseline="-25000" dirty="0" err="1">
                <a:latin typeface="Times New Roman" pitchFamily="-80" charset="0"/>
                <a:cs typeface="Times New Roman" pitchFamily="-80" charset="0"/>
              </a:rPr>
              <a:t>dilute</a:t>
            </a:r>
            <a:endParaRPr lang="en-US" sz="2000" b="1" dirty="0">
              <a:latin typeface="Times New Roman" pitchFamily="-80" charset="0"/>
              <a:cs typeface="Times New Roman" pitchFamily="-80" charset="0"/>
            </a:endParaRPr>
          </a:p>
          <a:p>
            <a:pPr algn="just">
              <a:lnSpc>
                <a:spcPct val="180000"/>
              </a:lnSpc>
              <a:spcBef>
                <a:spcPct val="50000"/>
              </a:spcBef>
              <a:buNone/>
            </a:pP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                                                   OR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  <a:buNone/>
            </a:pP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                                          M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I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V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I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 = M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F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V</a:t>
            </a:r>
            <a:r>
              <a:rPr lang="en-US" sz="2000" b="1" baseline="-25000" dirty="0">
                <a:latin typeface="Times New Roman" pitchFamily="-80" charset="0"/>
                <a:cs typeface="Times New Roman" pitchFamily="-80" charset="0"/>
              </a:rPr>
              <a:t>F</a:t>
            </a:r>
            <a:endParaRPr lang="en-US" sz="2000" dirty="0">
              <a:latin typeface="Times New Roman" pitchFamily="-80" charset="0"/>
              <a:cs typeface="Times New Roman" pitchFamily="-80" charset="0"/>
            </a:endParaRPr>
          </a:p>
          <a:p>
            <a:pPr lvl="3" algn="just">
              <a:lnSpc>
                <a:spcPct val="180000"/>
              </a:lnSpc>
              <a:spcBef>
                <a:spcPct val="50000"/>
              </a:spcBef>
              <a:buFont typeface="Arial" charset="0"/>
              <a:buNone/>
            </a:pPr>
            <a:r>
              <a:rPr lang="en-US" dirty="0">
                <a:latin typeface="Times New Roman" pitchFamily="-80" charset="0"/>
                <a:cs typeface="Times New Roman" pitchFamily="-80" charset="0"/>
              </a:rPr>
              <a:t>(where </a:t>
            </a:r>
            <a:r>
              <a:rPr lang="en-US" b="1" dirty="0">
                <a:latin typeface="Times New Roman" pitchFamily="-80" charset="0"/>
                <a:cs typeface="Times New Roman" pitchFamily="-80" charset="0"/>
              </a:rPr>
              <a:t>I</a:t>
            </a:r>
            <a:r>
              <a:rPr lang="en-US" dirty="0">
                <a:latin typeface="Times New Roman" pitchFamily="-80" charset="0"/>
                <a:cs typeface="Times New Roman" pitchFamily="-80" charset="0"/>
              </a:rPr>
              <a:t> and </a:t>
            </a:r>
            <a:r>
              <a:rPr lang="en-US" b="1" dirty="0">
                <a:latin typeface="Times New Roman" pitchFamily="-80" charset="0"/>
                <a:cs typeface="Times New Roman" pitchFamily="-80" charset="0"/>
              </a:rPr>
              <a:t>F</a:t>
            </a:r>
            <a:r>
              <a:rPr lang="en-US" dirty="0">
                <a:latin typeface="Times New Roman" pitchFamily="-80" charset="0"/>
                <a:cs typeface="Times New Roman" pitchFamily="-80" charset="0"/>
              </a:rPr>
              <a:t> represent initial and final)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F331DB-02ED-4380-98E6-7CB9ABEF8894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00200" y="2477477"/>
            <a:ext cx="5867399" cy="3419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229600" cy="4525962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40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is the final volume (L)</a:t>
            </a:r>
            <a:r>
              <a:rPr lang="en-US" sz="40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of a       0.07 M solution of CaCl</a:t>
            </a:r>
            <a:r>
              <a:rPr lang="en-US" sz="4000" b="1" baseline="-25000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2</a:t>
            </a:r>
            <a:r>
              <a:rPr lang="en-US" sz="40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prepared by dilution of 200 mL of a 1M solution 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3B6025-3E87-4D3A-8159-3CD3F0203D08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38200" y="5867400"/>
            <a:ext cx="138050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2.86L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743200" y="3886199"/>
            <a:ext cx="3429000" cy="1257301"/>
            <a:chOff x="0" y="430161"/>
            <a:chExt cx="1276350" cy="446139"/>
          </a:xfrm>
        </p:grpSpPr>
        <p:pic>
          <p:nvPicPr>
            <p:cNvPr id="5127" name="Picture 7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1817" y="430161"/>
              <a:ext cx="847725" cy="209550"/>
            </a:xfrm>
            <a:prstGeom prst="rect">
              <a:avLst/>
            </a:prstGeom>
            <a:noFill/>
          </p:spPr>
        </p:pic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0" y="666750"/>
              <a:ext cx="1276350" cy="209550"/>
            </a:xfrm>
            <a:prstGeom prst="rect">
              <a:avLst/>
            </a:prstGeom>
            <a:noFill/>
          </p:spPr>
        </p:pic>
      </p:grp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/>
          <p:cNvSpPr>
            <a:spLocks noGrp="1"/>
          </p:cNvSpPr>
          <p:nvPr>
            <p:ph idx="1"/>
          </p:nvPr>
        </p:nvSpPr>
        <p:spPr>
          <a:xfrm>
            <a:off x="533400" y="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40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is the initial concentration (moles per liter)</a:t>
            </a:r>
            <a:r>
              <a:rPr lang="en-US" sz="40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of a 100 mL solution that has been diluted to give 500 mL of a 0.5 M solution?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Mole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80CA62-B8BF-4F9C-ABAA-ED323A5D968D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38200" y="5867400"/>
            <a:ext cx="136608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2.5M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743200" y="4419600"/>
            <a:ext cx="3200400" cy="1295400"/>
            <a:chOff x="-306162" y="457200"/>
            <a:chExt cx="1428750" cy="474980"/>
          </a:xfrm>
        </p:grpSpPr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0" y="457200"/>
              <a:ext cx="847725" cy="209550"/>
            </a:xfrm>
            <a:prstGeom prst="rect">
              <a:avLst/>
            </a:prstGeom>
            <a:noFill/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-306162" y="722630"/>
              <a:ext cx="1428750" cy="209550"/>
            </a:xfrm>
            <a:prstGeom prst="rect">
              <a:avLst/>
            </a:prstGeom>
            <a:noFill/>
          </p:spPr>
        </p:pic>
      </p:grp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SSHAPETYPE" val="AnswerStem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2258</Words>
  <Application>Microsoft Office PowerPoint</Application>
  <PresentationFormat>On-screen Show (4:3)</PresentationFormat>
  <Paragraphs>383</Paragraphs>
  <Slides>57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Arial,Sans-Serif</vt:lpstr>
      <vt:lpstr>Calibri</vt:lpstr>
      <vt:lpstr>Times New Roman</vt:lpstr>
      <vt:lpstr>Office Theme</vt:lpstr>
      <vt:lpstr>Mole Concept</vt:lpstr>
      <vt:lpstr>Significance of Mole Concept</vt:lpstr>
      <vt:lpstr>Mole</vt:lpstr>
      <vt:lpstr>Avogadro's number and the mole</vt:lpstr>
      <vt:lpstr>Moles of atoms / ions / molecules</vt:lpstr>
      <vt:lpstr>Mole concept if used for large objects</vt:lpstr>
      <vt:lpstr>For Mole Problems, Call Avogadro: “6022-1023”</vt:lpstr>
      <vt:lpstr>PowerPoint Presentation</vt:lpstr>
      <vt:lpstr>Relating mole and individual counts </vt:lpstr>
      <vt:lpstr>Relating mole and individual counts </vt:lpstr>
      <vt:lpstr>Counting atoms in molecules</vt:lpstr>
      <vt:lpstr>Counting atoms in molecules</vt:lpstr>
      <vt:lpstr>Counting ions in compounds</vt:lpstr>
      <vt:lpstr>Test Yourself</vt:lpstr>
      <vt:lpstr>PowerPoint Presentation</vt:lpstr>
      <vt:lpstr>PowerPoint Presentation</vt:lpstr>
      <vt:lpstr>Test Yourself</vt:lpstr>
      <vt:lpstr>PowerPoint Presentation</vt:lpstr>
      <vt:lpstr>PowerPoint Presentation</vt:lpstr>
      <vt:lpstr>Atomic Weight</vt:lpstr>
      <vt:lpstr>Molecular Weight and Molar Mass</vt:lpstr>
      <vt:lpstr>PowerPoint Presentation</vt:lpstr>
      <vt:lpstr>PowerPoint Presentation</vt:lpstr>
      <vt:lpstr>PowerPoint Presentation</vt:lpstr>
      <vt:lpstr>Formula Weight (FW)</vt:lpstr>
      <vt:lpstr>Molecular Weight (MW)</vt:lpstr>
      <vt:lpstr>Molecular Weight (MW)</vt:lpstr>
      <vt:lpstr>The formula weight of aluminum sulfate Al2(SO4)3 is __________ amu</vt:lpstr>
      <vt:lpstr>The formula of nitrobenzene is C6H5NO2. The molecular weight of this compound is __________ amu</vt:lpstr>
      <vt:lpstr>Molar mass</vt:lpstr>
      <vt:lpstr>Molar mass of an element/compound</vt:lpstr>
      <vt:lpstr>Molar mass of a water</vt:lpstr>
      <vt:lpstr>PowerPoint Presentation</vt:lpstr>
      <vt:lpstr>Number of atoms / molecules in polyatomic species</vt:lpstr>
      <vt:lpstr>How many methane molecules are there in 2.52 moles of methane (CH4) ?</vt:lpstr>
      <vt:lpstr>How many oxygen atoms are there in 7.2 g of nitric acid (HNO3) ?</vt:lpstr>
      <vt:lpstr>How many total number of atoms are there in 2.00 moles of CO2 ?</vt:lpstr>
      <vt:lpstr>How many moles of glucose are there in 63 g of glucose (C6H12O6) ?</vt:lpstr>
      <vt:lpstr> Practice How many moles of cations are there in 2.00 moles of sodium phosphate (Na3PO4) ?</vt:lpstr>
      <vt:lpstr> Practice How many total number of moles of nitrate ions are there in a mixture of 2.00 moles of calcium nitrate Ca(NO3)2 and 1.50 moles of aluminum nitrate Al(NO3)3?</vt:lpstr>
      <vt:lpstr> Practice What mass of Fe is present in  Fe3O4 that contains 4.8 × 1023  atoms of oxygen?</vt:lpstr>
      <vt:lpstr> Practice How many molecules of CO2 will contain 5 moles of oxygen atoms?</vt:lpstr>
      <vt:lpstr> Practice How many cations are there in 3 moles of ammonium sulfate, (NH4)2SO4</vt:lpstr>
      <vt:lpstr> Practice What would be the weight of 3.3 × 10─3 moles of MgSO4. 7H2O</vt:lpstr>
      <vt:lpstr> Practice What would be the weight of a sample of copper sulfate pentahydrate, CuSO4 . 5H2O, that contains 3.0 × 1020 atoms. </vt:lpstr>
      <vt:lpstr>PowerPoint Presentation</vt:lpstr>
      <vt:lpstr>Concentration - the amount of substance</vt:lpstr>
      <vt:lpstr>Preparing a solution of known concentration</vt:lpstr>
      <vt:lpstr>Expressing concentration in terms of molarity</vt:lpstr>
      <vt:lpstr>PowerPoint Presentation</vt:lpstr>
      <vt:lpstr>PowerPoint Presentation</vt:lpstr>
      <vt:lpstr>PowerPoint Presentation</vt:lpstr>
      <vt:lpstr>PowerPoint Presentation</vt:lpstr>
      <vt:lpstr>Dilution</vt:lpstr>
      <vt:lpstr>Dilution and number of moles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 Concept</dc:title>
  <dc:creator>chandan.maitrani</dc:creator>
  <cp:lastModifiedBy>Windows User</cp:lastModifiedBy>
  <cp:revision>100</cp:revision>
  <dcterms:created xsi:type="dcterms:W3CDTF">2015-01-06T10:14:06Z</dcterms:created>
  <dcterms:modified xsi:type="dcterms:W3CDTF">2024-01-11T05:28:04Z</dcterms:modified>
</cp:coreProperties>
</file>