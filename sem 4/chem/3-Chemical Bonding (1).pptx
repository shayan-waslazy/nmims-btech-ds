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3.xml" ContentType="application/vnd.openxmlformats-officedocument.presentationml.notesSlide+xml"/>
  <Override PartName="/ppt/ink/ink13.xml" ContentType="application/inkml+xml"/>
  <Override PartName="/ppt/notesSlides/notesSlide4.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23.xml" ContentType="application/inkml+xml"/>
  <Override PartName="/ppt/notesSlides/notesSlide15.xml" ContentType="application/vnd.openxmlformats-officedocument.presentationml.notesSlide+xml"/>
  <Override PartName="/ppt/ink/ink24.xml" ContentType="application/inkml+xml"/>
  <Override PartName="/ppt/notesSlides/notesSlide16.xml" ContentType="application/vnd.openxmlformats-officedocument.presentationml.notesSlide+xml"/>
  <Override PartName="/ppt/ink/ink25.xml" ContentType="application/inkml+xml"/>
  <Override PartName="/ppt/notesSlides/notesSlide17.xml" ContentType="application/vnd.openxmlformats-officedocument.presentationml.notesSlide+xml"/>
  <Override PartName="/ppt/ink/ink26.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 id="2147483686" r:id="rId4"/>
    <p:sldMasterId id="2147483699" r:id="rId5"/>
    <p:sldMasterId id="2147483712" r:id="rId6"/>
    <p:sldMasterId id="2147483725" r:id="rId7"/>
  </p:sldMasterIdLst>
  <p:notesMasterIdLst>
    <p:notesMasterId r:id="rId78"/>
  </p:notesMasterIdLst>
  <p:handoutMasterIdLst>
    <p:handoutMasterId r:id="rId79"/>
  </p:handoutMasterIdLst>
  <p:sldIdLst>
    <p:sldId id="256" r:id="rId8"/>
    <p:sldId id="312" r:id="rId9"/>
    <p:sldId id="313" r:id="rId10"/>
    <p:sldId id="389" r:id="rId11"/>
    <p:sldId id="390" r:id="rId12"/>
    <p:sldId id="391" r:id="rId13"/>
    <p:sldId id="392" r:id="rId14"/>
    <p:sldId id="393" r:id="rId15"/>
    <p:sldId id="394" r:id="rId16"/>
    <p:sldId id="314" r:id="rId17"/>
    <p:sldId id="315" r:id="rId18"/>
    <p:sldId id="316" r:id="rId19"/>
    <p:sldId id="317" r:id="rId20"/>
    <p:sldId id="318" r:id="rId21"/>
    <p:sldId id="343" r:id="rId22"/>
    <p:sldId id="344" r:id="rId23"/>
    <p:sldId id="319" r:id="rId24"/>
    <p:sldId id="320" r:id="rId25"/>
    <p:sldId id="321" r:id="rId26"/>
    <p:sldId id="322" r:id="rId27"/>
    <p:sldId id="324" r:id="rId28"/>
    <p:sldId id="325"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5" r:id="rId47"/>
    <p:sldId id="346" r:id="rId48"/>
    <p:sldId id="395" r:id="rId49"/>
    <p:sldId id="347" r:id="rId50"/>
    <p:sldId id="348" r:id="rId51"/>
    <p:sldId id="349" r:id="rId52"/>
    <p:sldId id="396" r:id="rId53"/>
    <p:sldId id="350" r:id="rId54"/>
    <p:sldId id="351" r:id="rId55"/>
    <p:sldId id="352" r:id="rId56"/>
    <p:sldId id="353" r:id="rId57"/>
    <p:sldId id="354" r:id="rId58"/>
    <p:sldId id="355" r:id="rId59"/>
    <p:sldId id="356" r:id="rId60"/>
    <p:sldId id="357" r:id="rId61"/>
    <p:sldId id="358" r:id="rId62"/>
    <p:sldId id="359" r:id="rId63"/>
    <p:sldId id="368" r:id="rId64"/>
    <p:sldId id="369" r:id="rId65"/>
    <p:sldId id="370" r:id="rId66"/>
    <p:sldId id="361" r:id="rId67"/>
    <p:sldId id="360" r:id="rId68"/>
    <p:sldId id="371" r:id="rId69"/>
    <p:sldId id="372" r:id="rId70"/>
    <p:sldId id="380" r:id="rId71"/>
    <p:sldId id="373" r:id="rId72"/>
    <p:sldId id="381" r:id="rId73"/>
    <p:sldId id="382" r:id="rId74"/>
    <p:sldId id="387" r:id="rId75"/>
    <p:sldId id="383" r:id="rId76"/>
    <p:sldId id="388" r:id="rId77"/>
  </p:sldIdLst>
  <p:sldSz cx="12192000" cy="6858000"/>
  <p:notesSz cx="10234613" cy="71040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899B4A-8E7E-F98F-0D4D-290C9A06ECEA}" v="13" dt="2023-01-12T06:19:57.242"/>
    <p1510:client id="{2C15D920-D89E-1BC7-A40D-0953615B983A}" v="67" dt="2023-01-20T06:41:48.198"/>
    <p1510:client id="{56C9826E-7DDE-8267-1248-22F5F865554E}" v="1" dt="2023-01-19T04:55:16.898"/>
    <p1510:client id="{B373EA87-4E6B-178A-660E-DBDE10573430}" v="2" dt="2023-01-20T07:07:23.1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068"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slide" Target="slides/slide69.xml"/><Relationship Id="rId84" Type="http://schemas.microsoft.com/office/2016/11/relationships/changesInfo" Target="changesInfos/changesInfo1.xml"/><Relationship Id="rId7" Type="http://schemas.openxmlformats.org/officeDocument/2006/relationships/slideMaster" Target="slideMasters/slideMaster7.xml"/><Relationship Id="rId71"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slide" Target="slides/slide54.xml"/><Relationship Id="rId82" Type="http://schemas.openxmlformats.org/officeDocument/2006/relationships/theme" Target="theme/theme1.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slide" Target="slides/slide70.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notesMaster" Target="notesMasters/notesMaster1.xml"/><Relationship Id="rId8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an Maitrani" userId="S::chandan.maitrani@nmims.edu::8a5bb938-7e71-4b0f-910c-2848a6aed97e" providerId="AD" clId="Web-{2C15D920-D89E-1BC7-A40D-0953615B983A}"/>
    <pc:docChg chg="addSld modSld sldOrd">
      <pc:chgData name="Chandan Maitrani" userId="S::chandan.maitrani@nmims.edu::8a5bb938-7e71-4b0f-910c-2848a6aed97e" providerId="AD" clId="Web-{2C15D920-D89E-1BC7-A40D-0953615B983A}" dt="2023-01-20T06:41:48.198" v="65" actId="20577"/>
      <pc:docMkLst>
        <pc:docMk/>
      </pc:docMkLst>
      <pc:sldChg chg="addSp delSp modSp">
        <pc:chgData name="Chandan Maitrani" userId="S::chandan.maitrani@nmims.edu::8a5bb938-7e71-4b0f-910c-2848a6aed97e" providerId="AD" clId="Web-{2C15D920-D89E-1BC7-A40D-0953615B983A}" dt="2023-01-20T06:41:48.198" v="65" actId="20577"/>
        <pc:sldMkLst>
          <pc:docMk/>
          <pc:sldMk cId="3666280431" sldId="350"/>
        </pc:sldMkLst>
        <pc:spChg chg="mod">
          <ac:chgData name="Chandan Maitrani" userId="S::chandan.maitrani@nmims.edu::8a5bb938-7e71-4b0f-910c-2848a6aed97e" providerId="AD" clId="Web-{2C15D920-D89E-1BC7-A40D-0953615B983A}" dt="2023-01-20T06:40:46.259" v="55"/>
          <ac:spMkLst>
            <pc:docMk/>
            <pc:sldMk cId="3666280431" sldId="350"/>
            <ac:spMk id="33794" creationId="{00000000-0000-0000-0000-000000000000}"/>
          </ac:spMkLst>
        </pc:spChg>
        <pc:spChg chg="mod">
          <ac:chgData name="Chandan Maitrani" userId="S::chandan.maitrani@nmims.edu::8a5bb938-7e71-4b0f-910c-2848a6aed97e" providerId="AD" clId="Web-{2C15D920-D89E-1BC7-A40D-0953615B983A}" dt="2023-01-20T06:41:48.198" v="65" actId="20577"/>
          <ac:spMkLst>
            <pc:docMk/>
            <pc:sldMk cId="3666280431" sldId="350"/>
            <ac:spMk id="41987" creationId="{00000000-0000-0000-0000-000000000000}"/>
          </ac:spMkLst>
        </pc:spChg>
        <pc:grpChg chg="del">
          <ac:chgData name="Chandan Maitrani" userId="S::chandan.maitrani@nmims.edu::8a5bb938-7e71-4b0f-910c-2848a6aed97e" providerId="AD" clId="Web-{2C15D920-D89E-1BC7-A40D-0953615B983A}" dt="2023-01-20T06:34:47.328" v="2"/>
          <ac:grpSpMkLst>
            <pc:docMk/>
            <pc:sldMk cId="3666280431" sldId="350"/>
            <ac:grpSpMk id="2" creationId="{00000000-0000-0000-0000-000000000000}"/>
          </ac:grpSpMkLst>
        </pc:grpChg>
        <pc:picChg chg="add mod modCrop">
          <ac:chgData name="Chandan Maitrani" userId="S::chandan.maitrani@nmims.edu::8a5bb938-7e71-4b0f-910c-2848a6aed97e" providerId="AD" clId="Web-{2C15D920-D89E-1BC7-A40D-0953615B983A}" dt="2023-01-20T06:40:37.571" v="54" actId="1076"/>
          <ac:picMkLst>
            <pc:docMk/>
            <pc:sldMk cId="3666280431" sldId="350"/>
            <ac:picMk id="4" creationId="{5A6B006D-4059-255E-6CDF-F105B43DFBC8}"/>
          </ac:picMkLst>
        </pc:picChg>
      </pc:sldChg>
      <pc:sldChg chg="add ord replId">
        <pc:chgData name="Chandan Maitrani" userId="S::chandan.maitrani@nmims.edu::8a5bb938-7e71-4b0f-910c-2848a6aed97e" providerId="AD" clId="Web-{2C15D920-D89E-1BC7-A40D-0953615B983A}" dt="2023-01-20T06:34:26.343" v="1"/>
        <pc:sldMkLst>
          <pc:docMk/>
          <pc:sldMk cId="1685706814" sldId="396"/>
        </pc:sldMkLst>
      </pc:sldChg>
    </pc:docChg>
  </pc:docChgLst>
  <pc:docChgLst>
    <pc:chgData name="Geetanjali Gokhale - Ashtekar" userId="S::geetanjali.ashtekar@nmims.edu::ff6b092b-6176-47b7-912e-4f99bc61a621" providerId="AD" clId="Web-{56C9826E-7DDE-8267-1248-22F5F865554E}"/>
    <pc:docChg chg="modSld">
      <pc:chgData name="Geetanjali Gokhale - Ashtekar" userId="S::geetanjali.ashtekar@nmims.edu::ff6b092b-6176-47b7-912e-4f99bc61a621" providerId="AD" clId="Web-{56C9826E-7DDE-8267-1248-22F5F865554E}" dt="2023-01-19T04:55:16.898" v="0" actId="1076"/>
      <pc:docMkLst>
        <pc:docMk/>
      </pc:docMkLst>
      <pc:sldChg chg="modSp">
        <pc:chgData name="Geetanjali Gokhale - Ashtekar" userId="S::geetanjali.ashtekar@nmims.edu::ff6b092b-6176-47b7-912e-4f99bc61a621" providerId="AD" clId="Web-{56C9826E-7DDE-8267-1248-22F5F865554E}" dt="2023-01-19T04:55:16.898" v="0" actId="1076"/>
        <pc:sldMkLst>
          <pc:docMk/>
          <pc:sldMk cId="3749683775" sldId="393"/>
        </pc:sldMkLst>
        <pc:picChg chg="mod">
          <ac:chgData name="Geetanjali Gokhale - Ashtekar" userId="S::geetanjali.ashtekar@nmims.edu::ff6b092b-6176-47b7-912e-4f99bc61a621" providerId="AD" clId="Web-{56C9826E-7DDE-8267-1248-22F5F865554E}" dt="2023-01-19T04:55:16.898" v="0" actId="1076"/>
          <ac:picMkLst>
            <pc:docMk/>
            <pc:sldMk cId="3749683775" sldId="393"/>
            <ac:picMk id="27652" creationId="{00000000-0000-0000-0000-000000000000}"/>
          </ac:picMkLst>
        </pc:picChg>
      </pc:sldChg>
    </pc:docChg>
  </pc:docChgLst>
  <pc:docChgLst>
    <pc:chgData name="Geetanjali Gokhale - Ashtekar" userId="S::geetanjali.ashtekar@nmims.edu::ff6b092b-6176-47b7-912e-4f99bc61a621" providerId="AD" clId="Web-{14899B4A-8E7E-F98F-0D4D-290C9A06ECEA}"/>
    <pc:docChg chg="modSld">
      <pc:chgData name="Geetanjali Gokhale - Ashtekar" userId="S::geetanjali.ashtekar@nmims.edu::ff6b092b-6176-47b7-912e-4f99bc61a621" providerId="AD" clId="Web-{14899B4A-8E7E-F98F-0D4D-290C9A06ECEA}" dt="2023-01-12T06:19:52.055" v="10" actId="20577"/>
      <pc:docMkLst>
        <pc:docMk/>
      </pc:docMkLst>
      <pc:sldChg chg="modSp">
        <pc:chgData name="Geetanjali Gokhale - Ashtekar" userId="S::geetanjali.ashtekar@nmims.edu::ff6b092b-6176-47b7-912e-4f99bc61a621" providerId="AD" clId="Web-{14899B4A-8E7E-F98F-0D4D-290C9A06ECEA}" dt="2023-01-12T06:19:52.055" v="10" actId="20577"/>
        <pc:sldMkLst>
          <pc:docMk/>
          <pc:sldMk cId="2000163503" sldId="313"/>
        </pc:sldMkLst>
        <pc:spChg chg="mod">
          <ac:chgData name="Geetanjali Gokhale - Ashtekar" userId="S::geetanjali.ashtekar@nmims.edu::ff6b092b-6176-47b7-912e-4f99bc61a621" providerId="AD" clId="Web-{14899B4A-8E7E-F98F-0D4D-290C9A06ECEA}" dt="2023-01-12T06:19:52.055" v="10" actId="20577"/>
          <ac:spMkLst>
            <pc:docMk/>
            <pc:sldMk cId="2000163503" sldId="313"/>
            <ac:spMk id="17411" creationId="{00000000-0000-0000-0000-000000000000}"/>
          </ac:spMkLst>
        </pc:spChg>
      </pc:sldChg>
    </pc:docChg>
  </pc:docChgLst>
  <pc:docChgLst>
    <pc:chgData name="Geetanjali Gokhale - Ashtekar" userId="S::geetanjali.ashtekar@nmims.edu::ff6b092b-6176-47b7-912e-4f99bc61a621" providerId="AD" clId="Web-{B373EA87-4E6B-178A-660E-DBDE10573430}"/>
    <pc:docChg chg="modSld">
      <pc:chgData name="Geetanjali Gokhale - Ashtekar" userId="S::geetanjali.ashtekar@nmims.edu::ff6b092b-6176-47b7-912e-4f99bc61a621" providerId="AD" clId="Web-{B373EA87-4E6B-178A-660E-DBDE10573430}" dt="2023-01-20T07:07:23.148" v="1" actId="1076"/>
      <pc:docMkLst>
        <pc:docMk/>
      </pc:docMkLst>
      <pc:sldChg chg="modSp">
        <pc:chgData name="Geetanjali Gokhale - Ashtekar" userId="S::geetanjali.ashtekar@nmims.edu::ff6b092b-6176-47b7-912e-4f99bc61a621" providerId="AD" clId="Web-{B373EA87-4E6B-178A-660E-DBDE10573430}" dt="2023-01-20T07:07:23.148" v="1" actId="1076"/>
        <pc:sldMkLst>
          <pc:docMk/>
          <pc:sldMk cId="3666280431" sldId="350"/>
        </pc:sldMkLst>
        <pc:spChg chg="mod">
          <ac:chgData name="Geetanjali Gokhale - Ashtekar" userId="S::geetanjali.ashtekar@nmims.edu::ff6b092b-6176-47b7-912e-4f99bc61a621" providerId="AD" clId="Web-{B373EA87-4E6B-178A-660E-DBDE10573430}" dt="2023-01-20T07:06:46.709" v="0" actId="1076"/>
          <ac:spMkLst>
            <pc:docMk/>
            <pc:sldMk cId="3666280431" sldId="350"/>
            <ac:spMk id="41987" creationId="{00000000-0000-0000-0000-000000000000}"/>
          </ac:spMkLst>
        </pc:spChg>
        <pc:picChg chg="mod">
          <ac:chgData name="Geetanjali Gokhale - Ashtekar" userId="S::geetanjali.ashtekar@nmims.edu::ff6b092b-6176-47b7-912e-4f99bc61a621" providerId="AD" clId="Web-{B373EA87-4E6B-178A-660E-DBDE10573430}" dt="2023-01-20T07:07:23.148" v="1" actId="1076"/>
          <ac:picMkLst>
            <pc:docMk/>
            <pc:sldMk cId="3666280431" sldId="350"/>
            <ac:picMk id="4" creationId="{5A6B006D-4059-255E-6CDF-F105B43DFBC8}"/>
          </ac:picMkLst>
        </pc:picChg>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434618" cy="35592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5797708" y="0"/>
            <a:ext cx="4434617" cy="355920"/>
          </a:xfrm>
          <a:prstGeom prst="rect">
            <a:avLst/>
          </a:prstGeom>
        </p:spPr>
        <p:txBody>
          <a:bodyPr vert="horz" lIns="91440" tIns="45720" rIns="91440" bIns="45720" rtlCol="0"/>
          <a:lstStyle>
            <a:lvl1pPr algn="r">
              <a:defRPr sz="1200"/>
            </a:lvl1pPr>
          </a:lstStyle>
          <a:p>
            <a:fld id="{FB751D9C-685F-496B-9A5B-E7388ABAFA81}" type="datetimeFigureOut">
              <a:rPr lang="en-IN" smtClean="0"/>
              <a:t>08-02-2024</a:t>
            </a:fld>
            <a:endParaRPr lang="en-IN"/>
          </a:p>
        </p:txBody>
      </p:sp>
      <p:sp>
        <p:nvSpPr>
          <p:cNvPr id="4" name="Footer Placeholder 3"/>
          <p:cNvSpPr>
            <a:spLocks noGrp="1"/>
          </p:cNvSpPr>
          <p:nvPr>
            <p:ph type="ftr" sz="quarter" idx="2"/>
          </p:nvPr>
        </p:nvSpPr>
        <p:spPr>
          <a:xfrm>
            <a:off x="1" y="6748143"/>
            <a:ext cx="4434618" cy="35592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5797708" y="6748143"/>
            <a:ext cx="4434617" cy="355920"/>
          </a:xfrm>
          <a:prstGeom prst="rect">
            <a:avLst/>
          </a:prstGeom>
        </p:spPr>
        <p:txBody>
          <a:bodyPr vert="horz" lIns="91440" tIns="45720" rIns="91440" bIns="45720" rtlCol="0" anchor="b"/>
          <a:lstStyle>
            <a:lvl1pPr algn="r">
              <a:defRPr sz="1200"/>
            </a:lvl1pPr>
          </a:lstStyle>
          <a:p>
            <a:fld id="{26DBD824-3873-417F-B5CF-9E0016DAAF79}" type="slidenum">
              <a:rPr lang="en-IN" smtClean="0"/>
              <a:t>‹#›</a:t>
            </a:fld>
            <a:endParaRPr lang="en-IN"/>
          </a:p>
        </p:txBody>
      </p:sp>
    </p:spTree>
    <p:extLst>
      <p:ext uri="{BB962C8B-B14F-4D97-AF65-F5344CB8AC3E}">
        <p14:creationId xmlns:p14="http://schemas.microsoft.com/office/powerpoint/2010/main" val="243653462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1-30T07:49:33.353"/>
    </inkml:context>
    <inkml:brush xml:id="br0">
      <inkml:brushProperty name="width" value="0.05292" units="cm"/>
      <inkml:brushProperty name="height" value="0.05292" units="cm"/>
      <inkml:brushProperty name="color" value="#FF0000"/>
    </inkml:brush>
  </inkml:definitions>
  <inkml:trace contextRef="#ctx0" brushRef="#br0">12308 14248 0,'0'0'0,"0"0"0,0 0 0,0 0 15,0 0-15,-1 0 16,1 0-16,0 0 16,0 0-16,0 0 15,0 0-15,5 0 16,-5 0-16,9 0 15,6 0-15,-15 0 0,18 1 16,6-2 0,2 1-16,1 0 15,4 3-15,2 0 0,1 0 16,5-1-16,-1 0 16,3 0-16,4 0 15,2-2-15,6 3 16,3-2-16,2 0 15,-1 2-15,1 1 16,1-1-16,7-1 16,0 1-16,3-1 15,4-3-15,0 1 16,0 0-16,-1 1 16,-1-1-16,1 3 15,1-2-15,1 1 16,1-1-16,1-2 15,2-1-15,1 0 16,2 2-16,-1-1 16,2 1-16,-1-1 15,1 0-15,-2 1 16,-2 0-16,8 0 0,-2 0 16,1-1-16,2 1 15,-3-2-15,2 1 16,-2 2-16,-3-2 15,1 0-15,-2 2 16,1 0-16,-1-4 16,2 2-16,-5 1 15,-1 0-15,-1-2 16,-3 3-16,5 1 16,-6 0-16,4-2 15,-5 1-15,-4-1 16,-3-3-16,-7 2 15,-1 0-15,-13-4 16,-42 5-16,37-2 0,-7-3 16,-30 5-16,28-5 15,-28 5-15,18-7 16,-18 7-16,13-6 16,-13 6-16,9-4 15,-9 4-15,2-5 16,-2 5-16,-7-7 15,-2 1-15,9 6 16,-16-5-16,-4 3 16,-11 9-16</inkml:trace>
  <inkml:trace contextRef="#ctx0" brushRef="#br0" timeOffset="2358.9105">20268 14164 0,'0'0'0,"0"0"0,0 0 0,0-2 16,0 2 0,1-4-16,-1 4 15,1-4-15,-1 4 16,0-3-16,0 3 0,1-4 16,-1 4-16,4-4 15,-4 4-15,4-2 16,7 0-16,1 1 15,-12 1-15,17-1 16,4 1-16,8 2 16,3-1-16,2-1 15,5 1-15,5 1 16,5-1-16,0 1 16,7 3-16,4-1 15,1 2-15,3-3 16,-2 2-16,5-1 0,4-1 15,1-1-15,6 5 16,2-2-16,2-2 16,0 1-16,4 2 15,5-1-15,3-1 16,2 2-16,4-2 16,3-3-16,-1 1 15,3 2-15,0-4 16,3 0-16,0 4 15,5-2-15,1 0 16,1-1-16,2-2 16,2 2-16,1-2 15,1 2-15,-4-3 16,3 3-16,-1-2 16,4 2-16,1 0 15,3 0-15,-2 0 16,0 2-16,2-1 15,0 2-15,-5 1 16,0 0-16,3 1 0,-2 3 16,0-2-16,-1-1 15,0 3-15,-3-1 16,-1 1-16,-1 1 16,-1 0-16,-1 0 15,-3 0-15,5 2 16,-3-2-16,6 4 15,-9-5-15,2 1 16,-7-4-16,2 0 16,-7 0-16,-2-2 15,-1 2-15,2-1 16,-2-1-16,-3-2 16,0 0-16,-4-1 15,-4 1-15,1-1 0,-1 0 16,-2-3-16,-1 0 15,-4-1-15,-2 1 16,0 1 0,-6 1-16,5 1 0,1 0 15,-1 1-15,-4 1 16,0-2-16,0 1 16,-4-4-16,-1 2 15,1-1-15,-4-2 16,-1-1-16,-1 3 15,2-2-15,1 3 16,-3 3-16,0-1 16,-2-1-16,-2 0 15,-2-1-15,-1-2 16,-4-1-16,1 1 16,-3-2-16,-3-1 15,-2-1-15,-4 0 0,-4-3 16,-5 4-16,-4 1 15,-28 4-15,25-7 16,-25 7-16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1-30T07:57:55.859"/>
    </inkml:context>
    <inkml:brush xml:id="br0">
      <inkml:brushProperty name="width" value="0.05292" units="cm"/>
      <inkml:brushProperty name="height" value="0.05292" units="cm"/>
      <inkml:brushProperty name="color" value="#FF0000"/>
    </inkml:brush>
  </inkml:definitions>
  <inkml:trace contextRef="#ctx0" brushRef="#br0">3565 2770 0,'0'0'0,"0"0"0,0 0 15,1-3-15,-1 3 16,2-7-16,-2 7 16,0-5-16,0 5 15,1-5-15,-5 4 16,-9 5-16,-9 2 15,-4 4-15,-3 0 16,-7-2-16,-4-1 16,-3 1-16,-4-2 15,-1-2-15,6 1 16,42-5-16,-40 2 16,5 3-16,35-5 0,-28 3 15,28-3-15,-17 5 16,17-5-1,-14 4-15,14-4 0,-9 7 16,9-7-16,-5 8 16,5 7-16,2 3 15,-2 4-15,3-1 16,-2 6-16,-1 7 16,2 1-16,-2 8 15,-3 4-15,1 6 16,2 5-16,0 4 15,0 2-15,0 0 16,0 4-16,0-2 16,-1 1-16,1-4 15,-2-4-15,-1-5 16,-2 1-16,-2-3 16,-4-1-16,-4 1 15,2-4-15,-2-2 16,-2-4-16,5-6 0,2-3 15,10-33 1,-3 29-16,3-29 0,3 25 16,10 0-16,2-5 15,5-4-15,7-3 16,-2-5-16,8-6 16,9-4-16,11-4 15,18-4-15,15-5 16,11-5-16,7 0 15,3-2-15,-7 0 16,-100 22-16</inkml:trace>
  <inkml:trace contextRef="#ctx0" brushRef="#br0" timeOffset="1858.9345">20859 4556 0,'0'0'0,"0"0"0,0 0 0,2-1 16,9-5-16,17-5 15,9 0-15,11 2 0,5 2 16,9-1-16,1 5 16,0 1-16,0 1 15,-4 3-15,-2-1 16,-5 5-16,-6-2 16,-4 2-16,-5 1 15,-8 3-15,-29-10 16,26 10-16,-5 4 15,-5 4-15,-11 2 16,-3-1-16,-5 5 16,1 2-16,-1 3 15,2 3-15,-1 7 16,3 1-16,-4 6 16,3 4-16,2 3 15,1 1-15,-5 4 16,3 0-16,0 5 15,2-1-15,-3 3 0,0-1 16,5 2-16,-1-1 16,1 0-16,7-2 15,0-5-15,-1 1 16,3-8-16,-3 1 16,-2-8-16,-2-3 15,-5-7-15,-2-5 16,-9-5-16,-9-2 15,-14 0-15,-22-3 16,-24 3-16,-23 4 16,-27 9-16</inkml:trace>
  <inkml:trace contextRef="#ctx0" brushRef="#br0" timeOffset="272028.8116">14662 13280 0,'0'0'0,"0"0"0,0 0 0,-1 0 0,1 0 15,0 0 1,0 0-16,6 0 0,-6 0 15,9-1-15,1 1 16,-10 0-16,16 2 16,0 1-16,3 2 15,-19-5-15,21 4 16,3 0-16,3-2 16,-27-2-16,28 1 15,2-1-15,4 0 16,1 0-16,0 4 15,-1-4-15,-1 1 16,-2-1-16,3 0 16,-2 3-16,3 0 0,1 1 15,0-2-15,-3 0 16,4-1-16,-2-1 16,-3-1-16,6 3 15,-3-2-15,1 1 16,1 0-16,-2 0 15,-1-2-15,1 1 16,2 0-16,-1 0 16,-1 1-16,1 0 15,-1 2-15,-2-1 16,4 1-16,0-2 16,0-3-1,-2-1-15,2 1 0,3-1 16,-3 3-16,2-1 15,1 0-15,-2 1 16,0 0-16,0 1 16,-5-1-16,5 1 15,4-1-15,-6 0 16,-1 0-16,-1 0 16,1 2-16,-1 0 15,6-4-15,-4 1 0,-1 0 16,-1 1-1,3 3-15,-6-1 0,5-1 16,1 1-16,-4-2 16,-1 2-16,5 0 15,-2-1-15,-1-3 16,1 1-16,3 2 16,-3 1-16,-1 0 15,5-1-15,-2-1 16,4 1-16,-3-1 15,0 0-15,4 0 16,-4 0-16,-2 0 16,-1 0-16,0 0 15,4 1-15,-1-2 16,2 1-16,-3 1 0,2-1 16,-3-1-16,2 3 15,-4 2-15,1-1 16,0-2-16,4 2 15,-3-2-15,0-1 16,-6-1-16,2 2 16,-3-2-16,0 1 15,-29 0-15,29-3 16,3 3-16,0 1 16,-32-1-16,31-1 15,-31 1-15,23-1 16,-23 1-16,19-1 15,-19 1-15,14-1 16,-14 1-16,8-1 16,-8 1-16,3-2 15,-3 2-15,4-2 16,-4 2-16,3-2 16,-3 2-16,1-1 15,-1 1-15,3-1 16,-3 1-16,2 0 15,-2 0-15,0-1 0,0 1 16,1 0-16,-1 0 16,0 0-16,0 0 15,2 0-15,-2 0 16,-1-1-16,1 1 16,-1 0-16</inkml:trace>
  <inkml:trace contextRef="#ctx0" brushRef="#br0" timeOffset="276965.1478">24864 14177 0,'0'0'0,"0"0"0,0 0 0,-3 0 16,3 0-16,-3-1 16,3 1-16,1 2 15,5 2-15,11 0 0,5 0 16,6-3-1,4-1-15,6-1 16,3-1-16,5 0 0,0-2 16,0-1-16,-3 0 15,-1-1-15,-3 6 16,-39 0-16,33-1 16,-33 1-1,30 1-15,-30-1 0,21 3 16,-11 4-16</inkml:trace>
  <inkml:trace contextRef="#ctx0" brushRef="#br0" timeOffset="277855.5531">25818 14065 0,'0'0'0,"0"0"0,0 0 16,-2 0-16,2 0 16,-1-2-16,2 2 15,2 5-15,2 7 16,5 4-16,-1 9 16,4 7-16,1 5 15,0 2-15,0-3 0,-7-2 16,-7-34-16,6 32 15,-6-32-15,8 28 16,-8-28-16,3 24 16,-3-24-16,0 19 15,2-9-15,1-12 16,-2-7-16,-4-8 16,2-8-16,1-3 15,-2-5-15,2-3 16,7 0-16,-4 0 15,4 4-15,-7 32 16,13-24-16,4 4 16,-17 20-16,19-10 15,5 8-15,1 8 16,-1 7-16,-1 6 16,-2 1-16,-5 2 15,-4 2-15,-2 0 0,-10-24 16,11 22-1,-6 1-15,-5-23 0,2 21 16,-2-21-16,3 16 16,-3-16-16,0 11 15,-3-8-15,3-11 16,4-7-16,0-9 16,2-3-16,0-4 15,4 1-15,-10 30 16,12-25-16,3 6 15,-15 19-15,22-18 16,4 7-16,0 8 16,-3 6-16,1 6 15,-4 11-15,-3 2 16,-1 6-16,-4 1 16,-1 0-16,-3-2 15,-8-27-15,6 29 0,-4-1 16,-2-28-16,-1 26 15,1-26-15,-1 24 16,0-6-16</inkml:trace>
  <inkml:trace contextRef="#ctx0" brushRef="#br0" timeOffset="278058.5871">26597 14280 0,'0'0'0,"0"9"15,6 6-15,-2 5 16,0 5-16,-4-25 16,3 26-16,-3 3 15,0-29-15,-3 25 16,3-25-16</inkml:trace>
  <inkml:trace contextRef="#ctx0" brushRef="#br0" timeOffset="278214.8454">26591 14045 0,'0'0'0,"0"0"0,0 0 16,1 0-16,-1 0 16</inkml:trace>
  <inkml:trace contextRef="#ctx0" brushRef="#br0" timeOffset="278699.1056">26706 14189 0,'0'0'0,"6"4"0,1 8 15,-1 3-15,3 6 0,5 5 16,-3 0 0,-3-2-16,-8-24 0,8 25 15,-8-25-15,5 25 16,-5-25-16,3 22 15,-3-22-15,2 15 16,-2-15 0,1 11-16,-2-10 0,-2-10 15,1-8-15,-1-1 16,3 18-16,0-24 16,3-2-16,4-5 15,5 4-15,3 3 16,1 7-16,-16 17 15,19-9-15,1 9 16,3 9-16,-3 5 16,-6 5-16,-3 2 15,-2 3-15,-2 4 0,-2-2 16,-3-2 0,-2-24-16,1 23 15,-1-23-15,1 18 0</inkml:trace>
  <inkml:trace contextRef="#ctx0" brushRef="#br0" timeOffset="279464.5175">27131 14206 0,'0'0'0,"3"8"0,-2 5 16,-1 11-16,3 5 16,1 1-16,0 2 15,3-5-15,2-1 16,-9-26-16,11 25 16,-11-25-16,16 19 15,-16-19-15,18 15 0,5-7 16,-23-8-16,25-3 15,-1-8-15,-3-10 16,-3-5-16,-2-1 16,-7 1-16,-2-1 15,-7 27-15,6-25 16,-6 25-16,2-21 16,-2 21-16,0-17 15,-1 8-15,0 11 16,-2 9-16,1 7 15,2-18-15,1 25 16,4 4-16,-5-29 16,12 28-16,1-3 15,-13-25-15,16 17 16,3-6-16,4-8 16,-4-9-16,2-2 15,-4-6-15,0-3 16,-2-5-16,-3-4 0,3-1 15,-5 0-15,-10 27 16,5-28-16,-5 28 16,4-24-16,-4 24 15,-1-21-15,1 21 16,-4-15-16,-1 9 16,5 6-16,-8 5 15,1 7-15,7 8 16,4 2-16,4-3 15,5 2-15,5 0 16,0 0-16,5-2 16,-3 3-16,3 1 15,-4 1-15,-19-24 16,23 23-16,-4 0 16,-19-23-16,16 24 15,-10-3-15,-8 0 16,-8-3-16,-12-6 0,-10-5 15,-4-4-15,-3-6 16</inkml:trace>
  <inkml:trace contextRef="#ctx0" brushRef="#br0" timeOffset="280323.6753">28665 13915 0,'0'0'0,"0"0"0,-1-8 16,1 8 0,-4-14-16,-5-3 0,-3-4 15,-4 4 1,-7 5-16,-5 3 0,-6 4 16,-4 5-16,4 2 15,1 0-15,7 4 16,2 6-16,5 4 15,19-16-15,-18 18 16,8 8-16,8 6 16,8 2-16,4 0 15,10 1-15,6-3 16,7-3-16,0 4 16,10 1-16,-3 2 15,2 1-15,4 3 16,-8-2-16,-3 1 15,-6-3-15,-5 0 16,-8-3-16,-9 2 16,-6-6-16,-6-1 15,-6-3-15,-10-7 16,-3-1-16,-7-5 16,-7-5-16,-4-5 0,2-5 15,2-6-15,5-3 16,10-5-16,2-3 15,12-9-15,10-8 16,7-6-16,6-4 16,10-2-16,4-1 15,4-2-15,1 1 16,1-3-16,-4 3 16,1 2-16,-8 1 15,-6 1-15,-6 6 16,-10 1-16,-9 4 15,-11 2-15</inkml:trace>
  <inkml:trace contextRef="#ctx0" brushRef="#br0" timeOffset="386126.7496">3001 10751 0,'0'0'0,"0"0"15,0 0-15,0 0 0,-3-6 16,-7-3-16,-12-1 15,-5-4-15,-8 2 16,-13 0-16,-3 2 16,-2 1-16,4 2 15,1 0-15,7 4 16,5 0-16,7 2 16,5 3-16,24-2 15,-23 4-15,7 4 16,-3 5-16,9 5 15,0 6-15,7 5 16,1 7-16,4 4 16,1 9-16,-1 7 15,0 7-15,-6 5 16,4 9-16,-6 2 16,-1-1-16,2 4 15,-1-2-15,0 1 0,3-3 16,1-1-1,4-5-15,-1-4 0,4-8 16,-3-6-16,4-9 16,-3-8-16,1-5 15,-1-5-15,-3-27 16,7 23-16,2-1 16,3-5-16,5-3 15,0-2-15,11-4 16,12-5-16,15-5 15,15-4-15,12-4 16,16 0-16</inkml:trace>
  <inkml:trace contextRef="#ctx0" brushRef="#br0" timeOffset="388485.5585">29665 12567 0,'0'0'0,"6"-6"0,10 0 0,11 1 16,7 1-16,6 4 15,6 3-15,2 2 16,-2 1 0,3 3-16,0 4 0,-3 2 15,-5 0-15,-5 2 16,-3 1-16,-5 0 15,-3 5-15,-6 2 16,-1 3-16,-8 4 16,-1 6-16,-2 4 0,0 2 15,-1 5-15,2 6 16,0 5-16,-1 2 16,-3 7-16,-2 4 15,-2 8-15,-3 1 16,1 7-16,-2 3 15,-1 1-15,2 3 16,-1 4-16,8 4 16,-3 1-1,1 2-15,2 2 0,3 0 16,2 0-16,2 0 16,1-2-16,4 1 15,-2-5-15,4-5 16,-2-2-16,-2-6 15,-6-5-15,-2-3 16,-5-7-16,-6-7 16,-5-5-16,-4-11 15,-2-9-15,-10-8 16,-4-12-16,-4-10 0,-11-10 16,-9-16-16,-16-16 15,-18-14-15,-20-15 16,-25-13-1,-25-4-15,-27 2 0,-20 13 16,-14 15-16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1-30T08:09:33.115"/>
    </inkml:context>
    <inkml:brush xml:id="br0">
      <inkml:brushProperty name="width" value="0.05292" units="cm"/>
      <inkml:brushProperty name="height" value="0.05292" units="cm"/>
      <inkml:brushProperty name="color" value="#FF0000"/>
    </inkml:brush>
  </inkml:definitions>
  <inkml:trace contextRef="#ctx0" brushRef="#br0">16088 5638 0,'0'0'0,"0"0"0,7-6 15,7-3-15,11-1 16,5 3-16,2-2 15,2 5-15,2 0 16,-3 2-16,8 1 16,4 1-16,8-4 15,4-2-15,10 1 16,8-3-16,2 2 16,5-3-16,6-1 15,9 0-15,2 3 16,6-1-16,4 1 15,0 3-15,4-4 0,6 0 16,-1 0 0,6 3-16,-2-3 15,4 3-15,-2-1 0,0 1 16,-4 2-16,9-4 16,-3 6-16,1 1 15,1-3-15,2 6 16,-3-3-16,-1 1 15,0 1-15,-4 1 16,-3-1-16,-4 1 16,-3 0-16,-5 1 15,-1 0-15,-9-3 16,-3-1-16,-6 3 16,-6 2-16,-7-3 15,-8 0-15,-8-1 16,-9-1-16,-50 0 15,43 0-15,-43 0 16,34-1-16,-34 1 16,24-1-16,-24 1 0,14-1 15,-12-1-15</inkml:trace>
  <inkml:trace contextRef="#ctx0" brushRef="#br0" timeOffset="874.7855">17053 3089 0,'0'0'0,"0"0"0,-3 2 15,-2 6-15,-8 11 16,-2 8-16,-11 9 16,-10 15-16,-14 12 15,-5 10-15,-4 15 16,-1 7-16,7 0 16,8 3-16,14-6 15,14-4-15,19-8 16,14-9-16,19-4 15,11-16-15,15-10 16</inkml:trace>
  <inkml:trace contextRef="#ctx0" brushRef="#br0" timeOffset="1499.6045">17097 3673 0,'0'0'0,"1"8"0,6 11 0,0 16 15,2 10-15,1 6 16,-6-2-16,-4-2 15,0-47-15,1 43 16,-1-43-16,-5 35 16,5-35-16,-6 24 0,6-24 15,-3 15-15,1-13 16,-1-17-16,4-10 16,4-8-16,3-10 15,5-4-15,-1 6 16,5-1-16,-17 42 15,19-30-15,5 8 16,-2 9-16,1 12 16,0 6-16,-3 8 15,0 6-15,-3 3 16,2-1-16,-3 2 16,-16-23-16,13 29 15,-5-11-15,-8-18 16,4 21-16,-4-21 15,1 12-15,-1-12 16,-1 6-16,1-11 0,6-16 16,0-9-16,7-4 15,9-6-15,2 3 16,5 8-16,3 9 16,-2 6-16,-1 11 15,-3 12 1,-4 6-16,-4 10 0,-3 8 15,-6 1-15,-4 1 16,-5 0-16,-5 2 16,-2 1-16,-3-3 15,10-35-15,-9 30 16,11-4-16</inkml:trace>
  <inkml:trace contextRef="#ctx0" brushRef="#br0" timeOffset="1874.5162">17951 3803 0,'0'0'0,"0"0"0,7-3 15,3-1 1,10-1-16,6-4 0,6-4 15,-3-1-15,-3-3 16,-26 17-16,21-17 16,-5-4-16,-16 21 15,8-25-15,-6 0 16,-7 2-16,-8 8 16,-9 10-16,-7 14 15,-8 15-15,-6 7 16,0 12-16,5 7 15,7-2-15,7 0 16,14-1-16,14-5 16,16-12-16,13-11 15,14-14-15,10-12 0,11-11 16</inkml:trace>
  <inkml:trace contextRef="#ctx0" brushRef="#br0" timeOffset="2202.6073">18427 3010 0,'0'0'0,"4"14"15,4 17-15,-6 18 16,0 15-16,0 14 16,-7 3-16,-2 8 15,3-6-15,-3-1 0,1-2 16,3-10-16,1-9 16,2-10-16,3-5 15,3-11-15,2-6 16,6-8-16,6-13 15,0-13-15</inkml:trace>
  <inkml:trace contextRef="#ctx0" brushRef="#br0" timeOffset="2374.4365">18343 3646 0,'0'0'0,"0"0"0,7-1 16,17-10-16,20-1 16,15 1-16,10-3 15,7 4-15</inkml:trace>
  <inkml:trace contextRef="#ctx0" brushRef="#br0" timeOffset="3374.2001">19120 3528 0,'0'0'0,"0"0"0,-2-2 15,-8-1-15,-7-3 16,-8 5-16,-9 5 16,-5 8-16,-10 7 15,4 7-15,-1 7 16,6 3-16,5 2 15,13-4-15,8 2 16,14-5-16,8-4 16,7-5-16,7-8 15,8-9-15,0-9 16,4-2-16,-2-9 16,0-6-16,-8-2 15,-5 1-15,-6-1 0,-13 23 16,5-22-1,-5 22-15,-2-19 0,-1 8 16,-1 15-16,-4 11 16,6 10-1,0 8-15,13 0 0,5-3 16,11-4-16,6-8 16,7-9-16,2-11 15,2-10-15,4-11 16,-2-12-16,0-7 15,-3-11-15,-7-8 16,1-6-16,-14-8 16,-3-1-16,-1-9 15,-5 0-15,-8 2 16,-7 0-16,-5 10 16,-5 9-16,-2 8 15,-2 12-15,15 44 0,-13-34 16,13 34-1,-9-27-15,-1 12 0,4 12 16,3 15-16,-5 8 16,4 16-16,-1 15 15,-2 9-15,-1 14 16,0 10-16,-2 8 16,3 2-16,-4 0 15,1-4-15,7-8 16,2-15-16,2-12 15,-1-55-15,11 41 16,5-8-16,9-12 16,9-12-16,6-11 15,4-11-15,4-13 16,2-7-16,-3-6 16,-5-8-16,-5 3 15,-6-2-15,-31 46 0,18-41 16,-18 41-1,12-33-15,-12 9 0,0 24 16,-11-14-16,-8 16 16,-9 14-16,2 8 15,26-24-15,-18 25 16,12 6-16,21-2 16,17-3-16,14-4 15,9-1-15,1-1 16,-12 0-16,-12 2 15,-16 3-15,-9 0 16,-17 0-16,-7-2 16,-14-5-16,-7-8 15,-11-11-15</inkml:trace>
  <inkml:trace contextRef="#ctx0" brushRef="#br0" timeOffset="3639.7654">20230 2624 0,'0'0'0,"6"7"0,6 16 0,7 19 16,11 14-16,0 14 15,-3 15-15,-6 8 16,-13 10-16,-10 10 16,-12 2-16,-13 4 15,-17 1-15,-14-1 16,-13 9-16,-20 7 16</inkml:trace>
  <inkml:trace contextRef="#ctx0" brushRef="#br0" timeOffset="13340.7358">2520 7523 0,'0'0'0,"0"0"0,0 0 16,2 1-16,5-1 15,13 0-15,5-1 16,4 1-16,3-3 16,2 1-16,4 2 15,-3 0-15,4 1 16,3-3-16,3 2 0,4-4 15,7-1 1,-2 3-16,5-1 0,5 3 16,5 0-16,0 1 15,4-2-15,5 1 16,0 0-16,6 0 16,0 0-16,0-1 15,4 1-15,5-2 16,2 1-16,1 1 15,3-4-15,-2 2 16,3-3-16,7 2 16,0-1-16,3 4 15,1-2 1,-1 1-16,2 1 0,2-3 16,1 2-16,0-4 15,4 2-15,3 1 16,0 1-16,0-1 15,3 1-15,0-2 16,-1 1-16,5 2 16,-1-1-16,1-3 15,3 3-15,2 0 16,2-3-16,3-1 0,-1 0 16,4 1-16,0-2 15,0 0-15,1 2 16,0 0-16,1-3 15,3 4-15,-3 2 16,6-5-16,-3 5 16,-1-1-16,1 0 15,-1 0-15,-2-5 16,6 6-16,-1-2 16,4 4-16,1-2 15,-3 0-15,4-1 16,1 4-16,1 0 15,4 3-15,-1 3 16,-1-4-16,0 5 16,-3-1-16,6-2 15,-3 2-15,3 3 16,0-2-16,5 1 0,-2-1 16,4-1-16,-1-1 15,-4 1 1,1-2-16,-5 5 0,0-3 15,0 4-15,-1-1 16,-3 2-16,0 0 16,-3 0-16,-1 0 15,-3 0-15,-5-1 16,2-1-16,-4-5 16,-5 1-16,-4-4 15,-10-1-15,-7-4 16,-10 0-16,-9-1 15,-9 1-15,-7 2 16</inkml:trace>
  <inkml:trace contextRef="#ctx0" brushRef="#br0" timeOffset="16230.7306">3033 5449 0,'0'0'0,"0"0"0,0 0 0,-2 0 16,2 0-16,-6-1 15,-4 0-15,-12 9 16,-2 7-16,-14 15 16,-7 14-16,-8 18 15,-9 14-15,1 13 16,0 4-16,6 4 0,12-3 16,17-5-16,10-9 15,20-7-15,11-6 16,14-11-16,7-12 15,10-12-15,3-18 16,5-15-16</inkml:trace>
  <inkml:trace contextRef="#ctx0" brushRef="#br0" timeOffset="16699.359">3001 5920 0,'0'0'0,"0"0"0,0 0 15,0 0-15,-2-2 0,8 9 16,0 10-16,1 9 16,-1 9-1,1 8-15,-3 5 16,-2 0-16,-4 2 0,-6-5 15,8-45-15,-10 38 16,10-38-16,-12 30 16,12-30-16,-14 21 15,5-13-15,4-16 16,5-11-16,6-13 16,2-9-16,6 0 15,6-4-15,5 3 16,1 7-16,0 5 15,1 5-15,0 10 16,3 9-16,-4 8 16,0 7-16,-5 3 0,-3 5 15,-1 8-15,-4 0 16,-4 7-16,-3 1 16,-2 5-16,-1-3 15,-3-35-15,3 34 16</inkml:trace>
  <inkml:trace contextRef="#ctx0" brushRef="#br0" timeOffset="17105.526">3725 5957 0,'0'0'0,"0"0"0,-4-2 16,-7-1-16,-4 4 15,-7 2-15,-5 7 16,-1 10-16,-1 5 16,2 7-16,2 5 15,5 4-15,7 1 16,7-6-16,12-4 0,9-6 15,8-9-15,7-7 16,5-7-16,-2-9 16,2-7-16,-2-6 15,-5-3-15,-3-2 16,-6-5-16,-10 0 16,-6-2-16,-8 2 15,-3 3-15,-12 8 16,-6 7-16,26 11 15,-29-5-15,29 5 16,-29 1-16,13-2 16</inkml:trace>
  <inkml:trace contextRef="#ctx0" brushRef="#br0" timeOffset="17496.0401">3938 5936 0,'0'0'0,"0"0"0,3 1 0,-2 9 16,4 9-16,2 4 16,0 5-16,-1 5 15,0 1-15,-8 0 16,2-34-16,-1 29 16,1-29-16,-5 24 15,5-24-15,-4 14 16,-2-10-16,9-11 15,-2-12-15,10-8 16,5-3-16,4-4 16,7 5-16,1-1 15,-28 30-15,29-22 16,0 9-16,-1 9 16,-3 8-16,-3 6 15,-5 9-15,-5 6 16,-3 2-16,-8 5 15,2 4-15,-3-3 16,0-33-16,0 32 0,4-7 16,8-8-1</inkml:trace>
  <inkml:trace contextRef="#ctx0" brushRef="#br0" timeOffset="17667.8478">4412 6083 0,'0'0'0,"10"-1"0,6 1 0,9-5 16,15-1-16,9-4 15</inkml:trace>
  <inkml:trace contextRef="#ctx0" brushRef="#br0" timeOffset="18511.4832">4801 5937 0,'0'0'0,"6"0"0,6 8 16,5 3-16,3 8 0,4 5 16,-3 3-16,1 3 15,-22-30-15,15 32 16,-15-32-16,14 30 16,-14-30-16,6 26 15,-6-26-15,2 19 16,-5-9-16,3-10 15,-2-2-15,-1-8 16,6-15-16,2-6 16,3-2-16,5 0 15,-13 33-15,14-28 16,5 5-16,-19 23 16,26-8-16,-1 8 15,2 13-15,-5 4 16,-22-17-16,20 22 15,-20-22-15,12 23 16,-12-23-16,4 22 0,-4-22 16,1 16-16,-1-16 15,0 10-15,0-11 16,2-13-16,5-6 16,2-5-16,5 1 15,5 0-15,-19 24 16,22-16-16,-2 7 15,5 6-15,-7 9 16,0 8-16,-4 5 16,1 5-16,-1 2 15,-14-26-15,13 24 16,3-2-16,-1-6 16,7-6-16,-1-8 15,4-8-15,-1-4 16,3-2-16,-2-5 15,-5-3-15,1-2 16,-6-2-16,-2 0 16,-2 0-16,-11 24 0,7-22 15,-6 6-15,-9 1 16,-5 6-16,-8 9 16,-3 5-16,-2 9 15,-2 5-15,4 6 16,6 7-16,10 3 15,11 1-15,12-4 16,13-5-16,7-7 16,8-13-16,6-12 15,8-10-15,-5-9 16,-5-8-16</inkml:trace>
  <inkml:trace contextRef="#ctx0" brushRef="#br0" timeOffset="18808.3344">5891 5312 0,'0'0'0,"0"0"16,1 2-16,1 5 15,3 8-15,1 10 0,-3 13 16,3 12-16,-6 12 15,-3 9-15,0 3 16,-5 2-16,-1-1 16,0-4-16,6-6 15,0-7-15,7-5 16,7-11-16,7-7 16,4-11-16,3-12 15</inkml:trace>
  <inkml:trace contextRef="#ctx0" brushRef="#br0" timeOffset="19901.8291">5982 5920 0,'0'0'0,"14"-4"0,9-2 0,19-1 15,16 0-15,5-3 16,3 2-16,-4 0 16,-6-1-16,-12 0 15,-44 9-15,37-7 16,-37 7-16,26-7 16,-26 7-16,18-5 15,-14-3-15,-11 5 16,-14 2-16,-6 4 15,-9 6-15,-2 8 16,-5 6-16,5 8 16,7 1-16,7-1 15,13-2-15,11-29 16,-3 26-16,9-3 16,11-7-16,5-5 15,7-4-15,-2-5 16,1-8-16,-2-5 15,-5-3-15,-21 14 16,18-18-16,-18 18 0,12-18 16,-12 18-16,9-15 15,-7 7-15,-5 14 16,-1 10-16,1 6 16,2 2-16,5 1 15,9-2-15,4-7 16,0-8-16,11-5 15,2-10-15,3-9 16,4-1-16,-4-9 16,-2-3-16,-1-6 15,-4-5-15,0-7 16,-6-1-16,-4-5 16,-2-4-16,-3-3 15,-1 1-15,-2-2 16,-2 2-16,-2 2 15,1 1-15,-5 8 16,0 48-16,0-42 0,0 42 16,-4-33-16,1 11 15,2 18-15,-1 14 16,-1 14-16,1 15 16,-6 10-16,-5 10 15,4 9-15,-4 9 16,0 4-16,-3-2 15,4-1-15,3-7 16,4-10-16,4-13 16,7-12-16,3-9 15,7-10-15,5-7 16,2-6-16,6-9 16,4-7-16,-1-8 15,1-8-15,2-2 16,-8-1-16,-1-4 15,-7 3-15,-19 32 16,15-27-16,-15 27 0,8-24 16,-6 7-16,-2 17 15,-11-12-15,11 12 16,-15-5-16,4 4 16,7 12-16,6 5 15,11 4-15,11 7 16,7 0-16,2 4 15,5 0-15,-38-31 16,32 30-16,-10-2 16,-13 1-16,-20-3 15,-18-4-15,-14-6 16,-5-8-16,-2-9 16</inkml:trace>
  <inkml:trace contextRef="#ctx0" brushRef="#br0" timeOffset="20167.3813">7168 5223 0,'0'0'0,"8"10"0,17 14 0,23 19 15,11 14-15,6 11 16,-3 10-16,-10 7 16,-15 2-16,-12 7 15,-16 3-15,-12 5 16,-14 2-16,-9 4 16,-15 10-16,-9 12 15</inkml:trace>
  <inkml:trace contextRef="#ctx0" brushRef="#br0" timeOffset="150308.5239">3384 3793 0,'0'0'0,"0"0"0,3-2 0,9-6 16,3 2-16,8-1 15,4 3-15,6 1 16,3 2-16,4 1 16,5-2-16,9 2 15,4-2-15,7-2 16,7-1-16,5-1 16,3-2-16,9 1 15,1-4-15,5 1 16,6 2-16,6-2 15,5 0-15,5 1 16,3 2-16,3-4 16,3 2-16,4 0 15,3-4-15,6 1 16,3-1-16,2 2 0,2 3 16,5-3-16,2 0 15,4 1-15,1 0 16,-1 1-16,-1 0 15,2 1 1,0-3-16,-1 4 16,4-4-16,-4 1 0,-2 0 15,-2 4-15,-2-1 16,-4-1-16,-2 2 16,0 1-16,-6-2 15,-5 5-15,-3-3 16,-10-2-16,-3 5 15,-9-3-15,-10-2 16,-10 3-16,-10-2 16,-12 3-16,-11-3 15,-13 2-15,-43 4 16,34-1-16,-34 1 16,22-2-16,-8 8 15</inkml:trace>
  <inkml:trace contextRef="#ctx0" brushRef="#br0" timeOffset="1.02504E6">1991 14340 0,'0'0'0,"0"0"0,0 0 0,0-1 15,0 1-15,1-5 16,-1 5-16,2-4 16,-2 4-16,0-3 15,0 3-15,1-1 16,-1 1-16,2 0 16,-2 0-16,0 4 15,0-4-15,0 4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1T04:39:46.594"/>
    </inkml:context>
    <inkml:brush xml:id="br0">
      <inkml:brushProperty name="width" value="0.05292" units="cm"/>
      <inkml:brushProperty name="height" value="0.05292" units="cm"/>
      <inkml:brushProperty name="color" value="#FF0000"/>
    </inkml:brush>
  </inkml:definitions>
  <inkml:trace contextRef="#ctx0" brushRef="#br0">27135 1410 0,'0'0'0,"0"0"0,-2 2 0,-12 3 0,1 5 16,-10 2-1,-1 10-15,-3 1 0,-4 5 16,-2 7-16,0 8 16,-13 13-16,-4 11 0,-4 11 15,-3 16-15,-8 15 16,-2 11-1,2 21-15,-4 6 16,2 13-16,9 3 16,4 7-16,4 4 15,9-1-15,14-2 16,6-9-16,13-8 16,18-16-16,13-14 15,10-16-15,16-11 16,9-18-16,13-12 15,1-17-15,12-24 16,-3-25-16</inkml:trace>
  <inkml:trace contextRef="#ctx0" brushRef="#br0" timeOffset="631.3004">27430 1784 0,'0'0'0,"-4"8"0,3 8 0,-6 18 15,-1 10 1,-6 11-16,1 16 16,-9 6-16,-1 8 15,0 3-15,2 3 0,-4 0 16,0-10-16,5-5 15,-2-9-15,3-7 16,4-10-16,3-5 16,12-45-16,-8 38 15,8-7-15,12-6 16,11-7-16,12-8 16,11-5-16,12-6 15,12-4-15,0-1 16,1-2-16,-6-2 15,-4 3-15,-16 0 16,-8-2-16,-8-3 16,-29 12-16</inkml:trace>
  <inkml:trace contextRef="#ctx0" brushRef="#br0" timeOffset="1601.0063">27969 2509 0,'0'0'0,"10"2"0,9-4 0,12-4 15,10 0-15,7 0 16,4-3-16,-1-4 15,-4 0-15,-8-5 16,-39 18-16,31-20 16,-31 20-16,21-23 15,-15 2-15,-11 0 16,-11 6-16,-12 11 16,-9 11-16,-8 14 15,-12 11-15,3 15 16,2 13-16,1 9 0,5 5 15,15-3 1,12-9-16,16-12 0,19-10 16,12-12-16,14-8 15,3-10-15,6-5 16,-2-10-16,10-8 16,-1-10-16,4-10 15,1-10-15,-7-1 16,-10-2-16,-5-2 15,-11-1-15,-8 4 16,-9 2-16,-6 7 16,-7 36-16,-1-28 15,1 28-15,-4-19 16,1 8-16,-2 12 16,-4 9-16,3 6 15,3 5-15,3 6 16,9 2-16,3 3 0,8-1 15,3 3-15,5-1 16,-5-1-16,-2 1 16,-7 1-16,-3-4 15,-7-3-15,-4-27 16,-1 24-16,1-24 16,-7 22-16,7-22 15,-10 12-15,1-7 16,3-14-16,10-16 15,8-7-15,13-11 16,4-6-16,7-1 16,-1-3-16,4-2 15,-3 6-15,-5 6 16,-31 43-16,21-33 16,-21 33-16,17-28 15,-17 28-15,6-23 16,-10 8-16,-10 12 15,-4 9-15,0 7 16,2 13-16,7 5 0,8 4 16,9 4-16,6 1 15,9-5-15,7 1 16,-6-5-16,-1-1 16,-5 0-16,-9-3 15,-14 2-15,-9 4 16,-17 1-16,-19 0 15</inkml:trace>
  <inkml:trace contextRef="#ctx0" brushRef="#br0" timeOffset="1952.872">29908 1572 0,'0'0'0,"-2"8"0,0 6 16,1 12-16,3 12 0,-4 12 15,0 12-15,-6 13 16,-8 8-1,-3 13-15,-2 4 16,-7 2-16,2-2 16,6-8-16,4-12 15,7-8-15,2-8 16,2-11-16,-2-7 16,7-46-16,-4 41 15,1-17-15,1-24 16</inkml:trace>
  <inkml:trace contextRef="#ctx0" brushRef="#br0" timeOffset="2895.847">29549 2340 0,'0'0'0,"7"-5"0,16-1 0,22-7 0,22-7 16,14-3-16,6-4 15,7-8-15,1-3 16,-5-4-16,-3-5 16,-10-2-16,-11-5 15,-6 1-15,-10 3 16,-11-1-16,-7 2 16,-11 4-16,-10 2 15,-14 3-15,-14 6 16,-12 7-16,-11 8 15,-6 9-15,-4 9 16,3 9-16,2 11 0,4 15 16,3 15-16,1 19 15,1 21-15,7 15 16,-2 15-16,1 6 16,3-4-16,8-18 15,1-19-15,6-21 16,6-12-16,-1-15 15,7-36-15,-7 31 16,7-31-16,-6 22 16,6-22-16,-3 18 15,0-15-15,3-18 16,8-9-16,6-12 16,6-7-16,7-1 15,9 5-15,-36 39 16,38-32-16,0 14 15,-2 15-15,-11 14 0,-6 10 16,-7 7-16,-6 6 16,-2 1-16,-2-1 15,4-1-15,-1-3 16,8-5-16,6-5 16,10-9-16,9-7 15,14-13-15,9-12 16,7-14-16,7-12 15,-4-3-15,-11 2 16,-13 4 0,-47 44-16,30-38 0,-13 10 15,-13 5-15,-13 5 16,-11 9-16,-13 4 16,-10 8-16,-10 9 15,-2 8-15,1 3 16,6 8-16,12 4 0,16 1 15,10-2-15,15-3 16,9-4-16,11-7 16,4-6-16,3-9 15,-32-5-15,32-1 16,-32 1-16,28-5 16,-28 5-16,18-12 15,-18 12-15,14-10 16,-8 4-16,-3 11 15,3 11-15,2 5 16,-1 7-16,7 3 16,9-4-16,9-15 15,0-8-15</inkml:trace>
  <inkml:trace contextRef="#ctx0" brushRef="#br0" timeOffset="3298.8259">31028 2395 0,'0'0'0,"0"7"0,0-7 0,-1 15 0,-1 6 16,1 5-16,-5 6 16,0 0-1,5-3-15,-4-1 16,5-28-16,-6 25 15,6-25-15,-7 20 16,7-20-16,-4 15 16,1-6-16,3-10 15,3-10-15,3-8 16,0-4-16,4-4 16,7-5-16,5-1 15,-22 33-15,26-27 16,2 4-16,2 10 15,-2 10-15,-2 10 0,-4 10 16,1 9-16,-3 9 16,-5 7-16,-8 6 15,-8 5-15,-6 7 16,-5 2-16,-4-4 16</inkml:trace>
  <inkml:trace contextRef="#ctx0" brushRef="#br0" timeOffset="4141.6029">28267 3410 0,'0'0'0,"-9"2"0,-4-2 0,-6 2 15,-13 7-15,-15 7 16,-6 7-16,-2 4 16,-2 4-1,9-5-15,48-26 16,-31 24-16,15 2 16,21 7-16,22 2 15,17 5-15,14 0 16,7 5-16,6-1 15,-1 5-15,-6 4 16,-3 1-16,-11 3 16,-12 5-16,-11 0 15,-14 1-15,-18 0 16,-12-3-16,-11-8 16,-7-7-16,-7-10 15,-2-5-15,-2-11 16,2-8-16,3-10 0,8-13 15,3-9-15,5-13 16,6-9-16,10-11 16,9-4-16,10-6 15,8-3-15,10-6 16,11-4-16,3-2 16,8 1-16,6 3 15,-6 4-15,-4 10 16,-12 7-16,-9 8 15,-7 10-15,-10-1 16,-11 7-16,-9 3 16,-16 5-16,-13 6 15,-18 14-15,-9 9 0</inkml:trace>
  <inkml:trace contextRef="#ctx0" brushRef="#br0" timeOffset="4700.2827">29075 4015 0,'0'0'0,"0"0"0,7 6 0,13 0 0,17 1 15,14-4 1,7-5-16,3-6 16,1-2-1,-4-4-15,-8 0 0,-9-2 16,-10 0-16,-7 0 15,-24 16-15,16-17 16,-3-4-16,-13 21 16,9-23-16,-7 0 15,-9-4-15,-11 0 16,-7 4-16,-15 7 16,-12 14-16,-7 9 15,-13 15-15,7 6 16,2 14-16,7 0 15,13 10-15,13 3 16,11-2-16,15-3 16,17 0-16,11-5 0,12-7 0,10-6 15,9-7-15,5-8 16,3-6-16,4-10 16,4-8-16,8-16 15</inkml:trace>
  <inkml:trace contextRef="#ctx0" brushRef="#br0" timeOffset="4941.4369">29934 3462 0,'0'0'0,"21"-4"0,26 0 0,24-4 31,36-3-31</inkml:trace>
  <inkml:trace contextRef="#ctx0" brushRef="#br0" timeOffset="5574.2732">31407 1261 0,'0'0'0,"14"13"0,7 13 16,10 26-16,14 12 0,10 16 16,-1 10-16,2 9 15,-7 8-15,-9 7 16,-5 8-16,-12 3 15,-5 6-15,-16 4 16,-5 6-16,-16 3 16,-5 1-16,-11 6 15,-11-7-15,-10-1 16,-10 0-16,-16 0 16,-12 8-16,-22 9 15,-18 19-15,-24 9 16</inkml:trace>
  <inkml:trace contextRef="#ctx0" brushRef="#br0" timeOffset="84946.0151">2726 8465 0,'0'0'0,"0"0"0,-3-5 0,0-4 15,3 9-15,-4-16 0,4 16 32,-5-18-32,-3-2 0,8 20 0,-11-18 15,-6 6-15,-8 6 16,-2 7-1,-7 3-15,-4 9 0,-1 4 16,-2 12 0,-4 6-16,4 8 15,-5 11-15,1 10 16,4 5-16,4 3 16,14-3-16,11-8 15,15-9-15,12-5 16,12-6-16,7-7 15,5-8-15,5-7 16,1-8-16,1-8 16,-2-4-16,-3-6 15,-6-4-15,-4-2 16,-5-2-16,-3-3 16,-7-6-16,2-1 15,-18 25-15</inkml:trace>
  <inkml:trace contextRef="#ctx0" brushRef="#br0" timeOffset="85379.2954">3124 8523 0,'0'0'0,"0"0"0,0 0 0,-3-2 0,-8-6 0,-6 3 0,-7 3 0,-6 5 31,-6 7-31,-7 9 16,-2 10-16,0 5 15,5 11-15,6 4 16,11 6-16,12 0 15,12-4-15,12-4 16,10-6-16,10-10 16,7-7-16,0-8 15,3-10-15,-2-6 0,-5-9 0,-2-9 16,-5-3-16,-3-5 16,-5-4-16,-8-6 15,-4-1-15,-6-1 16,-3-4-16,-7 2 15,-4 1-15,-9 1 0,-1 8 16</inkml:trace>
  <inkml:trace contextRef="#ctx0" brushRef="#br0" timeOffset="85723.6927">3398 8623 0,'0'0'0,"6"10"0,-6-10 0,11 20 0,9 9 0,2 7 15,5 7-15,-3-3 16,-6 5-16,-1-8 0,-17-37 15,18 29-15,-18-29 16,14 21 0,-14-21-16,12 13 0,-2-17 15,-2-14-15,5-13 16,2-14-16,1-9 16,6-2-16,1-3 15,-2 0-15,0 2 16,1 14-16</inkml:trace>
  <inkml:trace contextRef="#ctx0" brushRef="#br0" timeOffset="86552.9954">4207 8727 0,'0'0'0,"0"0"0,2-3 0,-1-10 0,-2-10 16,-4-1-16,5 24 16,-11-25-16,-9 0 15,-9 6-15,-5 12 16,2 11-16,-1 8 15,1 15-15,0 6 16,9 7-16,5 2 16,7 0-16,8-9 15,7-3-15,7-6 16,6-7-16,4-8 16,5-2-16,0-7 15,-2-9-15,-24 9 16,27-16-16,-7-10 15,-20 26-15,18-31 16,-18 31-16,8-26 16,-8 26-16,5-18 15,-4 10-15,1 14 0,2 7 16,4 5 0,7 3-16,5-4 15,6-8-15,-1-5 0,3-7 16,2-7-16,2-10 15,-4-10-15,3-9 16,1-5-16,-4-8 16,-4-5-16,-2-5 15,-4-3-15,-7-5 16,0-3-16,-6 1 16,-5 4-16,-2-1 15,1 6-15,-7 8 16,2 8-16,6 47 15,-7-40-15,7 40 16,-3-31-16,-1 9 16,1 14-16,-2 14 15,0 11-15,-2 12 16,-4 15-16,1 14 16,-3 11-16,1 9 15,2 8-15,-4 4 0,4 1 16,7-3-16,0-11 15,9-9-15,1-9 16,3-7-16,4-10 16,0-4-16,4-7 15,3-5-15,5-8 16,2-3-16,6-10 16,5-14-16</inkml:trace>
  <inkml:trace contextRef="#ctx0" brushRef="#br0" timeOffset="86924.978">4753 8759 0,'0'0'0,"0"0"0,10 3 0,17 0 0,7-1 31,5-3-31,2-5 16,-5-7 0,-6-1-16,-6-5 0,-24 19 15,18-24-15,-8-1 16,-10 25-16,0-29 16,-10 3-16,-10 6 15,-8 12-15,-6 10 16,-2 14-16,-2 12 15,3 9-15,4 6 16,13 2-16,12-1 16,7-3-16,19-8 15,11-8-15,5-7 16,13-12-16,7-11 16,-3-10-16</inkml:trace>
  <inkml:trace contextRef="#ctx0" brushRef="#br0" timeOffset="87275.8459">5137 8636 0,'0'0'0,"0"0"0,0 0 0,3 3 0,0 10 0,0 6 0,1 5 16,2 8-16,1 1 15,4 0-15,-11-33 16,8 32-16,-8-32 15,7 29-15,-7-29 16,6 22-16,-6-22 16,3 14-16,1-12 15,2-16-15,5-10 16,2-11-16,5 1 16,-18 34-16,17-34 15,6 10-15,4 14 16,1 14-16,-7 14 15,2 8-15,-6 7 16,-2 5-16,-6 0 16,-9-38-16,6 36 15,-6-36-15,3 27 0</inkml:trace>
  <inkml:trace contextRef="#ctx0" brushRef="#br0" timeOffset="87617.0593">5702 7945 0,'0'0'0,"2"5"0,0 13 0,-2 14 0,0 19 0,-6 14 31,-2 14-31,-7 9 16,-1 12-16,-2-2 15,9-6-15,-4-13 16,8-11-16,5-13 0,4-8 16,2-7-1,8-5-15,5-7 16,5-6-16,4-11 0,12-9 15,8-15-15,-3-15 16</inkml:trace>
  <inkml:trace contextRef="#ctx0" brushRef="#br0" timeOffset="87766.8912">5640 8646 0,'0'0'0,"0"0"0,9 0 0,27-3 16,32 2-16,23 2 15</inkml:trace>
  <inkml:trace contextRef="#ctx0" brushRef="#br0" timeOffset="88428.8179">2619 9336 0,'0'0'0,"0"0"15,1 4-15,3 10 0,-2 9 0,-2 11 16,-2 11-1,-3 16-15,-1 7 0,-5 9 16,-2 8 0,3-2-16,0-5 15,5-8-15,6-12 0,8-15 16,2-6-16,7-13 16,5-6-16,6-11 15,-1-6 1,9-12-16,1-8 0,-4-9 15,1-4-15,-8-1 16,-9-2-16,-8 5 16,-10 2-16,-10-1 15,-13 5-15,-8 6 16,-9 7-16,-8 5 16,48 6-16</inkml:trace>
  <inkml:trace contextRef="#ctx0" brushRef="#br0" timeOffset="88817.0595">3273 9812 0,'0'0'0,"0"0"0,-8-5 0,-14-5 0,-7 6 32,-8 2-32,2 5 0,-3 8 0,6 9 15,5 11 1,7 7-16,7 8 16,15 2-16,11 0 15,15-8-15,8-8 16,15-14-16,1-7 15,0-12-15,-4-9 16,-4-1-16,-11-8 16,-5-3-16,-13-5 15,-6-2-15,-10-6 16,-10-1-16,-9-2 0,-9 8 16,-8 8-16,-5 11 15</inkml:trace>
  <inkml:trace contextRef="#ctx0" brushRef="#br0" timeOffset="89204.6814">3563 9853 0,'0'0'0,"3"6"0,1 7 0,-1 8 15,8 5-15,0 5 16,-3 0 0,-3 0-16,-5-31 15,7 28-15,-7-28 16,-2 24-16,2-24 16,-1 17-16,-3-11 15,4-17-15,0-9 16,0-9-16,7-6 15,1-3-15,5 4 0,-13 34 16,17-26 0,3 11-16,5 11 0,-1 13 15,-3 10-15,-2 11 16,-6 9-16,-6 3 16,-7-42-16,3 49 15,0-5-15,4-10 16</inkml:trace>
  <inkml:trace contextRef="#ctx0" brushRef="#br0" timeOffset="89942.7344">4376 9215 0,'0'0'0,"0"0"0,0 10 0,0 19 16,0 16-16,-6 11 15,1 14 1,-4 6 0,-3 7-16,2 0 15,0 0-15,0-5 16,0-13-16,7-10 0,-2-13 15,5-42-15,-4 32 16,4-32-16,-2 24 16,2-24-16,1 17 0,0-8 15,-1-12 1,-1-9-16,-3-6 0,-4-6 16,8 24-16,-15-25 15,-3 2-15,-13 7 0,-2 7 16,-5 16-16,-6 10 15,1 10-15,6 7 32,3 2-32,13-5 0,14 0 0,11-6 15,13-4-15,14-9 16,9-9-16,12-9 16,4-7-1,1-5-15,0-7 16,1-8-1,-8-2-15,-1-5 0,-2-5 0,-6-1 16,-6 1-16,-10 1 16,-25 44-16,20-37 15,-7 7-15,-13 30 0,-2-24 16,-9 9-16,11 15 16,-16-6-1,0 9 1,0 14-16,11 7 0,13 7 0,9 0 15,7 4-15,10-1 16,1 4-16,-1 2 16,-5 1-16,-6 2 15,-5 0-15,-18-1 16,-9 1 0,-13-2-1,-15-1-15,-16 0 16</inkml:trace>
  <inkml:trace contextRef="#ctx0" brushRef="#br0" timeOffset="95948.3994">10118 8830 0,'0'0'0,"0"0"0,8 3 0,-8-3 0,18 6 0,6-3 0,4 0 15,7-1-15,1-3 16,-1-5-16,1 1 16,2-1-16,0-2 15,4-2-15,-5-1 16,5 0-16,1-3 15,-1-3-15,-6-1 16,-1 0-16,-1 0 16,-7-4-16,3 1 15,-5-4-15,0-4 16,-3 0-16,-7 0 16,-1 0-16,0 3 0,-3-3 15,-4-1 1,-3 0-16,-6 3 0,-3-4 15,-4 5-15,2-3 16,-7 6-16,2 1 16,-5-1-16,1 2 15,-3 1-15,-2 1 16,-1-1-16,-2 5 16,-2 0-16,0 2 0,-1-2 15,-3 5 1,1 2-16,0 0 0,-3 1 15,-1 3-15,4-1 16,0 4 0,-4 3-16,-3 4 0,0 3 15,1 3-15,-1 8 16,1 3-16,0 2 16,3 8-16,5 1 15,1 4-15,1 4 16,6 0-16,3 3 15,4-2-15,0 4 16,6-1-16,7 1 16,7 2-16,5-1 15,16-3-15,4-2 16,8-3-16,7-2 16,11-7-16,3-3 15,1-4-15,7-10 16,1-11-16</inkml:trace>
  <inkml:trace contextRef="#ctx0" brushRef="#br0" timeOffset="204544.1233">2346 14698 0,'0'0'0,"0"0"0,0 0 0,0 1 16,4 2-16,3 8 16,3 8-16,-2 9 15,2 14 1,-4 13-16,-1 11 0,-2 9 16,-5 4-16,-4 3 0,-4-2 15,1-6 1,2-8-16,0-10 15,3-9-15,4-47 16,-6 36-16,6-36 16,-1 28-16,1-13 15,3-20-15,1-18 16,-1-13-16</inkml:trace>
  <inkml:trace contextRef="#ctx0" brushRef="#br0" timeOffset="204977.3713">2428 14748 0,'0'0'0,"0"0"0,0 0 0,0 0 0,2-2 16,8 1-16,4 4 15,10 11-15,7 15 16,8 13-16,3 12 15,-2 15-15,5 2 16,-4 2-16,-2 0 16,-2-4-16,-5-10 0,-2-6 15,-4-7 1,-3-9-16,-23-37 16,21 30-16,-21-30 0,17 26 15,-17-26-15,17 15 16,-6-8-16,0-17 15,-7-9-15,-3-14 16,-4-9-16,-2-7 16,-2-7-16,3-11 15,-2-6-15,5 2 16,-3 3-16,5 5 16,-6 8-16,5 55 15,-2-43-15,-2 14 16,-7 22-16,1 19 15</inkml:trace>
  <inkml:trace contextRef="#ctx0" brushRef="#br0" timeOffset="205464.3303">3474 15369 0,'0'0'0,"0"0"0,4-7 0,3-6 15,2-7-15,-4-5 16,-2-6-16,-4-1 16,-5 3-16,-5 3 15,-10 6-15,0 8 16,-10 10-16,-3 11 15,-5 12-15,2 10 16,3 8-16,5 3 16,10-4-16,14-1 15,5-2-15,5-3 16,11-2-16,5-6 16,1-7-16,7-2 15,-1-10-15,-1-8 16,-27 3-16,28-6 15,-3-4-15,-25 10 16,24-17-16,-24 17 0,17-21 16,-17 21-16,16-18 15,-16 18-15,8-15 16,-3 8-16,-3 11 16,5 12-16,7 10 15,5 7-15,14 11 16,12-1-16</inkml:trace>
  <inkml:trace contextRef="#ctx0" brushRef="#br0" timeOffset="205924.8185">2716 15921 0,'0'0'0,"0"0"0,0 1 0,0 8 16,4 12-16,-4 11 16,0 18-16,0 20 15,-7 7 1,0 4-16,3 2 15,-6 1-15,1-8 16,2-4-16,-1-6 0,6-15 16,2-51-16,2 40 15,-2-40-15,3 34 16,5-15-16,8-26 16</inkml:trace>
  <inkml:trace contextRef="#ctx0" brushRef="#br0" timeOffset="206276.4309">3115 16218 0,'0'0'0,"0"0"0,0 4 0,-4 11 0,-9 4 16,-8 8-16,-8 2 15,-9 3-15,-6 1 16,-8 2-16,-4-5 16,6-7-16,4-9 15,46-14-15,-39 11 16,39-11-16,-34 1 16,16-9-16,18-13 0,12-5 15,15 2-15,5 9 16,12 7-16,-2 13 15,5 16-15,8 12 16,1 12 0,0 10-16,2 10 0,2 1 15,1 2-15</inkml:trace>
  <inkml:trace contextRef="#ctx0" brushRef="#br0" timeOffset="247241.7511">23647 8057 0,'0'0'0,"0"0"0,-3-6 0,-5-4 0,-14-5 0,-5 0 16,-4 0-16,2 0 16,0 5-16,3 0 15,-4 1-15,1 5 16,-4 3-16,-3 1 15,-1 4 1,0 6-16,-7 3 16,-3 5-16,4 10 15,-1 3-15,-1 7 16,1 4-16,-1 1 16,4 5-16,2 2 15,3 0-15,2 0 16,9 3-16,7-4 0,3 1 15,11 0-15,5 0 16,12-3-16,14 2 16,9-4-16,13-3 15,11-3-15,10-6 16,0-7-16,9-6 16,-3-9-16,-1-7 15,-4-11-15,2-4 16,-9-7-16,-4-8 15,-6-9-15,-2-4 16,-5-7-16,-8-6 16,-5-5-16,-5 0 15,-7-3-15,-7-4 16,-10-1-16,-5 3 16,-8-1-16,-9 3 15,-6 6-15,-14 5 0,-11 5 16,-17 9-16,-19 11 15,-24 9-15,-23 15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1T04:46:36.817"/>
    </inkml:context>
    <inkml:brush xml:id="br0">
      <inkml:brushProperty name="width" value="0.05292" units="cm"/>
      <inkml:brushProperty name="height" value="0.05292" units="cm"/>
      <inkml:brushProperty name="color" value="#FF0000"/>
    </inkml:brush>
  </inkml:definitions>
  <inkml:trace contextRef="#ctx0" brushRef="#br0">27226 1441 0,'0'0'0,"0"0"0,0 0 0,0 0 0,0 0 15,1-3-15,-3-1 0,2 4 31,-7 0-31,-10 3 0,-6 11 0,-9 2 16,-2 5-16,-3 5 16,-2 8-16,-1 5 15,-1 12-15,-7 13 16,-6 14-16,-4 11 0,-5 11 16,-4 15-1,-8 16 1,-1 9-16,-2 14 15,-3 11-15,8 6 16,9 4-16,10-4 16,12-6-16,11-11 15,15-8-15,15-17 16,15-9-16,13-16 16,18-13-16,14-11 15,11-22-15,10-16 16,1-23-16,5-28 15,-3-24-15</inkml:trace>
  <inkml:trace contextRef="#ctx0" brushRef="#br0" timeOffset="493.8891">27273 1874 0,'0'0'0,"-3"8"0,2 16 15,-5 20-15,1 13 16,-1 24-16,-3 15 16,3 16-16,3 8 15,-2 0-15,0-6 16,2-12-16,4-19 0,-1-83 16,-1 68-16,2-21 15,1-26-15,1-22 16,1-24-16</inkml:trace>
  <inkml:trace contextRef="#ctx0" brushRef="#br0" timeOffset="952.9584">27304 1880 0,'0'0'0,"0"0"0,0 0 0,-2-4 15,2 0-15,7 13 16,3 11-16,10 11 16,3 13-16,9 9 15,1-2-15,3-1 16,-3-7-16,-33-43 16,30 33-16,-4-12 15,0-11-15,-2-15 0,-1-13 16,5-14-16,-2-11 15,4-7-15,-4-5 16,-3-3-16,-3 5 16,-20 53-16,13-47 15,-13 47-15,8-34 16,-8 34-16,5-22 16,-4 16-16,4 16 15,-5 15-15,2 15 16,-1 15-16,-3 17 15,1 14-15,-1 8 16,-3 8-16,1 2 16,5-9-16,0-10 15,1-8-15,3-16 0,2-10 16,-7-51 0,5 39-16</inkml:trace>
  <inkml:trace contextRef="#ctx0" brushRef="#br0" timeOffset="1366.3108">28268 2452 0,'0'0'0,"0"0"0,-2-5 0,-1-7 15,3 12-15,-9-14 16,-5-1-16,-12 1 16,-7 11-16,-3 8 15,-6 14-15,0 10 16,2 9-16,5 12 16,6 0-16,14-1 15,14-5-15,12-11 16,12-9-16,8-9 0,5-11 15,3-9 1,7-9-16,-5-9 16,-1-6-16,-5-5 0,-11 0 15,-11-1-15,-4-2 16,-12 5-16,-10 3 16,-6 7-16,-4 6 15,-9 10-15,32 6 16,-33 1-16</inkml:trace>
  <inkml:trace contextRef="#ctx0" brushRef="#br0" timeOffset="1652.3252">28407 2395 0,'0'0'0,"0"0"0,3 4 0,6 10 15,4 6-15,3 4 16,7 6-16,-4 3 16,-3-3-16,-5 5 15,-11-35-15,4 31 16,-4-31-16,-6 28 16,6-28-16,-9 18 0,-4-13 15,2-16-15,9-18 16,10-21-16,14-13 15,18-8-15,14-5 16,-2 22-16,-4 21 16</inkml:trace>
  <inkml:trace contextRef="#ctx0" brushRef="#br0" timeOffset="2016.5327">28856 2521 0,'0'0'0,"0"0"0,5 0 16,10-4-16,8 0 16,4-7-16,3 2 15,-2-4-15,-4-5 16,-24 18-16,16-19 15,-3-4-15,-13 23 16,0-21-16,-9 6 16,-7 5-16,-10 13 15,-3 7-15,-2 7 16,1 9-16,2 6 16,1 4-16,8 2 15,10 1-15,7-3 16,13-7-16,16-3 15,13-10-15,18-11 16,19-19-16</inkml:trace>
  <inkml:trace contextRef="#ctx0" brushRef="#br0" timeOffset="2349.635">29941 1525 0,'0'0'0,"0"10"0,-5 11 0,-1 14 15,-7 16-15,-2 13 0,-7 17 16,5 8-1,0 10-15,-4 4 16,4 1-16,1-5 16,0-9-16,6-13 15,9-8-15,-4-13 16,10-8-16,3-7 0,4-9 16,8-10-16,12-21 15,12-20-15</inkml:trace>
  <inkml:trace contextRef="#ctx0" brushRef="#br0" timeOffset="3275.8667">29750 2131 0,'0'0'0,"0"0"0,4-3 0,18-6 15,20-3-15,21-7 16,22-6-16,13-6 16,8-1-16,-4-4 15,-7-3-15,-12-1 16,-17 0-16,-14-2 0,-12-1 16,-7 1-16,-8-2 15,-11 0-15,-15 6 16,-14 5-16,-18 5 15,-16 9-15,-10 8 16,1 7-16,2 9 16,8 12-16,12 6 15,9 15-15,-4 16 16,3 14-16,2 11 16,-1 13-16,4 2 0,7 3 15,4-6-15,2-9 16,5-14-16,0-13 15,5-55-15,-5 45 16,0-12-16,5-33 16,-8 25-16,8-25 15,-6 18-15,0-12 16,5-17-16,10-20 16,10-11-16,8-5 0,-27 47 15,31-40-15,-31 40 16,31-26-16,-6 18 15,-1 14-15,-5 15 16,-2 4 0,0 6-16,4 0 0,6 1 15,0-4-15,2-3 16,5-9-16,5-5 16,-3-11-16,7-7 15,-1-13-15,4-4 16,-2-7-16,-2-5 15,-3-2-15,-7 0 16,-32 38-16,26-37 0,-26 37 16,16-30-16,-14 4 15,-19 8-15,-12 13 16,-13 5-16,-7 8 16,5 7-16,8 3 15,4 8-15,8 5 16,9 4-16,12-2 15,7-1-15,12-6 16,5-7-16,5-8 16,3-7-16,3-11 15,1-7-15,-33 14 16,31-21-16,-31 21 16,23-19-16,-23 19 0,18-15 15,-10 8 1,-5 10-16,-2 9 0,0 6 15,0 9-15,5 2 16,11-4-16,6-10 16</inkml:trace>
  <inkml:trace contextRef="#ctx0" brushRef="#br0" timeOffset="3668.3959">31086 2217 0,'0'0'0,"2"13"0,4 6 0,-4 13 16,1 8-16,3 4 15,-5-2-15,-1-42 0,1 38 16,-1-38-1,1 28-15,-1-28 0,2 19 16,-2-19-16,0 10 16,3-14-16,5-21 15,5-10-15,10-5 16,4-2-16,1 2 16,3 8-16,4 10 15,-1 13 1,-2 15-16,0 12 0,0 12 15,-6 15-15,-6 11 16,-5 7-16,-4 2 16,-14 1-16</inkml:trace>
  <inkml:trace contextRef="#ctx0" brushRef="#br0" timeOffset="4451.9459">28516 3260 0,'0'0'0,"0"0"0,0 0 0,-4-7 0,-6-4 0,-10 0 16,-5 4-16,-7 6 15,-6 14 1,-11 11 0,-3 7-16,0 4 0,5 3 15,8-3-15,15 0 16,13-2-16,13 2 15,13 1-15,7 4 16,16 3-16,6 2 16,9 4-16,5-1 15,-6 3-15,-6 1 16,-3-2-16,-12 4 16,-16-3-16,-10 1 15,-17-2-15,-13 0 16,-11-5-16,-8-8 15,-4-10-15,0-9 16,4-12-16,7-9 0,4-10 16,7-11-16,2-7 0,11-12 15,4-12-15,14-9 16,10-9-16,14-5 16,7-2-1,8 2-15,6 1 16,-2 1-16,-1 8 15,-8 9-15,-7 7 16,-9 10-16,-15 12 16,-10 6-16,-9 9 15,-12 10-15,-15 15 16,-6 10-16</inkml:trace>
  <inkml:trace contextRef="#ctx0" brushRef="#br0" timeOffset="4859.7155">28942 3992 0,'0'0'0,"12"-1"0,8 0 0,10-8 0,18-5 16,4-5-16,0-7 15,-7 0-15,-7-4 16,-11 1-16,-7 2 16,-13 2-16,-7 25 15,-1-22-15,-9 0 16,-16 4-16,-4 5 15,-12 13-15,-2 10 16,-3 11-16,3 12 16,-1 10-16,8 11 15,10 3-15,10 4 16,18-1-16,12-10 16,13-7-16,13-11 0,10-7 15,8-12-15,11-13 16,5-14-16,5-17 0</inkml:trace>
  <inkml:trace contextRef="#ctx0" brushRef="#br0" timeOffset="5092.7774">29382 3409 0,'0'0'0,"0"0"0,2-1 0,14 2 0,18-1 0,16 3 16,14-5-16,10 2 15</inkml:trace>
  <inkml:trace contextRef="#ctx0" brushRef="#br0" timeOffset="5725.9882">31464 1170 0,'0'0'0,"6"6"0,4 10 0,8 16 0,18 10 16,1 13-16,9 13 15,5 14 1,2 13-16,-4 13 0,-4 16 15,-7 10-15,-7 11 16,-12 2-16,-5 3 0,-9-2 16,-15-4-16,-7 2 15,-14-1-15,-13 1 16,-12 3-16,-13-2 16,-20 2-16,-23 8 15,-27 19-15,-34 22 16</inkml:trace>
  <inkml:trace contextRef="#ctx0" brushRef="#br0" timeOffset="27869.6765">4175 3848 0,'0'0'0,"0"0"0,0 0 0,0 0 0,3-1 16,-3 5-16,5 7 15,0 5-15,0 13 16,-1 10-16,-5 13 16,-6 10-1,1 12-15,-4 3 0,0 8 16,-2 4-1,0-8-15,3-4 16,2-6-16,4-10 16,0-11-16,-2-8 15,2-9-15,3-33 16,-3 27-16,-6-9 16,-1-15-16,1-9 15,-4-15-15,5-9 16</inkml:trace>
  <inkml:trace contextRef="#ctx0" brushRef="#br0" timeOffset="28211.2786">3962 3884 0,'0'0'0,"0"-11"0,0-12 0,9-10 0,9-4 15,16 1-15,8 5 16,13 3-16,7 10 16,5 8-16,2 8 15,6 8-15,-1 8 0,-6 5 16,-6 8 0,-3 6-16,-17 2 0,-7 7 15,-8 3-15,-12 5 16,-6-1-16,-9-1 15,-8-3-15,-9-4 16,-7-1-16,-11-4 16,-13-1-16,-11-8 15,-3-1-15,-1-7 16,10-6-16,7-6 16,11-8-16</inkml:trace>
  <inkml:trace contextRef="#ctx0" brushRef="#br0" timeOffset="28622.8428">5672 3442 0,'0'0'0,"0"0"0,-3 2 0,-5 9 16,-11 4-16,-6 9 16,-10 7-16,-14 10 15,-6 7-15,-4 13 16,-10 8-16,-7 17 15,-7 11-15,0 11 16,1 10-16,9 5 0,15 4 16,19-5-1,16-5-15,22-10 0,14-11 16,16-11 0,12-12-16,11-12 15,6-15-15,8-11 0,8-20 16,3-14-16,8-16 15</inkml:trace>
  <inkml:trace contextRef="#ctx0" brushRef="#br0" timeOffset="29208.9833">5810 3847 0,'0'0'0,"11"-2"0,5-5 0,16-6 0,16 4 16,9-4-16,6 3 15,3 5-15,-7 2 16,-6 2-16,-53 1 16,46 4-16,-10 3 0,-12 8 15,-8 8-15,-13 3 16,-18 11-16,-13 13 15,-16 7-15,-14 11 16,-13 9-16,-7 5 16,-8-5-16,-1-1 15,7-7-15,7-13 16,17-7-16,16-13 16,40-36-16,-29 29 15,12-3-15,17 0 16,13-6-16,9-3 15,16-1-15,13-10 16,12-4-16,9-5 16,13-3-16,5-2 15,2-1-15,-7-2 16,-7-2-16,-11-3 0,-10-2 16,-11-3-16</inkml:trace>
  <inkml:trace contextRef="#ctx0" brushRef="#br0" timeOffset="29426.3941">6749 4251 0,'0'0'0,"0"0"0,9 0 0,15-1 16,17 1-16,19-1 16,2 1-16,7-1 15,-7-1-15</inkml:trace>
  <inkml:trace contextRef="#ctx0" brushRef="#br0" timeOffset="29631.3729">6708 4434 0,'0'0'0,"0"0"0,8 1 0,12 2 0,15-2 15,14-1 1,9 0-16,12-4 15,8-1-15,5-5 16</inkml:trace>
  <inkml:trace contextRef="#ctx0" brushRef="#br0" timeOffset="29979.3114">7676 3750 0,'0'0'15,"0"0"-15,-1 9 0,1 19 0,-1 7 0,-10 16 0,5 13 16,-8 11-1,0 6 1,0 6-16,-3-4 0,4-2 16,-1-8-16,3-11 15,3-7-15,4-6 16,2-6-16,1-5 16,1-38-16,-2 31 15,4-9-15,1-20 0</inkml:trace>
  <inkml:trace contextRef="#ctx0" brushRef="#br0" timeOffset="30644.3836">8468 3792 0,'0'0'0,"0"0"0,0 0 0,0 0 0,-4-1 16,-14-5 0,-10 0-16,-11 2 15,-9 2-15,-9 0 16,-2 1-16,-1 4 15,5 2-15,4 2 16,9 4-16,17 3 16,4 4-16,6 7 15,4 6-15,4 5 16,2 5-16,5 1 16,1 4-16,-3-1 15,3-5-15,3-4 16,-4-36-16,3 33 15,0-5-15,-3-28 16,4 25-16,-4-25 0,2 16 16,-2-16-16,0 10 15,1-11-15,7-12 16,8-8-16,8-4 16,6-2-16,5 3 15,6 7-15,-1 9 16,2 6-16,-3 11 15,0 9-15,-1 8 16,-1 5-16,-6 7 16,-7 2-16,-10 5 15,-7 0-15,-16 5 16,-5 2-16,-10-2 16,-12-3-16,-3-10 15,-8-4-15,-2-7 16,-3-4-16,-1-8 15,-3-8-15,-1-9 16,3-14-16</inkml:trace>
  <inkml:trace contextRef="#ctx0" brushRef="#br0" timeOffset="30995.4367">8578 3430 0,'0'0'0,"7"7"0,7 6 0,13 9 0,9 9 16,8 11-16,3 4 15,6 11-15,-2 4 16,-3 4 0,-12 11-16,-6 9 15,-22 1-15,-9 11 16,-14 2-16,-17 7 16,-11 0-16,-13 2 15,-10-2-15,-13 8 16,-13 4-16</inkml:trace>
  <inkml:trace contextRef="#ctx0" brushRef="#br0" timeOffset="37104.473">11083 3891 0,'0'0'0,"0"0"0,0 0 0,0-5 0,0 5 0,0-11 0,0 11 15,0-11-15,0 11 16,1-9-16,1 4 16,-2 15-16,4 14 15,-8 13-15,3 12 16,-5 10-16,-4 10 15,-5 7-15,3 13 16,-2-1-16,1 6 16,-6-2-16,6-3 15,-1-9-15,5-4 16,1-13-16,4-6 0,4-57 16,0 45-1,6-19-15</inkml:trace>
  <inkml:trace contextRef="#ctx0" brushRef="#br0" timeOffset="37449.8028">11570 4378 0,'0'0'0,"0"0"0,0 0 0,0 0 0,-1 1 15,-7 8-15,-8 3 16,-4 11 0,-10 3-16,1-3 15,4 0-15,11 0 16,7-3-16,11-1 16,13-2-16,5 4 15,5 0-15,7 3 16,0 2-16,-2 4 0,-5 2 0,-5-1 15,-12 2-15,-17-2 16,-12 3-16,-16-5 16,-10-7-16,-10-4 15,-8-8 1,-3-15-16,8-13 0</inkml:trace>
  <inkml:trace contextRef="#ctx0" brushRef="#br0" timeOffset="37783.8865">11631 3729 0,'0'0'0,"0"0"15,5-5-15,15-1 16,10 2-16,5 2 16,6 3-16,0 7 0,-7 2 15,-34-10-15,32 17 16,-11 8-16,-9 15 0,-18 9 16,-18 2-16,-13 6 15,-1-4 1,2-10-16,11-6 15,16-7-15,13-6 16,18-6-16,16-6 16,18-11-16</inkml:trace>
  <inkml:trace contextRef="#ctx0" brushRef="#br0" timeOffset="38281.3738">12600 3808 0,'0'0'0,"5"-4"0,9-3 0,7-3 16,12 4-16,8 6 15,4 7-15,-2 11 16,2 11-16,-4 11 16,-3 11-16,-9 11 0,-12 9 15,-14 7 1,-19 7-16,-14 3 0,-12 1 16,-12-7-16,-5-7 15,-4-10-15,-2-12 16,-2-13-16,8-13 15,1-14-15,14-11 16,11-10-16,15-16 16,11-9-16,13-5 15,16 3-15,5 4 16,6 10-16,7 10 16,4 11-16,1 4 15,-4 11 1,-2 4-16,-3 3 0,-3 5 15,-2 1-15,-2-3 0,0-4 16,6-5 0,5-8-16</inkml:trace>
  <inkml:trace contextRef="#ctx0" brushRef="#br0" timeOffset="38579.5368">13360 4330 0,'0'0'0,"0"0"0,-5 4 0,-1 3 16,1 7-16,1 6 15,6 5-15,11 5 16,13 0-16,8 9 15,-2-4-15,-3 3 0,-7 0 16,-10-3-16,-12-3 16,-15 2-16,-9-5 15,-12-5-15,-7-4 16,-8-6-16,-8-12 16,2-14-16</inkml:trace>
  <inkml:trace contextRef="#ctx0" brushRef="#br0" timeOffset="38909.7926">13507 3695 0,'0'0'0,"9"-3"16,10-2-16,8 0 0,19 5 0,7 6 16,-7 4-16,-46-10 15,43 15-15,-12 5 16,-18 9-16,-10 4 16,-14 5-16,-13 6 15,-17 4-15,-11 1 16,-5 0-16,7-7 15,18-4-15,16-6 16,19-5-16,24-9 16,19-11-16,22-11 15</inkml:trace>
  <inkml:trace contextRef="#ctx0" brushRef="#br0" timeOffset="39410.6302">14389 3847 0,'0'0'0,"0"0"0,2-6 0,3-5 15,6-7-15,3 3 0,8 5 16,3 3-16,0 8 15,2 5-15,4 3 16,-4 5-16,3 11 16,-6 10-16,-4 6 15,-6 14-15,-7 10 16,-13 12-16,-10 6 16,-13 1-16,-7-2 15,-10-8-15,-2-12 16,-7-13-16,2-8 15,-8-11-15,5-8 16,-1-8-16,5-11 16,8-5-16,11-11 0,13-7 15,9-5-15,13-1 16,12 2-16,9 3 16,5 10-16,9 11 15,1 11-15,4 5 16,0 10-16,-7 7 15,2-2-15,3 2 16,-7-2-16,4-6 16,-3-3-16,-2-7 15,-2-8-15</inkml:trace>
  <inkml:trace contextRef="#ctx0" brushRef="#br0" timeOffset="39655.2662">15001 4353 0,'0'0'0,"-3"14"0,-3 17 0,-2 20 0,-6 17 16,5 11-16,0 5 15,0 4-15,-2 4 16,3 0-1,-1-2-15,-2-11 16,2-7-16,9-72 0,-5 58 16</inkml:trace>
  <inkml:trace contextRef="#ctx0" brushRef="#br0" timeOffset="39941.8027">14984 4199 0,'0'0'0,"12"-2"0,15-3 0,14 9 16,17 11-16,1 12 15,-7 8-15,-15 7 16,-7 0-16,-19 3 15,-14-4 1,-15-4-16,-18-1 16,-15-5-16,-4-4 0,-7-3 15,-4-8-15,7-5 16,5-16-16</inkml:trace>
  <inkml:trace contextRef="#ctx0" brushRef="#br0" timeOffset="40404.6472">15768 3634 0,'0'0'0,"0"0"0,0 0 0,4 0 0,-4 1 0,-5 4 16,-7 6-16,-12 6 15,-9 6 1,-10 10 0,-4 7-16,-6 8 0,6 10 15,5 2-15,14 2 16,7-5-16,17-2 15,15-14-15,15-5 16,8-9-16,11-12 16,2-6-16,-2-9 15,-4-7-15,-3-2 16,-8-5-16,-7-2 0,-4-6 16,-13-1-16,-6-4 15,-11-2 1,-6 8-16,-20 1 15,-14 8-15,-13 11 16,-9 11-16,-8 6 16</inkml:trace>
  <inkml:trace contextRef="#ctx0" brushRef="#br0" timeOffset="41005.0053">16288 3851 0,'0'0'0,"0"0"0,2-8 0,5-7 0,7-1 0,10 2 15,7 4 1,9 9 0,4 9-16,5 6 15,5 4-15,-1 10 16,-7 3-16,-9 5 0,-11 4 16,-8 3-16,-9 4 15,-15 5-15,-5 0 16,-14-2-16,-8 1 15,-9-7-15,-4-9 16,5-6-16,-3-3 16,44-26-16,-36 15 15,36-15-15,-27 10 16,13-5-16,15-5 16,20-4-16,6 2 15,11 1-15,3 3 16,-4 9-16,-1 8 15,3 9-15,-12 8 16,-11 7-16,-13 7 16,-10 6-16,-15-4 0,-10 0 15,-3-5-15,-3-9 16,-5-6-16,-5-7 16,-2-5-16,-4-7 15,-3-3-15,7-7 16,1-9-16,11-15 15,15-8-15</inkml:trace>
  <inkml:trace contextRef="#ctx0" brushRef="#br0" timeOffset="41340.3755">17267 4290 0,'0'0'0,"0"0"0,-8 2 0,-6 8 0,-11 6 16,4 4-16,1 1 16,4 1-16,11 1 15,8 2-15,11-4 16,6 8-16,2 2 15,2 1-15,-5 0 16,-1 1-16,-11 0 16,-8-4-16,-7 2 15,-11 0-15,-11-2 16,-6-4-16,-10-1 16,-5-5-1,-8 0-15,-8-8 0</inkml:trace>
  <inkml:trace contextRef="#ctx0" brushRef="#br0" timeOffset="41777.1026">17477 3653 0,'0'0'0,"0"0"16,7 0-16,4 0 0,-11 0 15,25 4 1,6 2-1,8 4-15,-39-10 16,37 11-16,1 5 16,-7 11-16,-12 0 15,-12 4-15,-17 7 16,-15 6-16,-16 3 0,-10 1 16,-1 0-16,4-9 15,10-8-15,38-31 16,-16 27-16,20-5 15,33-7-15,16-10 16,20-11-16,12-9 16</inkml:trace>
  <inkml:trace contextRef="#ctx0" brushRef="#br0" timeOffset="42407.8903">18288 3715 0,'0'0'16,"7"0"-16,12-2 0,16-2 0,9 3 0,2 6 15,4 7 1,-1 7 0,-13 6-16,-3 6 15,-3 4-15,-14 7 16,-13 3-16,-11 4 15,-13 3-15,-11-6 16,-9-2-16,0-8 0,-5-2 0,2-9 16,44-25-16,-46 24 15,46-24-15,-36 17 32,36-17-32,-27 10 0,23-8 0,25-7 15,16-2-15,9 6 16,6 5-1,1 12-15,-2 13 16,-10 5-16,-5 5 16,-16 9-16,-10 6 15,-9 5-15,-10 1 16,-14 2-16,-11-4 16,-6-5-16,-14-6 15,-2-8-15,-5-8 16,-7-7-16,-2-8 15,0-5-15,1-7 16,5-4-16,2-5 16,9-13-16,12-10 15</inkml:trace>
  <inkml:trace contextRef="#ctx0" brushRef="#br0" timeOffset="42764.6023">19006 4317 0,'0'0'0,"0"0"0,0 1 0,6 10 15,-6 9-15,5 12 16,-3 10-16,-2 18 16,0 12-16,-8 11 0,3 9 15,-2 6-15,-1-5 16,-1-7-16,6-2 16,2-6-16,2-11 15,2-7 1,0-11-16,-3-49 0,0 39 15,-2-14-15,2-25 16</inkml:trace>
  <inkml:trace contextRef="#ctx0" brushRef="#br0" timeOffset="43065.6268">19024 4265 0,'0'0'0,"7"-5"16,9-6-16,12-1 0,13 6 0,8 3 16,12 12-1,-3 7-15,-3 9 16,-9 4-16,-16 2 0,-17 2 15,-18-1-15,-17-3 16,-13-1-16,-15 0 16,-14 1-16,-9-1 15,-8-1-15,-5-3 16,3-8-16,12-10 16</inkml:trace>
  <inkml:trace contextRef="#ctx0" brushRef="#br0" timeOffset="43600.7285">19485 3568 0,'0'0'0,"5"-6"0,-5 6 0,18-5 0,5-4 0,21 0 15,14 7-15,0 6 16,2 10-16,-11 4 15,-7 7-15,-15 3 0,-14-2 16,-15 4-16,-9 0 16,-9 2-16,-6-1 15,-9 2-15,1-7 16,34-26-16,-35 24 16,35-24-16,-30 17 15,30-17-15,-18 16 16,14-6-16,19-4 15,18-3-15,8 4 16,5 2-16,-2 3 16,-44-12-16,37 18 15,-11 6-15,-16 10 16,-21 1-16,-17-2 16,-26 2-16,-18 0 15,-20-9-15,-12 3 0</inkml:trace>
  <inkml:trace contextRef="#ctx0" brushRef="#br0" timeOffset="151107.0125">10783 15490 0,'0'0'0,"0"0"0,0 0 0,2 0 0,-2 0 16,5-5-16,-5 5 15,5-6-15,-6-4 16,-9 2-16,-10 1 16,-8 1-16,-11 1 15,-3 2-15,-7 1 16,-3-1-16,-8 3 0,-7 1 15,-6 4 1,-6-2-16,-15-1 0,-5 4 16,-8-2-1,-7 1-15,-3 2 16,-4-1-16,0-3 0,-4-2 16,1 0-16,-2-4 15,-1-3-15,-2 0 31,-6-3-31,-3-1 16,-3-1-16,6 5 0,4-2 16,9 5-1,4 4-15,5 1 0,10 1 16,0 3 0,12 1-16,1 0 0,8 5 15,4 1-15</inkml:trace>
  <inkml:trace contextRef="#ctx0" brushRef="#br0" timeOffset="172369.0707">7120 11749 0,'0'0'0,"-73"-2"0</inkml:trace>
  <inkml:trace contextRef="#ctx0" brushRef="#br0" timeOffset="175743.7679">3964 9758 0,'0'0'0,"0"0"0,0 0 0,0-1 15,0 1-15,1-3 16,-1 3-1,-1-1-15,1 1 0,-2-2 0,2 2 16,-2 0 0,2 0-16,-1 3 15,-1 4-15,-2 7 0,-1 3 32,4 1-32,-3 6 15,1 7-15,3 8 16,-6 7-16,1 7 15,0 5-15,0 3 16,2 0-16,-3-1 16,1-5-16,2-4 15,3-51-15,-4 44 16,4-44-16,-3 36 16,3-36-16,-3 29 15,3-12-15,-7-17 16,4-13-16,-1-9 15</inkml:trace>
  <inkml:trace contextRef="#ctx0" brushRef="#br0" timeOffset="176137.8244">3916 9637 0,'0'0'0,"4"-5"0,8-3 0,13-2 0,10 4 16,8 6-16,3 6 16,-1 6-16,4 6 15,-1 7-15,-2 2 16,-8 8-16,-5 1 15,-5 3-15,-10 4 16,-7 0-16,-7-3 16,-10 1-16,-7-1 15,-8-5-15,-5-3 0,-2-1 16,-4-8-16,-3-3 16,-6-4-16,-1-3 15,-2-5-15,2-4 16,6-4-16,-3-6 15,3-4-15,36 10 16</inkml:trace>
  <inkml:trace contextRef="#ctx0" brushRef="#br0" timeOffset="176704.3993">3888 9294 0,'0'0'0,"0"0"0,0 0 0,4 5 16,-4-5-16,3 8 16,-3-8-16,1 11 15,-1-11 1,2 15-16,-2-15 16,-2 19-16</inkml:trace>
  <inkml:trace contextRef="#ctx0" brushRef="#br0" timeOffset="176904.0403">4314 9282 0,'0'0'0,"0"0"0,0 0 0,0 0 0,0 0 16,1 5-16,-1-5 16</inkml:trace>
  <inkml:trace contextRef="#ctx0" brushRef="#br0" timeOffset="177626.0033">4510 9961 0,'0'0'0,"0"0"0,0 0 0,1 0 15,9-1-15,7-1 16,10 0-16,1 0 16,10-1-16,8-1 15,3 0-15,9 0 16,0-1-16,4 0 0,1 2 15,-5 1 1,4 2-16,-3-2 16,-7 4-16,-6-2 15,-46 0-15,42 2 0,-42-2 16,37 1-16,-37-1 16,27 1-16,-27-1 15,15 0-15,-15-1 16,0 1-16</inkml:trace>
  <inkml:trace contextRef="#ctx0" brushRef="#br0" timeOffset="178136.8683">6385 9820 0,'0'0'0,"0"0"0,-1-3 0,-2-7 0,3 10 16,-4-14-16,-10-2 16,-4-5-16,-4 5 15,-7 4-15,-4 3 16,-4 2-16,-2 7 16,-4 1-16,1 3 15,-3 9-15,-5 8 16,-2 10-16,0 9 15,3 9-15,5 9 16,11 4-16,9 0 16,11-1-16,10 0 15,13-10-15,13-4 16,8-7-16,11-6 16,7-8-16,9-4 0,2-10 15,8-5-15,1-7 16,-1-9-16,0-6 15,-10-6-15,-12 2 16</inkml:trace>
  <inkml:trace contextRef="#ctx0" brushRef="#br0" timeOffset="178768.4253">6127 8896 0,'0'0'0,"0"0"0,0 0 0,0 0 15,0 0-15,0-1 16,2 6-16,-2 9 15,0 6-15,0 10 16,-2 5-16,-1 9 16,-2 5-16,0 4 15,0 5-15,-3 1 16,1-3-16,3-5 16,-2-3-16,4-6 15,1-6-15,1-6 16,-1-2-16,1-28 15,-1 24-15,1-24 16,-1 23-16</inkml:trace>
  <inkml:trace contextRef="#ctx0" brushRef="#br0" timeOffset="179306.8229">6697 9985 0,'0'0'0,"0"0"0,6 0 0,17 0 16,11-1-16,11-1 15,11 2 1,5 0-16,9 3 16,-3-1-16,0 0 15,-6 1-15,-8 2 0,-9 0 16,-44-5-16,36 4 0,-36-4 15,26 2-15,-26-2 16,14 2-16,-9-1 16</inkml:trace>
  <inkml:trace contextRef="#ctx0" brushRef="#br0" timeOffset="179636.4872">7836 9756 0,'0'0'0,"0"0"0,2 6 0,1 12 0,4 9 0,-3 8 15,-1 8-15,-4 5 0,-1 4 16,-4 0-16,0 0 16,-3-5-16,4-5 15,-2-8 1,0-3-16,7-31 0,-9 25 16,9-25-16,-6 22 15,1-11 1</inkml:trace>
  <inkml:trace contextRef="#ctx0" brushRef="#br0" timeOffset="179934.4431">8230 9756 0,'0'0'0,"0"0"0,0 5 0,0 17 15,-1 5-15,1 9 16,-2 10-16,-1 4 0,-1 0 0,-4 4 16,0-1-16,1-8 15,-2-4 1,5-7-16,4-34 0,-6 27 15,6-27-15,-7 22 16,7-22 0,-6 17-16</inkml:trace>
  <inkml:trace contextRef="#ctx0" brushRef="#br0" timeOffset="180096.5443">7884 10132 0,'0'0'0,"0"0"0,14 1 0,31 2 0,28-3 0,11 3 16,6-1-16,4-2 31</inkml:trace>
  <inkml:trace contextRef="#ctx0" brushRef="#br0" timeOffset="180657.3632">6070 10678 0,'0'0'0,"0"0"0,0 7 0,-3 15 0,-1 7 16,-3 12-16,0 8 15,-1 4-15,-4 0 16,-2 5-16,0 1 15,0-2-15,-1-4 16,5-6-16,0-6 0,10-41 16,-8 38-16</inkml:trace>
  <inkml:trace contextRef="#ctx0" brushRef="#br0" timeOffset="181000.261">5857 11666 0,'0'0'0,"0"0"0,5 6 0,-5 13 0,0 5 16,0 9-16,1 6 15,-2 2-15,-6-1 16,2 3 0,-4-1-16,-3-3 0,0-3 15,12-36-15,-13 32 16,13-32-16,-11 25 15,7-12-15,8-7 0</inkml:trace>
  <inkml:trace contextRef="#ctx0" brushRef="#br0" timeOffset="181267.1829">6162 11687 0,'0'0'0,"0"0"0,1 5 0,0 12 15,4 9-15,-5 7 16,0 8-16,-3 2 16,-4 0-16,3 1 15,-2-4-15,-1 0 16,1-3-16,6-37 0,-1 33 15,1-33-15,0 26 16,0-26-16</inkml:trace>
  <inkml:trace contextRef="#ctx0" brushRef="#br0" timeOffset="181491.5313">5886 11839 0,'0'0'0,"0"0"0,7-4 0,17-1 0,11-2 0,15-2 15,11-1 1,11-8-16,6-3 15</inkml:trace>
  <inkml:trace contextRef="#ctx0" brushRef="#br0" timeOffset="182180.8283">6087 8438 0,'0'0'0,"0"0"0,0 0 0,0 0 0,0 0 16,1 0-16,2 3 15,3 9-15,-2 5 16,1 8-16,-5 8 15,0 2-15,-3 4 16,-3-1-16,-1 3 16,0-3-16,3-2 15,4-36-15,-3 30 0,3-30 16</inkml:trace>
  <inkml:trace contextRef="#ctx0" brushRef="#br0" timeOffset="182464.0767">6398 8382 0,'0'0'0,"0"0"0,0 0 0,0 3 0,0 6 15,-4 16 1,0 5-16,-2 6 16,2 7-16,1-1 15,-1-3-15,4 2 16,0-41-16,0 38 0,0-38 16,1 34-1,-1-34-15,3 29 0</inkml:trace>
  <inkml:trace contextRef="#ctx0" brushRef="#br0" timeOffset="182668.4171">6091 8741 0,'0'0'0,"13"-5"0,12 1 0,15 0 0,33 0 0,11-2 15,11 3-15</inkml:trace>
  <inkml:trace contextRef="#ctx0" brushRef="#br0" timeOffset="183818.4952">3874 10621 0,'0'0'0,"0"0"0,0 0 0,0 0 15,0 0-15,0 3 16,0-3-16,1 5 15,-2 6-15,-1 7 16,-3 5-16,0 3 16,0 5-16,1 9 15,1 3-15,-1 5 16,1 1-16,3 0 16,0-1-16,1 1 15,3-4-15,-1-2 0,-1 0 16,-2-1-16,-2-2 15,4 0-15,-2 2 16,0-1-16,-5 0 16,0 0-16,0-5 15,5-36-15,-4 32 16,4-32-16</inkml:trace>
  <inkml:trace contextRef="#ctx0" brushRef="#br0" timeOffset="184352.7947">3765 11859 0,'0'0'0,"0"0"0,0 0 0,0-3 0,0 3 0,-5-8 16,-2-3 0,7 11-16,-17-10 15,-4-1-15,-12 5 16,-2 7-16,0 7 16,-5 8-16,0 7 15,3 8-15,6 9 16,6 8-16,5 5 0,12 7 15,8 3-15,8-3 16,8-5-16,8-11 16,5-7-16,8-10 15,1-6-15,5-8 16,0-4-16,2-7 0,7-8 16,1-7-1,-2-6-15,-3-2 16</inkml:trace>
  <inkml:trace contextRef="#ctx0" brushRef="#br0" timeOffset="184648.9533">4123 12117 0,'0'0'0,"0"0"0,7 1 0,7-1 0,10 1 16,4 3-16,4 2 15,5 0-15,4-4 16,-1 2-16</inkml:trace>
  <inkml:trace contextRef="#ctx0" brushRef="#br0" timeOffset="184949.4239">4636 11957 0,'0'0'0,"0"0"0,2 2 0,-4 7 0,4 9 15,-4 6-15,1 6 31,-3 7-31,-3 7 16,1 4-16,2 5 16,-3-3-16,-1-1 15,5-5-15,0-4 0,3-40 16,1 36-16,-1-36 16,5 25-16</inkml:trace>
  <inkml:trace contextRef="#ctx0" brushRef="#br0" timeOffset="185231.3663">4916 12069 0,'0'0'0,"2"8"0,-2-8 0,-3 14 16,3 7-16,1 4 31,-1 10-31,0 2 16,0 2-16,-1-1 15,-1-3-15,2-4 16,-4-1-16,4-30 0,-1 28 16,1-28-1,1 25-15,-1-25 0,0 20 0</inkml:trace>
  <inkml:trace contextRef="#ctx0" brushRef="#br0" timeOffset="185420.1589">4614 12322 0,'0'0'0,"0"0"0,9 1 0,18-1 0,16 0 16,11 1 0,10 0-1,-1 2-15,-1-3 0</inkml:trace>
  <inkml:trace contextRef="#ctx0" brushRef="#br0" timeOffset="185938.6136">2666 12110 0,'0'0'0,"12"1"16,9 2-16,6 3 0,16 2 0,11-2 31,1 1-31,3-1 16,2-2-16,-8-1 16</inkml:trace>
  <inkml:trace contextRef="#ctx0" brushRef="#br0" timeOffset="186367.8559">2236 11879 0,'0'0'0,"0"0"0,0 1 0,-2 8 16,4 7-16,1 6 15,1 8-15,1 10 16,-2 5-16,-1 7 16,-10 2-16,0-1 15,5-6-15,3-47 16,-2 42-16,2-10 15</inkml:trace>
  <inkml:trace contextRef="#ctx0" brushRef="#br0" timeOffset="186647.1916">2461 11905 0,'0'0'0,"-4"6"0,1 10 0,1 12 16,-4 10-16,1 4 16,0 1-16,2 0 15,-2-6-15,3-6 16,2-31-16,0 30 15,0-3-15,0-27 16,-3 22-16,3-22 16</inkml:trace>
  <inkml:trace contextRef="#ctx0" brushRef="#br0" timeOffset="186849.7203">2274 12146 0,'0'0'0,"11"1"0,14-1 0,15 1 16,22-1-16,8 1 16,3 0-16,6 1 15</inkml:trace>
  <inkml:trace contextRef="#ctx0" brushRef="#br0" timeOffset="187243.3033">3623 12539 0,'0'0'0,"0"11"0,-1 11 0,-3 15 0,1 6 15,0 8-15,-1 2 16,-2 0-16,1 0 16,2-1-16,-3-1 15,2-2-15,4-4 16,-2-3-16,-1-5 15</inkml:trace>
  <inkml:trace contextRef="#ctx0" brushRef="#br0" timeOffset="187575.5139">3456 13419 0,'0'0'0,"0"0"0,3 7 0,-3 16 0,0 8 16,0 11-16,-3 7 15,0 2 1,0 0-16,-5 0 15,-2 2-15,0-4 16,2-3-16,2-7 16,-4-6-16,10-33 15,-5 27-15,5-27 0,0 23 16,3-15-16,10-12 0</inkml:trace>
  <inkml:trace contextRef="#ctx0" brushRef="#br0" timeOffset="187826.5492">3726 13502 0,'0'0'0,"0"0"0,0 2 0,5 6 0,-3 6 15,1 11-15,-3 7 16,0 7-1,0-1-15,-2 2 16,1-1-16,-7-1 16,3-3-16,1-7 15,4-28-15,-6 24 16,6-24-16,-5 18 0,5-18 0</inkml:trace>
  <inkml:trace contextRef="#ctx0" brushRef="#br0" timeOffset="188030.5672">3423 13599 0,'0'0'0,"9"1"0,10-2 0,10-2 0,23 1 15,13-7 1,3-3-16,-2-3 0</inkml:trace>
  <inkml:trace contextRef="#ctx0" brushRef="#br0" timeOffset="188863.1511">3719 9945 0,'0'0'0,"0"0"0,0 0 0,0 0 0,0 0 15,0 0-15,0 0 0,-3 0 16,-8-1-1,-12 0-15,-9 1 0,-9-1 16,-5 2 0,-8-2-16,-2-4 0,1 1 15,-4 0-15,7 2 16,4-3 0,-1 3-16,5 0 0,5 1 15,1 2-15,38-1 16,-32 2-16</inkml:trace>
  <inkml:trace contextRef="#ctx0" brushRef="#br0" timeOffset="189523.0833">2790 9741 0,'0'0'0,"0"0"0,0 0 0,0 0 0,2-4 0,-2 4 16,-2-6-16,-2-7 15,-6-3-15,0 0 16,-5 2-16,-10 5 15,2 2-15,-2 2 16,-3 5-16,-3 8 16,1 5-16,-1 4 15,-2 9-15,-3 6 16,11 6-16,-6 8 16,4 6-16,6 2 15,1 0-15,10-2 16,10-5-16,6-9 0,14-4 15,8-12-15,10-7 16,13-7-16,10-11 16,4-4-16</inkml:trace>
  <inkml:trace contextRef="#ctx0" brushRef="#br0" timeOffset="190033.3439">2530 8974 0,'0'0'0,"0"0"0,3 4 0,-3 9 0,-3 11 16,-2 7-16,2 13 15,-5 7 1,1 4-16,3 3 15,0 1-15,1-5 16,2-5-16,1-49 16,1 39-16</inkml:trace>
  <inkml:trace contextRef="#ctx0" brushRef="#br0" timeOffset="190531.4399">2412 10408 0,'0'0'0,"0"0"0,3 11 0,2 22 15,-2 10-15,0 5 31,-1 2-31,-2 1 0,2-5 16,-2-8-16,0-38 16</inkml:trace>
  <inkml:trace contextRef="#ctx0" brushRef="#br0" timeOffset="190954.1163">2336 10867 0,'0'0'0,"0"0"0,0 0 0,-2 1 0,2-1 15,-1 0 1,1 4-1,-4 10-15,-1 11 16,-1 4-16,0 9 16,0 5-16,0-4 15,1-2-15,2-3 16,3-34-16,-1 29 16,2-7-16</inkml:trace>
  <inkml:trace contextRef="#ctx0" brushRef="#br0" timeOffset="191204.2385">2613 10898 0,'0'0'0,"3"10"0,-2 4 0,1 8 16,2 5-16,-3 6 16,-1 0-16,-4-3 15,0-1-15,-3 0 16,7-29-16,-7 24 16,7-24-16</inkml:trace>
  <inkml:trace contextRef="#ctx0" brushRef="#br0" timeOffset="191423.795">2355 10963 0,'0'0'0,"9"1"0,12-4 0,6 0 0,28-3 16,5-2-16,11-3 15,6-4-15</inkml:trace>
  <inkml:trace contextRef="#ctx0" brushRef="#br0" timeOffset="192029.9472">2465 8203 0,'0'0'0,"0"0"15,0 0-15,2 0 0,2 8 0,-3 9 16,-1 8 0,2 11-16,-2 8 15,-3 11-15,-4 6 16,5 1-16,-3 2 15,2-3-15,0-12 0,3-49 16,0 40 0,3-12-16</inkml:trace>
  <inkml:trace contextRef="#ctx0" brushRef="#br0" timeOffset="192310.703">2778 8242 0,'0'0'0,"0"0"0,0 5 0,-5 15 16,4 6-16,-3 7 0,4 8 31,-2 3-31,-2 1 0,-2-2 16,2-5-16,4-38 15,-5 35-15,5-35 16</inkml:trace>
  <inkml:trace contextRef="#ctx0" brushRef="#br0" timeOffset="192525.9919">2452 8500 0,'0'0'0,"12"-1"0,19 1 0,11-1 0,19 0 16,9 3-16,4 2 16,1-4-16</inkml:trace>
  <inkml:trace contextRef="#ctx0" brushRef="#br0" timeOffset="193105.0408">1891 9968 0,'0'0'0,"0"0"0,10-2 0,20-3 0,6 1 0,9-1 16,8-2 0,-2 1-1,-3 0-15,6-1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1T04:50:04.354"/>
    </inkml:context>
    <inkml:brush xml:id="br0">
      <inkml:brushProperty name="width" value="0.05292" units="cm"/>
      <inkml:brushProperty name="height" value="0.05292" units="cm"/>
      <inkml:brushProperty name="color" value="#FF0000"/>
    </inkml:brush>
  </inkml:definitions>
  <inkml:trace contextRef="#ctx0" brushRef="#br0">1667 9404 0,'0'0'0,"0"0"0,0 0 0,0-1 0,0 1 0,3-2 0,-3 2 15,7-2-15,-7 2 16,7-5-16,-7 5 16,7 0-16,-7 0 15,3 1-15,-3-1 16,-1 1-16,1-1 15,-3 3-15,3-3 16,-3 1-16,3-1 16,-3 0-16,3 0 15,-1-1-15,1 1 16,0 0-16,0 0 16,0 3-16,0 8 0,0-11 15,5 13 1,-2 8-16,3 4 0,-3 1 15,0 0-15,-3 3 16,0 3-16,-2-3 16,4 1-16,-4-1 15,1-4-15,1-25 16,-2 23-16,2-23 16,-1 21-16,1-21 15,-6 19-15,6-19 16,-4 17-16,4-17 15,-3 14-15,3-14 16,-1 9-16,1-9 16,4 5-16</inkml:trace>
  <inkml:trace contextRef="#ctx0" brushRef="#br0" timeOffset="409.4559">1931 9401 0,'0'0'0,"0"0"0,0 0 0,2-1 0,-2 1 16,2-1-1,-2 3-15,4 8 16,-1 5-16,4 9 16,0 6-16,-3 4 15,-1 3-15,-1-2 16,0 1-16,-2-7 15,1-2-15,-1-27 16,-1 24-16,1 1 0,0-25 16,-7 24-16,7-24 15,-4 21-15,4-21 16,1 14-16</inkml:trace>
  <inkml:trace contextRef="#ctx0" brushRef="#br0" timeOffset="639.0706">1688 9663 0,'0'0'0,"0"0"0,0 0 0,2-1 0,1-2 16,8-2-16,9 0 15,4-5 1,15-1-16,3 0 16,6 0-16,10-3 15,-1-1-15</inkml:trace>
  <inkml:trace contextRef="#ctx0" brushRef="#br0" timeOffset="111892.1177">7214 12926 0,'0'0'0,"0"0"0,4 2 0,7-6 16,-11 4-16,19-1 15,0 2-15,10 5 16,2-2-16,-2 5 15,5 0-15,1 3 0,3-3 16,0 4-16,2 2 16,3-3-16,1 1 15,2 3-15,3 0 16,4 1-16,1 2 31,1 0-31,5 0 0,0 2 16,7 1-16,-1-3 15,3 1-15,3-1 0,4-1 16,7 2-16,1-3 16,2 3-16,-1-3 15,0 1-15,6-2 16,2-2-16,4 2 16,0-3-16,-1-1 15,-1-2-15,-2 0 16,-3 0-16,-5-3 15,1-2-15,-2-3 16,1 2-16,-2 0 0,-1-4 16,-3-3-1,-3-1-15,1-1 0,-2-2 16,2 0-16,0-4 16,0-1-16,1 0 15,-2-1-15,-2-5 16,-1 2-16,-3-6 15,-3 0-15,-4-3 16,1-2-16,-2-3 16,0 1-16,-3-2 15,6 0-15,-3-2 16,1 0-16,-4-3 16,5 0-16,-8-3 15,0 0-15,-4 3 16,-3-4-16,-4-2 15,-4-2-15,-2 2 16,-5-6-16,-1 0 0,-5-1 16,-5-1-16,-4-4 15,-4 0-15,-3-1 16,-6-1-16,-3-5 16,-6 1-16,-2 0 15,-5 0-15,-1 1 16,-8 1-16,2-5 15,-5 3 1,-2 1-16,0-1 0,-2 4 16,-2 2-16,2 1 15,-1-1-15,1 3 16,-2 1-16,2-1 16,-3 2-16,-4 6 15,1-2-15,-1 1 16,1 2-16,-4-1 15,1 0-15,-1-1 0,-5 7 16,3-3-16,0 3 16,1 2-16,-5 4 15,1-2-15,-1 0 16,-1 4-16,1-3 16,-2 3-16,-4 2 15,-3 1-15,-1-1 16,-2 7-16,0-1 15,-1 0-15,-1 3 16,-5 3 0,3-2-16,-6 2 15,3 2-15,-4 3 16,3 1-16,-5 2 16,1 1-16,0-2 0,0 1 15,1 1-15,-4 1 0,2 5 16,1 0-1,-1-2-15,-2 2 0,5-2 16,-2 3-16,1 2 16,3-3-16,-4 5 15,2-5-15,1 1 16,-1 0-16,3-1 16,-1 1-16,1 2 15,0 1-15,3 0 16,2 0-16,-3-1 15,1 0 1,-5 0-16,7 2 16,-3-1-16,2 3 15,4-4-15,-2 2 16,3-1-16,4 1 0,-3 0 16,-5 1-16,8 0 15,-5-3-15,2-1 0,5-1 16,0 2-16,1 0 15,2 1-15,-1-4 16,1 2-16,1-1 16,4 1-16,1-2 15,1 2-15,2 0 16,34-2-16,-34 1 16,2-1-16,-9 0 15,3 2 1,5-2-16,2 1 0,31-1 15,-33 4-15,2 1 16,-1 5-16,-5 4 16,3 1-16,0 0 15,3 3-15,1 3 16,0 2-16,6 2 16,-1 3-16,0-1 0,4 3 15,0-1-15,3 2 16,2-1-1,-1 3-15,0 2 16,3 0-16,-2 5 16,2-2-16,-1 3 15,2-2-15,1 1 16,0-2-16,-2 3 16,1 0-16,0 3 0,0-2 15,-1 2 1,1 0-16,-3 4 15,4 0-15,2 2 16,-4-2-16,5 0 0,1 1 16,4-1-16,4 1 15,0 0-15,1 0 16,1 2-16,0 0 16,5 2-16,0 0 15,-1 1-15,1 3 16,3 1-16,3 1 0,-1 0 15,0 1 1,-1-3-16,0 0 16,-2-3-16,-2 0 0,2-3 15,-1 2-15,5-3 16,3 1-16,8-3 16,5-4-1,7-3-15,16-9 16,10 1-16,18-7 15,23-3-15,19-4 16,17 2-16,22-1 16,19 1-16,8 2 0,8 3 15</inkml:trace>
  <inkml:trace contextRef="#ctx0" brushRef="#br0" timeOffset="229246.5917">5509 16409 0,'0'0'0,"0"0"0,0 0 0,0 0 0,0 0 0,0 1 16,0-1-16</inkml:trace>
  <inkml:trace contextRef="#ctx0" brushRef="#br0" timeOffset="230228.3501">5811 16428 0,'0'0'0,"0"0"0,0 0 0,2 0 0,-2 0 15,0 5 1</inkml:trace>
  <inkml:trace contextRef="#ctx0" brushRef="#br0" timeOffset="231538.5361">6800 15841 0,'0'0'0,"0"0"0,0 0 0,0 0 0,0 0 16,-2 2-16,-7 5 0,-10 6 15,-3 8-15,-11 7 16,-4 8-16,-5 11 16,-4 13-1,-2 9-15,3 9 0,2 9 16,9 0-16,7 8 15,4 0-15,10-4 16,12-7-16,9-2 16,13-7-16,9-8 15,14-12-15,1-10 16,4-13-16</inkml:trace>
  <inkml:trace contextRef="#ctx0" brushRef="#br0" timeOffset="232427.5549">6951 16002 0,'0'0'0,"0"0"0,4 2 0,5 10 15,3 5-15,7 9 16,0 9-16,-6 5 16,1 0-16,-2-2 15,-12-38-15,9 36 16,-9-36-16,7 31 0,-7-31 16,4 27-16,-4-27 15,3 20-15,-3-20 16,2 11-16,-4-12 15,2 1-15,0-12 16,-3-10-16,2-10 16,2 0-16,2 2 15,-3 30-15,11-31 16,0 5-16,11 6 16,-4 8-16,6 4 15,-4 9-15,1 5 16,-4 5-1,1 4-15,-4 4 0,-2 3 16,-3 4-16,-4-1 16,-2-2-16,-3-23 0,-5 28 15,-1 0-15,6-28 16,-7 26-16,7-26 16,-6 21-16</inkml:trace>
  <inkml:trace contextRef="#ctx0" brushRef="#br0" timeOffset="232851.3362">7691 16169 0,'0'0'0,"0"0"0,-2-3 0,2 3 0,-8-10 16,-4-1-16,-9 2 15,-4 2 1,-2 7-16,0 7 16,0 4-16,0 9 15,27-20-15,-24 24 16,2 3-16,8 4 15,10 0-15,10-7 16,5-2-16,9-1 0,2-7 0,4-2 16,0-4-16,1-3 15,-27-5-15,25 1 16,-3-4-16,-22 3 16,19-9-16,-6-7 15,-6-7-15,-5-7 16,-4 1-1,2 29-15,-7-32 0,-9 4 16,16 28-16</inkml:trace>
  <inkml:trace contextRef="#ctx0" brushRef="#br0" timeOffset="233291.6165">7878 16208 0,'0'0'0,"0"0"0,7 4 0,6 13 16,-4 3 0,2 4-16,-11-24 15,9 24-15,-2-1 16,-7-23-16,3 22 15,-3-22-15,2 14 16,-2-14-16,0 11 16,0-11-16,-5 5 15,3-9-15,2-8 16,0-2-16,0-5 0,7-3 0,-7 22 16,7-22-16,3 1 15,-10 21-15,18-15 16,5 6-16,5 11 15,-1 4-15,-1 9 16,-4 2-16,-7 4 16,-15-21-16,12 23 15,-4-1-15,-8-22 16,0 22-16,0-22 0,-1 21 16</inkml:trace>
  <inkml:trace contextRef="#ctx0" brushRef="#br0" timeOffset="233763.212">8684 15808 0,'0'0'0,"0"0"0,3 3 0,0 15 15,-1 10-15,2 7 16,-5 14-16,-3 8 16,-5 4-16,-1 2 15,-4-3-15,4 1 16,0-7-16,3-5 15,7-5-15,3-6 0,8-5 16,-11-33-16,17 27 16,3-6-16,6-6 15,-26-15-15,29 3 16,1-7-16,1-14 16,-6-5-16,-25 23 15,18-28-15,-10-3 16,-9-3-16,-9 4 15,-7 1-15,-9 7 16,-7 4-16,-3 7 16,36 11-16,-35-10 15</inkml:trace>
  <inkml:trace contextRef="#ctx0" brushRef="#br0" timeOffset="234138.6826">9212 16290 0,'0'0'0,"0"0"0,-1-6 0,-3-2 0,-13-2 15,-6 0 1,-2 5-16,-6 5 15,0 11-15,0 6 0,9 3 16,3 4-16,10 3 16,6-1-16,11-1 15,3-2-15,10-2 16,4-4-16,5-2 16,4-8-16,-1-3 15,-33-4-15,32-2 16,-4-5-16,-7-9 15,-5-7-15,-8-3 0,-10-5 16,-7-4-16,-7 3 16,-5 4-16,-1 8 15,-1 6-15</inkml:trace>
  <inkml:trace contextRef="#ctx0" brushRef="#br0" timeOffset="234533.0593">9448 16331 0,'0'0'0,"0"7"0,4 6 0,-4-13 16,7 17-16,0 4 15,-7-21-15,3 23 16,-3-23-16,1 20 15,-1-20-15,-1 13 0,1-13 16,-4 8 0,-2-10-16,2-8 15,0-6-15,4-4 16,6 0-16,-6 20 16,12-20-16,2 5 15,-14 15-15,21-9 16,0 9-16,-1 13 15,-3 8-15,-5 3 0,-1 3 16,-5-2-16,-6-25 16,5 26-16,-5-26 15,-1 21-15,2-5 16</inkml:trace>
  <inkml:trace contextRef="#ctx0" brushRef="#br0" timeOffset="235017.6139">10032 15807 0,'0'0'0,"0"0"0,0 0 0,3 5 0,-2 19 15,3 10-15,-4 9 16,-4 13-16,-1 2 16,1 3-16,-6 0 15,0-3-15,3-6 0,3-5 16,2-8 0,2-39-16,1 31 0,3-6 15,-4-25-15,7 23 16,-7-23-16,7 14 15,-4-4-15,-4-12 16,-4-7-16,-2-8 16,-3-4-16,10 21 15,-14-22-15,-1 0 16,15 22-16,-22-18 16,-3 8-16,-7 9 15,2 12-15,2 7 16,10 4-16,3 2 15,12-1-15,4 4 16,9-3-16,10-4 16,10-1-16,6-6 15,11-7-15,4-3 16</inkml:trace>
  <inkml:trace contextRef="#ctx0" brushRef="#br0" timeOffset="235208.5139">10215 16352 0,'0'0'0,"0"0"0,-1 8 0,0 9 0,1 9 0,-1 1 15,2 1-15,-1-28 16,2 30-16,-2-30 15</inkml:trace>
  <inkml:trace contextRef="#ctx0" brushRef="#br0" timeOffset="235364.019">10208 16207 0,'0'0'0,"0"0"0,0 0 0,0 0 0,2 1 0,-2-1 16,8 7-16</inkml:trace>
  <inkml:trace contextRef="#ctx0" brushRef="#br0" timeOffset="236287.1431">10416 16399 0,'0'0'0,"0"0"0,1 6 0,1 5 16,-2-11-16,5 16 0,-5-16 16,3 19-1,-3-19-15,2 18 16,-2-18-16,-1 14 15,1-14-15,-2 6 16,2-6-16,-4-3 0,5-9 16,6-5-1,3-1-15,7 3 16,-17 15-16,19-11 0,4 7 16,-23 4-16,25 4 15,-1 7-15,-24-11 16,23 19-16,-8 6 15,-15-25-15,11 26 16,-11-26-16,6 29 16,4-4-16,1-7 15,5-5-15,5-7 16,-21-6-16,23 0 16,4-4-16,8-5 15,-6-4-15,0-5 16,-29 18-16,28-18 15,-28 18-15,23-13 16,-7-2-16,-4 0 16,-12 15-16,11-17 15,-8-1-15,-7-2 16,4 20-16,-8-20 16,-7 6-16,-8 7 0,-1 6 15,0 9-15,24-8 16,-24 14-16,7 3 15,17-17-15,-10 21 16,10 2-16,10 2 16,7-5-16,4-6 15,-21-14-15,25 12 16,0-6-16,-25-6 16,24-1-16,-4-4 15,-20 5-15,19-13 16,-5-4-16,-14 17 15,8-22-15,-8 22 16,3-23-16,-3 23 16,-5-17-16,0 6 15,0 11-15,-1 12 0,3 11 0,3 7 16,3 9-16,3 7 31,1 6-31,6 5 0,-4 1 16,-2 4-16,0-5 15,-4-1-15,-5-4 16,-6-8-16,-3-9 16,-7-9-16,-4-10 15,-6-7-15,-10-9 16,-10-11-16,-6-13 16</inkml:trace>
  <inkml:trace contextRef="#ctx0" brushRef="#br0" timeOffset="236976.2522">7345 17071 0,'0'0'0,"0"0"0,1 2 0,4 4 0,4 5 15,10-1-15,5-1 16,4 0-16,1-4 16,7-4-16,-1-2 15,1-5-15,-36 6 16,30-10-16,-30 10 16,28-15-16,-11-4 15,-17 19-15,9-24 16,-12 0-16,-13-5 15,-7 6-15,-3 8 16,-5 8-16,-4 5 16,3 9-16,-2 10 15,0 5-15,3 7 0,4 6 16,9 3-16,7-4 16,13 0-16,8-1 15,8-7-15,12-3 16,8-4-1,5-12-15,5-7 0,2-8 16</inkml:trace>
  <inkml:trace contextRef="#ctx0" brushRef="#br0" timeOffset="237245.6294">7809 16704 0,'0'0'0,"0"0"0,2 2 0,-1 14 15,2 13-15,1 8 16,-3 10-16,-2 12 16,-2 2-16,-1 2 15,-4-2-15,3-3 16,-4-3-16,2-5 15,-1-8-15,8-42 0,-7 36 16,7-36-16,-5 28 16,10-11-16</inkml:trace>
  <inkml:trace contextRef="#ctx0" brushRef="#br0" timeOffset="237637.2899">7941 17134 0,'0'0'0,"0"0"0,0 0 0,8 1 0,6 0 16,10 0-16,-2-2 15,-22 1-15,25 0 16,0-2-16,-25 2 15,22-6-15,-8-3 16,-4-6-16,-10 15 0,4-18 16,-8-2-1,4 20-15,-10-21 0,-7 5 16,-6 6-16,-3 11 16,1 9-16,1 11 15,-3 9-15,9 4 16,10 0-16,5 1 15,10-4-15,10-2 16,9-6-16,5-6 16,9-6-16,3-4 15,2-5-15</inkml:trace>
  <inkml:trace contextRef="#ctx0" brushRef="#br0" timeOffset="237950.9666">8444 17136 0,'0'0'0,"0"0"0,0 0 0,0 0 0,-1-4 15,1 4-15,-4-10 16,-2-1-16,6 11 15,-12-9-15,-7 7 16,-4 11-16,-5 8 16,2 7-16,4 8 15,4 3-15,12 0 16,9-3-16,5 0 16,15-5-16,8-5 15,6-9-15,6-8 16,3-8-16,3-9 15</inkml:trace>
  <inkml:trace contextRef="#ctx0" brushRef="#br0" timeOffset="238248.8858">8720 16685 0,'0'0'0,"0"0"0,0 2 0,2 12 0,-2 15 0,1 11 15,0 12 1,1 9-16,-8 3 16,-1 1-16,0-2 15,-6-4-15,2-1 0,1-8 16,5-8-16,3-7 15,6-3-15,9-11 16,1-7-16,8-9 16,8-12-16,1-4 15</inkml:trace>
  <inkml:trace contextRef="#ctx0" brushRef="#br0" timeOffset="238437.6944">8638 17092 0,'0'0'0,"6"0"0,15-1 0,12 1 0,17 0 15,2 0-15,3 0 16</inkml:trace>
  <inkml:trace contextRef="#ctx0" brushRef="#br0" timeOffset="238783.0658">8946 17112 0,'0'0'0,"8"3"0,4 3 0,7 7 0,2 5 16,2 3-16,-1 4 15,-3-1-15,-19-24 16,14 22-16,-14-22 16,7 21-16,-7-21 15,0 18-15,-8-4 16,8-14-16,-16 9 15,16-9-15,-18 0 16,3-9-16,2-10 16,12-4-16,8-8 15,9-2-15,9 0 16,4 3-16,6 7 16,-2 8-16</inkml:trace>
  <inkml:trace contextRef="#ctx0" brushRef="#br0" timeOffset="239193.3388">9446 17215 0,'0'0'0,"0"0"0,1-6 0,-1 6 15,2-15-15,-2 15 16,-3-18 0,-5 0-16,8 18 15,-16-17-15,-5 8 16,-12 14-16,-1 8 16,7 10-16,7 2 0,11-1 15,9-1-15,9-1 16,8-2-16,7 1 0,3-7 15,4-4-15,2-5 16,-33-5-16,30-3 16,-4-5-16,-7-9 15,-8-1 1,-3-8-16,-11-2 0,-7-3 16,-7 2-16,-1 3 15,-3 9-15</inkml:trace>
  <inkml:trace contextRef="#ctx0" brushRef="#br0" timeOffset="239917.4692">9600 17153 0,'0'0'0,"1"6"0,4 7 0,1 9 15,1 3 1,-3 6-16,-4-31 0,4 29 16,-4-29-16,2 25 15,-2-25-15,-1 22 0,1-22 16,-1 14-16,1-14 16,-4 5-16,3-9 15,1-11 1,2-8-16,3-2 0,6-1 0,2 3 15,-13 23-15,14-22 16,-14 22-16,22-13 16,-3 6-16,-1 15 15,-5 7-15,-3 6 16,-3 4 0,-6 0-16,-1-25 0,6 24 15,-6-24-15,7 21 16,-7-21-16,11 15 15,7-5-15,1-7 16,7-6-16,-6-8 16,0-3-16,-3-3 15,3-2 1,-7-2-16,3-1 0,-1-1 0,-4-1 16,-11 24-1,9-27-15,-9 27 0,4-22 16,0 0-16,-4 22 15,-5-20-15,5 20 16,-6-15 0,-6 7-16,-6 8 0,18 0 15,-17 11-15,6 6 16,4 11-16,10 0 16,6 5-16,6-3 15,7 4-15,7-4 16,-2 2-16,5-2 31,1 1-31,-33-31 16,27 28-16,-4-1 15,-12-3-15,-12-3 16,-11-6-16,-12-5 0,-15-3 16,-4-7-16,0-7 15</inkml:trace>
  <inkml:trace contextRef="#ctx0" brushRef="#br0" timeOffset="240594.2927">11555 15956 0,'0'0'0,"0"0"0,0 0 0,0 0 0,0 13 16,-5 7-16,-8 15 16,-3 9-16,-3 10 15,-9 5-15,-1 11 16,-6 7-16,-4 11 15,-6 8-15,-3 3 16,2 6-16,0-2 0,0-1 16,3-6-16,5-6 15,2-6-15,3-6 16,6-7-16,1-7 16,1-6-16,3-9 15,22-49-15,-16 38 16,2-9-16,8-19 15,5-17-15</inkml:trace>
  <inkml:trace contextRef="#ctx0" brushRef="#br0" timeOffset="241347.1109">11580 16235 0,'0'0'0,"0"0"0,5 1 0,-1 8 0,4 9 32,-5 8-32,-3 14 0,-3 9 15,-5 10-15,-1 3 16,-1 2-16,-2-1 15,1-6-15,8-6 16,3-8-16,4-6 16,-4-37-16,17 29 0,6-7 15,7-7-15,4-9 16,3-10-16,-1-7 16,-3-7-16,-4-6 15,-3-6-15,-5 1 16,-5 0-16,-6 2 15,-10 27-15,4-26 16,-4 26-16,3-22 16,-3 22-16,-5-19 0,-1 5 15,-9 15 1,1 10-16,-5 12 0,6 5 16,7 5-16,7-1 15,9-3-15,7-3 16,6-5-16,-23-21 15,28 15-15,1-5 16,-29-10-16,29 7 16,0-13-16,-7-6 15,-4-8-15,-9-4 16,-5-4-16,-7-3 16,-8-1-16,-7 0 15,-7 5-15,-8 7 16,-2 3-16,3 8 15,32 9 1,-28-6-16</inkml:trace>
  <inkml:trace contextRef="#ctx0" brushRef="#br0" timeOffset="241989.9531">12039 16620 0,'0'0'0,"0"0"0,0 0 0,0 3 15,5 6-15,2 6 16,0 4-16,-2 3 16,-1 3-16,-4-25 15,5 27-15,-4-2 16,-1-25-16,1 23 16,-1-23-16,0 17 15,0-17-15,0 10 16,-2-5-16,5-12 15,2-8-15,1-5 16,4-2-16,0-1 16,2-1-16,-1 1 15,-11 23-15,16-20 16,-2 7-16,-14 13 0,17-9 16,-1 12-16,-2 8 15,-3 4-15,-11-15 16,7 21-16,2 4 15,-9-25-15,8 26 16,2 2-16,2-4 16,-12-24-16,16 19 15,3-5-15,-19-14 16,25 8-16,1-8 16,-26 0-16,27-8 15,0-6-15,-3-6 16,-2-6-16,-7 0 15,0 1-15,-15 25 16,9-25-16,-5 5 16,-4 20-16,-1-18 0,1 18 15,-7-12-15,-10 8 16,-9 11-16,2 10 16,1 8-16,6 4 15,7 4-15,13 1 16,6-3-16,15 2 15,3-5-15,14 1 16,10-5-16,3-6 16</inkml:trace>
  <inkml:trace contextRef="#ctx0" brushRef="#br0" timeOffset="242462.1179">11552 17109 0,'0'0'0,"0"0"0,0 4 0,1 12 0,-2 11 16,-3 7-16,2 11 31,-1 8-31,-3 1 16,0 4-16,-3-1 15,2 0-15,-3-3 16,1-5-16,5-4 16,0-7-16,4-38 0,-5 31 15,5-31-15,-2 24 0,0-17 16,2-19-16,0-12 15</inkml:trace>
  <inkml:trace contextRef="#ctx0" brushRef="#br0" timeOffset="242759.5643">11574 17061 0,'0'0'0,"0"0"0,8-2 0,10 4 16,10 5-16,7 6 31,2 5-31,-5 6 16,-2 3-16,-9-1 16,-7-3-16,-11 1 15,-11-3-15,-9-3 16,-7-3-16,-9 0 15,-1-4-15,-1-3 0,-3-3 0,3-3 16,2-1-16,33-1 16,-29-5-16,7-5 0</inkml:trace>
  <inkml:trace contextRef="#ctx0" brushRef="#br0" timeOffset="243481.4454">12005 17297 0,'0'0'0,"0"0"0,1-6 0,-2-4 0,-4-5 15,-2-4 1,7 19-1,-11-19-15,-5 4 16,-3 6-16,-6 9 16,1 6-16,1 7 15,1 6-15,4 3 16,6 0-16,12-22 0,-7 23 0,5 1 0,9 2 31,6-5-31,6-7 16,3-4-16,0-7 15,1-9-15,1-3 16,-2-6-16,-3-2 16,-19 17-16,17-22 15,-17 22-15,10-21 16,-10 21-16,4-18 16,-4 18-16,1-11 15,-1 11-15,-4-5 16,-3 12-16,7-7 15,-10 16-15,10-16 16,-3 21-16,5 4 16,10-4-16,-12-21 15,16 19-15,9-9 0,4-8 16,-2-7-16,-1-6 16,-8-6-16,1-3 15,-6-1-15,-1-3 16,-12 24-16,10-24 15,-10 24-15,6-24 16,-6 24-16,-3-23 16,3 23-16,-3-17 15,0 8-15,-1 11 16,2 8-16,2-10 16,-1 20-16,1 5 15,4 8-15,0-1 16,-4-32-16,8 30 15,-2-3-15,-6-27 16,10 23-16,-10-23 0</inkml:trace>
  <inkml:trace contextRef="#ctx0" brushRef="#br0" timeOffset="243674.8336">12200 17070 0,'0'0'0,"0"0"0,0 0 0,1 0 16,1 0-16,-2 0 16,6 4-16</inkml:trace>
  <inkml:trace contextRef="#ctx0" brushRef="#br0" timeOffset="244032.7099">12362 17215 0,'0'0'0,"0"0"0,0 0 0,4 0 15,2 1-15,5 5 16,-11-6-16,8 10 16,5 5-16,-2 3 15,-11-18-15,9 19 16,-4 1-16,-5-20 16,0 17-16,-4 0 15,4-17-15,-12 13 16,12-13-16,-14 6 15,-1-6-15,3-6 0,0-9 16,9-5-16,3-4 16,8-6-16,11-2 15,8-10-15,10-1 16,-1 7-16</inkml:trace>
  <inkml:trace contextRef="#ctx0" brushRef="#br0" timeOffset="244630.7225">12838 17019 0,'0'0'0,"0"0"0,0 0 0,2 2 0,5 2 16,11 2-1,5-1-15,3-5 16,6-1-16,-3-4 16,-29 5-16,25-8 15,-3-3-15,-4-4 16,-18 15-16,11-19 15,-8 0-15,-4-2 0,-6 0 16,7 21-16,-15-13 16,-6 1-16,-8 8 15,-7 10-15,-1 11 16,-1 7-16,3 5 0,7 5 16,4 2-1,10 2-15,5-1 0,9-2 16,8 0-16,8-7 15,8-1-15,11-6 16,5-8-16,10-7 16,0-7-16</inkml:trace>
  <inkml:trace contextRef="#ctx0" brushRef="#br0" timeOffset="244930.6165">12995 16692 0,'0'0'0,"0"0"0,1 1 0,8-2 16,8 4-1,7 1-15,12-2 16,7-2-16,3-1 16,5-2-1,4-4-15,-10 1 0</inkml:trace>
  <inkml:trace contextRef="#ctx0" brushRef="#br0" timeOffset="245451.0125">13065 15647 0,'0'0'0,"0"0"0,2 6 0,12 12 16,12 9-16,11 9 16,8 10-16,4 8 15,4 8-15,-6 9 16,3 7-16,-6 7 15,-3 7-15,-6 5 0,-6 2 16,-10 5 0,-4 0-16,-6 6 0,-9 1 15,-9 1-15,-8 0 16,-10 0-16,-7-5 16,-12-5-16,-6-7 15,-14-8-15,-11-5 16,-8-12-16,-4-8 15</inkml:trace>
  <inkml:trace contextRef="#ctx0" brushRef="#br0" timeOffset="310490.9873">9040 8529 0,'0'0'0,"0"0"0,0 0 0,-3-1 16,-5-7-1,-12 1-15,-7 4 16,-1 6-16,-4 6 15,-9 13-15,-6 15 16,-19 15-16,1 11 16,-8 8-16,5 4 0,6 3 15,12 8 1,8 2-16,15 4 16,14-1-16,21-6 15,21-12-15,23-13 16,22-11-16,26-16 15,15-11-15</inkml:trace>
  <inkml:trace contextRef="#ctx0" brushRef="#br0" timeOffset="312573.3454">9289 8798 0,'0'0'0,"0"0"0,0 0 0,1 1 15,4 7-15,1 9 16,3 7-16,0 7 16,0 4-16,-1-1 15,-1-3-15,-2-3 16,-5-28-16,4 29 0,-4-29 15,2 22-15,-2-22 16,-1 20-16,1-20 31,-1 13-31,1-13 16,-1 4-16,1-12 16,0-12-16,4-5 15,4-5-15,2-1 16,8 1-16,-2 2 15,6 4-15,5 8 16,0 2-16,-27 14 0,30-8 0,-2 9 16,-2 9-1,-4 6-15,-5 5 0,-5 5 16,-4-1-16,-8-25 16,5 29-16,-2-1 15,1-1-15,-4-27 0,3 25 16,8-3-1,-11-22-15,18 12 0,7-8 16,7-7-16,2-5 16,-4-7-16,0-2 15,-4-5-15,-8-2 16,-18 24-16,15-24 16,-15 24-16,10-26 15,-5 0-15,-12 5 31,-5 7-31,-8 7 16,20 7-16,-23 2 0,1 10 0,-5 10 16,9 4-16,3-1 15,15-25-15,-7 26 16,9-2-16,-2-24 16,17 20-16,9-9 31,6-4-31,2-10 0,2-4 15,-10-6-15,-3-4 16,-10-1-16,-6-3 16,-12 0-16,-6 0 15,-12 4-15,-10-1 16,-3 6-16,-4 3 16,40 9-16,-37-9 15</inkml:trace>
  <inkml:trace contextRef="#ctx0" brushRef="#br0" timeOffset="312854.1626">10093 8430 0,'0'0'0,"0"0"0,1 9 0,0 13 0,-1 12 16,6 10-16,-2 6 16,2 7-16,-6 0 15,-1 3-15,-4 0 16,1-2-16,4-7 16,1-8-16,-2-4 15,2-7-15,-1-2 16,-1-2-16,1-28 15,-3 25-15,3-11 16</inkml:trace>
  <inkml:trace contextRef="#ctx0" brushRef="#br0" timeOffset="313033.0136">9977 8952 0,'0'0'0,"0"0"0,9-1 0,12-3 15,27-1-15,14 0 16,10 1-16</inkml:trace>
  <inkml:trace contextRef="#ctx0" brushRef="#br0" timeOffset="313413.4801">10496 8968 0,'0'0'0,"0"0"0,6 3 0,4 9 16,5 4-16,4 4 15,-1 2-15,-18-22 16,21 21-16,-21-21 16,18 17-16,-18-17 15,17 15-15,-17-15 16,11 11-16,-2-10 15,2-7-15,-2-9 0,4-5 0,3-9 16,-1-6-16,2-4 16,-17 39-16</inkml:trace>
  <inkml:trace contextRef="#ctx0" brushRef="#br0" timeOffset="313575.5635">10908 9017 0,'0'0'0,"0"0"0,0 4 0,2 8 0,2 7 15,-4-19-15,6 20 16,-3 1-16</inkml:trace>
  <inkml:trace contextRef="#ctx0" brushRef="#br0" timeOffset="313773.5716">10894 8869 0,'0'0'0,"0"0"0,0 0 0,0 1 0,6 0 0</inkml:trace>
  <inkml:trace contextRef="#ctx0" brushRef="#br0" timeOffset="314133.0685">11233 9013 0,'0'0'0,"0"0"0,1 1 0,-1-1 15,0-7-15,-8 3 16,-9-1-16,-5 6 15,22-1-15,-27 4 0,-4 7 16,5 7 0,26-18-16,-21 22 0,12 2 15,10 1-15,14-4 16,8-7-16,2-8 16,4-5-16,2-4 15,-4-4-15,-27 7 16,27-11-16,-5-5 0,-8-3 15,-7-6-15,-13-1 0,-9 0 16,-14 3-16,-6 3 16,-2 7-1,2-1-15</inkml:trace>
  <inkml:trace contextRef="#ctx0" brushRef="#br0" timeOffset="314439.5476">11424 8557 0,'0'0'0,"0"0"0,0 0 0,0 6 0,3 19 0,-2 11 16,-2 8-16,1 10 15,-4 3-15,-1-3 16,3 5-16,-4-7 16,-1-3-16,5-6 15,2-43-15,-4 40 16,1-8-16</inkml:trace>
  <inkml:trace contextRef="#ctx0" brushRef="#br0" timeOffset="315182.6405">11715 9021 0,'0'0'0,"0"0"0,-2-5 0,2 5 0,-4-11 16,-1-3-16,-12 0 15,-4 0-15,-5 5 16,-5 5-16,-1 8 16,0 9-16,4 7 15,5 3-15,7-1 0,16-22 16,-8 22 0,12 0-16,11-4 0,5-5 15,3-5-15,2-6 16,-25-2-16,25-3 15,-25 3-15,22-9 32,-22 9-32,20-13 0,-20 13 0,11-16 15,-11 16-15,8-12 16,-7 4-16,-3 10 16,0 9-16,2-11 15,-1 16-15,5 4 16,-4-20-16,17 22 15,8-9-15,11-10 16,4-7-16,0-13 16,-6-6-16,-4-7 15,-6-3-15,-3-4 16,-4-4-16,-8-4 0,0-3 16,-1 0-16,-9-2 31,2 1-31,1 1 0,-2 1 0,1 3 15,-1 44-15,3-36 16,-3 36-16,3-32 16,-3 32-16,2-21 15,0 9-15,2 15 16,-2 11 0,-6 10-16,2 9 0,-5 12 15,0 5-15,-3 8 16,-1 3-16,0 1 15,0-3-15,-1-4 16,6-8-16,6-47 16,-1 40-16,3-5 31,-2-35-31,5 27 0,5-5 16,3-15-16,7-10 15</inkml:trace>
  <inkml:trace contextRef="#ctx0" brushRef="#br0" timeOffset="315464.8048">11862 8936 0,'0'0'0,"13"-1"0,9-2 16,7-2-16,15 1 0,3 0 16,-6 2-16,-41 2 15,35 0-15,-35 0 16,24 0-16,-10 5 16,-14-5-16,8 12 0,-8 5 15,0-17 1,-5 24-16,-2 3 0,7-27 15,-11 29-15</inkml:trace>
  <inkml:trace contextRef="#ctx0" brushRef="#br0" timeOffset="315635.4395">12125 8798 0,'0'0'0,"0"0"0,6 5 0,9 1 0</inkml:trace>
  <inkml:trace contextRef="#ctx0" brushRef="#br0" timeOffset="316451.1261">12303 8981 0,'0'0'0,"0"0"0,0 0 0,0 5 0,0-5 16,-1 11-16,1-11 0,0 17 15,0-17 1,0 15-16,0-15 0,1 13 15,2-12-15,5-8 16,1-8 0,-9 15-16,15-18 0,3-2 15,-18 20-15,20-14 16,-20 14-16,21-8 16,-2 9-16,-19-1 15,19 10-15,-5 5 16,-2 4-16,5-4 15,-1-1-15,2-5 16,4-1-16,-22-8 16,23-2-16,2-2 15,3-5-15,-28 9 16,25-13-16,-4-4 0,-21 17 16,18-18-16,-18 18 15,13-20-15,-13 20 16,6-16-16,-13 3 15,-13 9-15,-6 6 16,-4 10-16,3 4 16,9 2-16,4 2 15,14-20-15,-4 20 16,10-1-16,8-4 16,-14-15-16,20 9 15,5-8-15,-25-1 16,23-7-16,-23 7 15,25-10-15,-7-8 16,-5-2-16,-13 20 16,7-23-16,-7 23 0,2-19 15,-2 19-15,-1-14 16,-5 7-16,-4 11 16,0 8-16,1 11 15,1 4-15,4 6 16,2 5-16,4 5 15,0 2-15,2-1 16,0 0-16,-4-4 16,-5-7-16,-2-4 15,-11-1-15,1-7 16,-6-3-16,-8-7 16,-13-7-16,-9-10 15</inkml:trace>
  <inkml:trace contextRef="#ctx0" brushRef="#br0" timeOffset="317127.0657">9258 9531 0,'0'0'0,"0"0"0,4-6 0,-3-6 0,-1 12 0,-7-15 16,-2-1-1,-8 2-15,-5 10 0,-10 5 16,-9 18 0,-6 16-16,-5 7 15,3 6-15,11 3 16,12-1-16,16-8 0,15-5 15,11-6-15,12-11 16,2-3-16,6-6 16,1-8-16,-2-5 15,3-9-15,1-4 16,-2-8-16,-4-1 16,-6-1-16,-7 0 15,-9-1-15,-7-2 16,-12-2-16,-7 2 15,-6-2-15,-9 3 0,-2 7 16,-1 6 0,33 14-16,-35-8 0</inkml:trace>
  <inkml:trace contextRef="#ctx0" brushRef="#br0" timeOffset="317472.3503">9577 9572 0,'0'0'0,"0"0"0,-2-4 0,2 4 0,-5-9 15,-7-1 1,-9 1-16,-6 7 0,-1 8 15,-2 9-15,4 10 0,4 9 16,2 4-16,8 2 16,9 0-16,9 0 15,10-10-15,11-5 16,7-10-16,7-8 16,4-14-1,4-6-15,-5-8 16</inkml:trace>
  <inkml:trace contextRef="#ctx0" brushRef="#br0" timeOffset="317722.3101">9832 9167 0,'0'0'0,"1"7"0,4 7 0,-1 11 0,2 13 16,-7 11-16,-1 7 15,-2 3-15,-4 8 16,-1-4-16,0-1 0,4-8 16,-3-5-16,6-9 15,-2-6-15,4-34 16,-2 30-16,2-30 0,-2 22 15,3-8-15</inkml:trace>
  <inkml:trace contextRef="#ctx0" brushRef="#br0" timeOffset="318098.6495">9710 9733 0,'0'0'0,"0"0"0,6 0 15,7 2-15,8-5 16,11 2-16,1-3 16,4-2-16,1-1 15,-4-3-15,-5-1 16,-3 1-16,-26 10 16,24-11-16,-8-4 0,-16 15 15,12-17 1,-7-2-16,-11-2 0,6 21 15,-12-13-15,-3 8 16,-6 12-16,0 12 16,2 7-1,0 7-15,8 2 0,7-2 16,4-33-16,1 27 16,11-3-16,8-5 15,9-9-15,6-10 16,-2-10-16</inkml:trace>
  <inkml:trace contextRef="#ctx0" brushRef="#br0" timeOffset="318411.2883">10268 9240 0,'0'0'0,"0"0"0,1 3 0,-2 10 0,1 9 0,-5 10 15,1 8 1,0 6-16,-5 7 0,-2 6 0,5-3 16,-4-1-1,3-7-15,2-9 0,3-6 16,2-33-16,-1 27 15,7-3 1,5-5-16,8-3 0,7-11 16,5-9-16,2-10 15</inkml:trace>
  <inkml:trace contextRef="#ctx0" brushRef="#br0" timeOffset="318576.5333">10203 9669 0,'0'0'0,"0"0"0,5-2 0,7 3 0,13-2 0,10-3 15,5-1 1,2 3-16</inkml:trace>
  <inkml:trace contextRef="#ctx0" brushRef="#br0" timeOffset="318960.1816">10537 9696 0,'0'0'0,"0"0"0,2 0 0,-2 0 0,9-2 0,-9 2 0,15 2 0,3 4 16,4 6-16,-22-12 16,20 16-16,-3 1 15,-17-17-15,11 22 16,-11-22-16,5 22 31,-5-22-31,-2 18 0,2-18 0,-9 16 16,9-16-16,-11 6 15,-1-12-15,3-10 16,4-7-16,6-7 16,8-6-16,6-2 15,4-4-15,4 10 16</inkml:trace>
  <inkml:trace contextRef="#ctx0" brushRef="#br0" timeOffset="319745.3699">10811 9701 0,'0'0'0,"0"0"0,0 7 0,0-7 0,3 21 0,-2 4 15,-1-25 1,10 28-16,-10-28 0,13 24 16,6-9-16,1-10 15,-20-5-15,24 0 16,0-8-16,-24 8 0,26-12 15,-8-3-15,-18 15 16,20-23 0,-20 23-16,12-22 0,-12 22 15,8-18-15,-2 6 16,-11 7-16,-2 12 16,-1 6-16,4 6 15,4-19-15,-4 20 16,4 3-16,0-23 31,4 24-31,8-4 0,4-7 0,6-7 16,2-7-16,0-8 15,-2-4-15,0-3 16,1-7-16,0-4 16,-5-5-16,-3-6 15,-1-1-15,-6-1 16,-1 1-16,-7-3 0,1 2 15,-5 3-15,1 2 16,0 2-16,3 33 16,-2-29-16,2 29 15,-6-24-15,6 24 16,-2-18-16,2 18 31,0-13-31,-2 8 0,2 11 0,2 10 16,-2 8-16,0 6 15,0 6-15,-3 6 16,-5 1-16,3 7 16,2 1-16,-1-2 15,0-3 1,1-3 0,3-7-16,0-36 0,-1 33 15,3-2-15,7-5 16,8-5-16,5-11 15,6-9-15,4-8 16,-3-8-16</inkml:trace>
  <inkml:trace contextRef="#ctx0" brushRef="#br0" timeOffset="320143.3866">11420 9696 0,'0'0'0,"0"0"0,0 0 0,4 2 0,4 0 16,8 0-16,5-5 16,4 1-16,-25 2 15,29-4-15,-2-3 16,-1-7-16,-5-1 0,-8-3 15,-3-2-15,0-1 16,-10 21-16,0-20 16,-6-1-16,-5 0 15,11 21-15,-13-16 16,-10 9-16,-6 15 16,-1 10-16,3 11 15,-4 3-15,3 12 16,9-7-16,8 3 15,10-7-15,7-4 16,15-5-16,9-1 16,14-6-16,6-4 15,11-8-15,8-9 16</inkml:trace>
  <inkml:trace contextRef="#ctx0" brushRef="#br0" timeOffset="320608.1891">12626 8354 0,'0'0'0,"0"0"0,7 4 0,10 10 0,-1 5 0,7 10 16,3 6-16,1 6 16,5 8-16,0 5 15,-1 7-15,4 6 16,-7 1-16,-4 1 16,-5 3-16,-8-1 15,-10 1-15,-8-1 16,-6 3-16,-11-2 15,-9-3-15,-8 1 16,-7-5-16,-15 0 16</inkml:trace>
  <inkml:trace contextRef="#ctx0" brushRef="#br0" timeOffset="321396.0866">10210 9881 0,'0'0'0,"0"0"0,0 0 0,2 0 0,-2 0 0,1-2 0,1 2 16,1 8-16,-1 9 16,-6 10-1,2 7-15,-3 9 0,-5 2 16,0 2-16,-8 2 16,2-2-16,-1-4 15,5-7-15,0-4 16,12-32-16,-7 26 15,3-1-15,4-25 16,0 24-16,2-4 0,9-11 16</inkml:trace>
  <inkml:trace contextRef="#ctx0" brushRef="#br0" timeOffset="321677.4775">9988 10210 0,'0'0'0,"0"0"0,1 7 0,11 16 0,-2 10 16,0 2-16,5-3 15,2-1-15,-17-31 0,17 23 16,-17-23-16,20 20 16,1-9-16,8-15 15,6-11-15,8-15 0,8-8 16,11-10-16,0-8 16,1-4-1</inkml:trace>
  <inkml:trace contextRef="#ctx0" brushRef="#br0" timeOffset="402440.9895">16246 11530 0,'0'0'0,"0"0"0,4 1 0,-4-1 15,9 7-15,5 2 0,12 2 16,-1 0-16,7 4 15,6-3-15,1 1 16,2-1-16,4-1 16,4-5-16,4-4 15,0-3-15,0-2 16,1-1-16,-6-4 16,2-1-1,-2 2-15,-4-2 0,0-4 16,4-4-16,-6 2 15,0-5-15,1-2 16,-2 0-16,0-3 16,-2-5-16,-5-1 15,-5-2-15,-5-5 16,-2 3-16,-6-5 16,-6-3-16,-4 0 15,-3-1-15,-6 1 16,-5-3-16,-5 0 0,-5 4 15,-5-4 1,-2 4-16,-5 1 0,0 4 16,-4 3-16,0-1 15,-2 3-15,-5 6 16,-3 1-16,-2 0 16,-1 2-16,-6 7 15,-3 5-15,2 3 16,-7 5-16,7 7 15,-3 5-15,3 0 16,9 7-16,1 7 16,0 4-16,6 10 15,3 9-15,-3 13 0,5 7 16,5 6-16,15 10 16,-1 6-16,11-3 15,7-2-15,8 1 16,8-6-16,5-8 15,10-1-15,5-6 16,3-9-16,5-11 16,8-4-16,8-13 15,18-5-15,22-14 16,20-10-16,9-11 16</inkml:trace>
  <inkml:trace contextRef="#ctx0" brushRef="#br0" timeOffset="433391.3582">15573 15858 0,'0'0'0,"0"0"0,0 0 0,0 0 0,0 0 0,1 0 16,5 4-16,2 10 31,5 8-31,2 7 16,4 6-16,3 4 16,2 1-16,-4-4 0,3 0 15,-3-6 1,2-2-16,-5-4 0,-2-3 15,-15-21-15,18 17 16,-18-17-16,13 14 16,-13-14-16,11 8 15,-4-6-15,-2-9 16,0-9-16,-1-10 16,3-5-16,-1-5 15,4-8-15,-2-2 16,2-4-16,-1 2 15,3 2-15,-12 46 16,13-37-16,-3 9 16,-2 16-16,-3 14 15</inkml:trace>
  <inkml:trace contextRef="#ctx0" brushRef="#br0" timeOffset="433644.8771">16237 16143 0,'0'0'0,"-4"7"0,-1 5 0,3 3 0,-1 5 0,0 5 16,3-25 0,0 26-16,0-26 15,-4 24-15,4-24 16</inkml:trace>
  <inkml:trace contextRef="#ctx0" brushRef="#br0" timeOffset="433811.8755">16193 15907 0,'0'0'0,"0"0"0,0 0 0,1 1 0,5 4 15,10 0-15</inkml:trace>
  <inkml:trace contextRef="#ctx0" brushRef="#br0" timeOffset="434236.7731">16754 16204 0,'0'0'0,"0"0"0,-1-3 0,-2-8 0,-4-4 0,-4-5 16,-6 1-16,-1 2 16,-7 4-1,-5 5-15,-2 8 0,-7 7 16,4 10-16,1 6 15,5 8-15,9-1 16,9 4-16,7-3 16,15-2-16,7-2 15,13-4-15,7-8 16,4-4-16,-2-7 16,0-5-16,-6-6 15,-4-5-15,-8-5 16,-6-3-16,-8-8 15,-5-5-15,-6-4 16,-5-5-16,-9 2 16</inkml:trace>
  <inkml:trace contextRef="#ctx0" brushRef="#br0" timeOffset="434926.124">17082 15591 0,'0'0'0,"0"0"0,1 4 0,-1 3 15,1 12-15,-1 15 16,2 13-16,-3 11 0,-2 5 15,0 6-15,-1 0 16,-2 1 0,4-4-16,-3-5 0,5-7 15,4-11-15,7-8 16,2-5-16,12-5 16,3-9-16,4-7 0,6-7 15,7-8-15,1-9 16,-3-5-16,-3-1 15,-7-3 1,-7 0-16,-6 2 16,-8 0-16,-8-5 15,-4 27-15,0-27 16,-9 4-16,-9 4 16,-4 4-16,-2 11 15,-4 3-15,1 12 16,-2 6-16,9 9 15,6 2-15,7 4 16,12-3-16,11-1 16,7-7-16,7-2 15,3-10-15,6-5 16,-5-10-16,1-3 16,-8-8-16,-8-2 0,-19 19 15,14-21-15,-14 21 16,6-20-1,-6 20-15,-3-14 0,-5 11 16,-8 16-16,3 6 16,1 6-16,3 2 15,12 0-15,8 0 16,12-1-16,9-8 16,1-11-16</inkml:trace>
  <inkml:trace contextRef="#ctx0" brushRef="#br0" timeOffset="435219.552">17889 15561 0,'0'0'0,"0"0"0,-2 3 0,9 15 16,-4 8-16,2 17 16,-2 13-16,8 12 15,-13 4-15,-4 4 16,3 3-16,-5-2 16,1-3-16,-3-6 0,3-9 15,3-11-15,1-9 16,3-39-16,0 32 15,7-8-15,-7-24 16</inkml:trace>
  <inkml:trace contextRef="#ctx0" brushRef="#br0" timeOffset="435543.3626">17777 16167 0,'29'-2'0,"7"0"0,5-1 15,2-1-15,1 3 16,-6 2-16,-38-1 16,36 2-16,-7 5 15,-2 5-15,-8 5 16,-14 7-16,-1 2 15,-3 0-15,-4 0 16,-2 0-16,1 0 0,4-26 16,-10 21-1,1-5-15</inkml:trace>
  <inkml:trace contextRef="#ctx0" brushRef="#br0" timeOffset="435679.3633">18101 15959 0,'0'0'0,"0"0"0,0 0 16,1 0-16,4 6 0,11 7 15</inkml:trace>
  <inkml:trace contextRef="#ctx0" brushRef="#br0" timeOffset="436503.3661">18333 16167 0,'0'0'0,"3"12"0,2 3 0,0 10 0,2 1 15,-7-26-15,3 28 16,-3-28-16,3 24 16,-3-24-16,1 20 15,-1-20-15,1 12 0,-1-7 16,3-14 0,2-9-16,3-5 0,2-5 15,7 3-15,-17 25 16,18-19-16,2 9 15,1 14-15,1 7 16,-6 8-16,-2 7 16,-4 0-16,0 0 15,1 0-15,2-5 16,-13-21-16,19 15 16,4-3-16,13-9 15,2-6-15,1-8 16,2-7-16,-1-1 15,-7-7-15,-5 1 16,-4-1-16,-10 0 16,-14 26-16,12-29 15,-9 5-15,-6 3 0,3 21 16,-12-18 0,-9 10-16,-12 12 15,4 9-15,-4 8 0,6 6 16,9 2-16,11-2 0,8 1 15,8-3 1,7-6-16,10-6 16,-26-13-1,26 11-15,2-6 0,-28-5 16,29-1-16,-5-4 16,-6-7-16,-4-6 0,-14 18 15,8-21-15,-8 21 16,0-20-16,0 20 15,-3-19-15,3 19 16,-6-13-16,3 10 16,-2 19-16,0 18 15,1 12-15,2 9 16,4 9-16,3 1 0,0 2 16,2-5-16,-3 0 15,-5-7-15,1-7 16,-4-7-16,-5-6 15,0-6-15,-8-4 16,-5-4 0,-12-7-16,-6-9 0,-11-16 15</inkml:trace>
  <inkml:trace contextRef="#ctx0" brushRef="#br0" timeOffset="437131.2082">16209 17029 0,'0'0'0,"0"0"0,0 0 0,4-2 0,-1-7 0,-1-4 15,-4-8 1,-8-1 0,-9 0-16,-5 4 15,-7 7-15,-4 8 0,-9 13 16,-4 13-16,-2 12 16,2 7-1,9 9-15,9-1 0,11-3 0,15-3 16,9-8-16,10-5 15,10-8-15,9-7 16,4-8-16,6-12 16,2-7-16,4-7 15,-1-11-15,-2-2 16,-12 0-16,-11-3 16,-5-3-16,-9-1 15,-9-2-15,-6 5 0,-6 6 16,-3-2-16,-12 9 15,-6 5-15,0 8 16,32 9-16,-33-1 16</inkml:trace>
  <inkml:trace contextRef="#ctx0" brushRef="#br0" timeOffset="437415.2835">16661 17030 0,'0'0'0,"0"0"0,-1-4 16,1 4 0,-5-12-16,-9 2 15,-9 1 1,-6 11-16,-9 11 15,0 15-15,-2 20 16,5 7-16,9 5 16,12-2-16,15-1 0,13-10 15,15-8-15,10-11 16,9-14-16,11-11 0</inkml:trace>
  <inkml:trace contextRef="#ctx0" brushRef="#br0" timeOffset="437697.86">17022 16644 0,'0'0'0,"0"0"0,1 0 0,1 13 16,0 13-1,-4 15-15,-1 14 16,-6 9 0,4 7-16,-6 5 15,0 0-15,-6-1 16,4-3-16,-2-8 16,1-5-16,14-59 0,-9 48 15,9-48-15,-6 36 16,4-19-16</inkml:trace>
  <inkml:trace contextRef="#ctx0" brushRef="#br0" timeOffset="438074.3364">16835 17192 0,'0'0'15,"0"0"-15,7 3 0,12 3 0,14-2 0,16-3 16,0 2-16,3-2 16,0-6-16,-5 1 15,-5-4-15,-8-1 16,-34 9-16,32-12 16,-32 12-16,23-11 15,-23 11-15,14-15 16,-10-1-16,-4 16 15,-3-16-15,-5 3 16,-12 6-16,-2 11 16,-4 18-16,-3 16 0,5 7 15,4 4-15,10 0 16,11-6-16,11-8 16,9-4-16,14-11 15,8-10-15,10-14 16,4-9-16</inkml:trace>
  <inkml:trace contextRef="#ctx0" brushRef="#br0" timeOffset="438387.3036">17683 16645 0,'0'0'0,"0"0"0,2 0 0,-2 0 0,2 14 0,-2 9 0,2 11 15,-2 13 1,-4 16-16,-4 12 16,-3 7-16,-5 6 0,-2 2 15,-3-7-15,4-8 16,1-5-16,6-12 15,6-10 1,9-7-16,4-9 0,9-11 16,8-8-16,8-9 15,9-16-15,5-13 16</inkml:trace>
  <inkml:trace contextRef="#ctx0" brushRef="#br0" timeOffset="438567.3827">17559 17220 0,'0'0'0,"0"0"0,5-1 0,17-2 0,39-2 0,27 3 15,25 0 1</inkml:trace>
  <inkml:trace contextRef="#ctx0" brushRef="#br0" timeOffset="482179.7057">21382 11611 0,'0'0'0,"0"0"0,0 0 0,0 0 0,0 0 0,0 1 16,0-1-16,1 0 0,2 0 16,-3 0-16,8 0 15,6 1-15,5 0 16,6 0-16,3 1 15,7 3-15,-4-6 16,4 3-16,-3 1 16,2 0-1,1 0-15,-35-3 0,39 1 16,-1 0-16,4 1 16,-42-2-16,37 2 15,-37-2-15,33 5 16,-33-5-16,29 5 0,-29-5 15,24 3 1,-24-3-16,14 3 0,-14-3 16,9 1-16,-9-1 15,3 2 1,-3-2-16,1-2 0,-1 2 16,0 0-16,-8-3 15,-9 0-15,-5 0 16,-5 0-16,-8 6 15,-3-1 1,-7 1-16,-1 0 16,-10 4-16,-3-3 15,-4 5-15,4-3 16,5 2-16</inkml:trace>
  <inkml:trace contextRef="#ctx0" brushRef="#br0" timeOffset="483202.9963">25748 11723 0,'0'0'0,"0"0"0,0 0 0,0 0 16,0 0-16,2-2 16,-2 2-16,2-2 15,5-2-15,6 3 16,6 1-16,4 0 16,8-2-16,6 2 15,4-2-15,7 2 16,5 1-16,2-1 0,-2 3 15,0 2 1,-1-1-16,-5 0 0,-10-3 16,-37-1-16,34 4 15,-34-4-15,30 4 16,-30-4-16,24 1 16,-24-1-16,15 2 15,-5-2-15,-17-3 16,-12-3-16</inkml:trace>
  <inkml:trace contextRef="#ctx0" brushRef="#br0" timeOffset="484165.2115">24727 13143 0,'0'0'0,"0"0"0,0 0 0,2-1 16,-2 1-16,6 2 15,5 1-15,15 2 16,5-1-16,12-1 16,7 3-16,7-3 15,-2 0-15,8 1 16,-8 2-16,-2-3 15,-53-3-15,46 3 16,-46-3-16,37 2 16,-37-2-16,25 0 15,-15 1-15</inkml:trace>
  <inkml:trace contextRef="#ctx0" brushRef="#br0" timeOffset="513179.5208">23380 11601 0,'0'0'0,"0"0"0,2-1 0,-2 1 0,10-1 16,8 1-16,11 0 31,1 2-31,3 0 15,1 0-15,4 2 0,-4-3 0,5-3 16,0-1-16,3-1 16,-3 0-16,2-4 15,-5-3-15,4-4 16,-3 0 0,-3-4-16,2-4 15,-1 2-15,2-6 16,-6-2-16,1 1 15,-7-6-15,-3 0 0,-5-1 0,-2-1 16,-4 0-16,-5 0 16,-3-2-16,-3 1 15,-2 1-15,-9 1 16,-1 3-16,-2 0 16,-4 2-1,-4 2-15,2 0 0,-7 3 16,1 1-16,0 7 15,-3 1-15,1 3 16,-2 3-16,-2 1 0,1 4 16,-3 1-16,-2 1 15,1 2 17,0 2-32,-3 2 0,3 2 15,-3 1-15,2 4 16,0 4-16,1 1 15,0 3-15,7 7 16,-4 1-16,2 5 16,1 6-16,10 6 15,-3 7-15,9 0 16,1 10-16,8 0 16,-5 2-16,9-1 15,1-1-15,8-6 16,9-1-16,-1-7 15,5-5-15,11-5 16,5-6-16,13-8 16,12-7-16,21-4 0,12-5 15,8-5-15,7-8 16</inkml:trace>
  <inkml:trace contextRef="#ctx0" brushRef="#br0" timeOffset="535651.0693">23180 12811 0,'0'0'0,"0"0"0,0 0 0,0-2 0,0 2 15,0-2-15,0 2 16,0-2-16,0 2 0,0-2 15,0 2-15,1-1 16,-1 1 0,-2 0-16,2 0 0,-2-1 15,2 1-15,-2-1 16,2 1-16,-1 0 16,1 0-1,-4 1-15,4-1 0,0 2 0,0-2 16,-1 6-16,1-6 15,0 6-15,0-6 16,4 3-16,-4-3 16,6 4-16,-6-4 31,7-3-31,-7 3 0,6-4 0,-6 4 16,4-6-16,-4 6 0,1-8 15,-1 8 1,-2-8-16,2 8 15,-4-6-15,4 6 0,-8-3 32,8 3-32,-8 1 0,8-1 0,-6 4 15,6-4-15</inkml:trace>
  <inkml:trace contextRef="#ctx0" brushRef="#br0" timeOffset="538989.131">23206 12490 0,'0'0'0,"0"0"0,0 0 0,-3 1 0,3-1 16,0 2-16,0-2 15,-1 0-15,1 0 16,-1 1-16,1-1 16,1 0-16,-1 0 15,1-1-15,-1 1 16,3-2-16,-3 2 15,1-1-15,-1 1 16,4-1-16,-4 1 16,5 0-16,-5 0 15,3-2-15,-3 2 0,2 0 16,-2 0-16,1 3 16,-1-3-16,0 1 15,0-1-15,0 1 16,0-1-16,-2 1 15,2-1-15,-1 0 16,1 0-16,0 0 16,0 0-16,-1 1 15,1-1-15,-2 0 16,2 0-16,-5 0 0,5 0 16,-4 0-1,4 0-15,-5 1 0,5-1 16,-3 1-1,3-1-15,-2 0 0,2 0 16,-2 1-16,2-1 16</inkml:trace>
  <inkml:trace contextRef="#ctx0" brushRef="#br0" timeOffset="552454.8243">22947 12861 0,'0'0'0,"0"0"0,8-6 0</inkml:trace>
  <inkml:trace contextRef="#ctx0" brushRef="#br0" timeOffset="553003.5383">23074 12733 0,'0'0'0,"0"0"0,0 0 0,0 0 0,0 0 16,-2 0-16,2 0 0,2 1 16,-2-1-1,3 3-15,-3-3 16,0 4-16,0-4 0,2 2 16,-2-2-16,1 2 15,-1-2-15,0 1 16,0-1-1,-1 0-15,1 0 0,0 0 16,0 0-16,0 3 16,0-3-16,-2 3 15,2-3-15,-3 4 16,3-4-16,0 3 16,0-3-16,2 3 15,-2-3 1,0 3-16,0-3 15,4 4-15,-4-4 16,1-1-16</inkml:trace>
  <inkml:trace contextRef="#ctx0" brushRef="#br0" timeOffset="606175.176">22507 15767 0,'0'0'0,"0"0"0,0 0 0,-1-1 16,1 0-16,0 1 15,6 1-15,2 3 16,6 12-16,4 7 16,2 9-16,4 4 15,1 2-15,2 0 0,-1 0 16,-4-5-1,3-2-15,-7-1 0,0-3 16,-3 1-16,2-6 16,-17-22-16,15 19 15,-15-19-15,15 19 16,-15-19-16,13 13 16,2-5-16,-1-9 15,-14 1-15,13-9 16,-2-9-16,1-7 15,-1-7-15,-3-4 16,2-3-16,4-1 16,-2-1-16,4 6 15,-2 5-15,-14 30 16,14-25-16,-14 25 0,10-20 16</inkml:trace>
  <inkml:trace contextRef="#ctx0" brushRef="#br0" timeOffset="606425.5776">23237 16030 0,'0'0'0,"0"0"0,0 3 0,2 11 0,-2 4 16,0 4-1,0 3-15,-1 3 16,0 4-16,1-32 16,-2 28-16,2-28 15</inkml:trace>
  <inkml:trace contextRef="#ctx0" brushRef="#br0" timeOffset="606599.874">23249 15892 0,'0'0'15,"0"0"-15,0 0 0,3 2 0,4 9 16</inkml:trace>
  <inkml:trace contextRef="#ctx0" brushRef="#br0" timeOffset="607017.8107">23662 16062 0,'0'0'0,"0"0"0,-1-4 0,1 4 16,-6-10-16,-1-4 15,-11-3 1,-1 4-16,-4 7 15,-3 8-15,-9 10 16,1 7-16,2 9 16,8 3-16,8-2 15,16-29-15,-6 28 16,11-1-16,11-1 0,6-7 0,7-6 31,-1-5-31,1-8 0,-2-3 0,-27 3 16,24-11-16,-4-4 15,-3-8-15,-5-8 16,-13-3-16,-3-1 16,-7 1-16,11 34 15</inkml:trace>
  <inkml:trace contextRef="#ctx0" brushRef="#br0" timeOffset="607698.0739">23911 15549 0,'0'0'0,"0"0"0,1 3 0,2 8 15,-1 6-15,1 9 16,0 11-16,-3 5 31,-6 11-31,1 6 0,0 3 0,-2 5 16,1-3-16,3-3 15,2-7-15,5-2 16,1-8-16,7-2 16,8-6-16,0-7 15,8-7-15,2-7 16,2-8-16,1-8 15,4-9-15,3-6 16,-5-6-16,-4-2 0,-6-6 16,-2-3-16,-9-3 15,-14 36-15,8-32 16,-7 1-16,-11 5 31,-6 5-31,-4 6 16,-5 6-16,-3 4 15,2 8-15,-3 5 16,3 6-16,26-14 16,-24 17-16,6 3 15,9 3-15,9-23 16,1 19-16,9-2 16,-10-17-16,23 13 15,2-6-15,-25-7 0,32 2 16,-32-2-16,29-4 15,-29 4-15,24-10 16,-24 10-16,18-11 16,-18 11-16,10-9 15,-8 9 1,-2 7-16,-6 11 0,2 7 16,6-1-16,7 0 15,10-3-15,7-8 16,10-4-16</inkml:trace>
  <inkml:trace contextRef="#ctx0" brushRef="#br0" timeOffset="608028.101">24584 15534 0,'0'0'0,"0"0"0,1 2 0,3 10 0,1 8 16,-1 10-16,-1 9 16,2 11-16,-4 10 15,-1 6-15,3 4 16,-6 3-16,0-4 15,-2-9-15,0-9 16,-1-11-16,3-7 16,3-33-16,-3 27 15,3-27-15,-2 23 16,2-23-16</inkml:trace>
  <inkml:trace contextRef="#ctx0" brushRef="#br0" timeOffset="608319.3683">24475 16016 0,'0'0'0,"0"0"0,11 0 0,17-3 0,5 2 15,7 1-15,-1 3 16,-5-2-16,-34-1 15,29 7-15,-2 1 16,-5 11-16,-4 5 16,-6 4-16,-4 4 15,-5-1-15,1 1 16,-4-3-16,0-29 16,-2 29-16,2-29 15,-3 25-15,3-25 0</inkml:trace>
  <inkml:trace contextRef="#ctx0" brushRef="#br0" timeOffset="608487.5974">24762 15925 0,'0'0'0,"0"0"0,0 0 0,1 1 16,4 4-16</inkml:trace>
  <inkml:trace contextRef="#ctx0" brushRef="#br0" timeOffset="609362.1719">24964 16138 0,'0'0'0,"0"0"0,1 10 0,5 7 0,-3 9 16,-3-26-1,6 27-15,-1 0 16,-5-27-16,8 25 16,-8-25-16,4 17 15,-4-17-15,4 11 16,-1-10-16,2-13 15,5-7-15,6-4 0,2-5 16,8 2-16,-26 26 16,28-19-16,-28 19 15,22-13-15,-22 13 16,27-4-16,-5 12 16,-22-8-16,20 19 15,0 4-15,1 3 0,1-4 16,1-5-16,2-4 15,1-8-15,-1-2 16,6-3-16,1-6 16,-4 0-1,-2-7-15,0-4 0,-5-4 16,-4-3-16,-3-1 16,-5-2-16,-9 27 15,4-25-15,-7 3 16,3 22-16,-13-20 15,-10 7-15,-13 9 16,0 9-16,36-5 16,-32 15-16,3 6 15,9 6-15,13-1 16,11-2-16,8-2 16,-12-22-16,20 17 0,4-4 15,5-2-15,1-6 16,-4-6-1,-26 1-15,25-2 0,-2-4 16,-5-8-16,-18 14 16,17-15-1,-17 15-15,13-16 0,-13 16 16,10-19-16,-10 19 16,6-16-16,-6 16 15,0-10-15,-2 11 16,-2 16-16,0 10 15,0 13-15,1 7 16,-1 10-16,1 1 16,1 3-16,4 5 15,3 1-15,-6-4 16,1 4-16,-4-6 16,-2-7-16,-3-7 0,-5-8 15,-3-10-15,-2-3 16,-3-5-16,-6-7 15,-5-9-15,-9-12 16,-3-14-16</inkml:trace>
  <inkml:trace contextRef="#ctx0" brushRef="#br0" timeOffset="609960.396">23433 16956 0,'0'0'0,"0"0"0,2-5 0,-1-9 0,-1-3 0,0-4 15,0 21 1,-3-23-1,-7 2-15,-6-1 16,-5 7-16,-4 5 0,-8 10 16,-2 10-16,-6 8 15,-1 11-15,4 7 16,8 4-16,10 1 16,13-4-16,9-1 0,10-3 15,8-6-15,7-5 16,7-6-16,5-4 15,-1-8-15,2-3 16,-1-5-16,-5-6 16,-3-6-16,-4-8 0,-6-2 15,-7-6-15,-5-1 16,-5-6-16,-8-1 16,-6 0-1,-6 2-15,-7 4 0,-9 8 16,-1 11-16</inkml:trace>
  <inkml:trace contextRef="#ctx0" brushRef="#br0" timeOffset="610275.0989">23851 16903 0,'0'0'0,"0"0"0,0 0 0,-1-2 16,-4-4-16,5 6 0,-14-7 16,-2 6-1,-8 10 1,-1 8-16,-5 13 15,6 7-15,2 3 16,8 6-16,10-5 16,13-1-16,6-6 15,12-9-15,1-8 16,13-14-16,1-8 0,6-9 0</inkml:trace>
  <inkml:trace contextRef="#ctx0" brushRef="#br0" timeOffset="610589.4102">24151 16404 0,'0'0'0,"0"0"0,2 9 0,-4 19 0,2 12 16,-3 13-16,2 8 16,-7 9-16,2 4 15,0-2-15,-5 0 16,4-1-16,2-7 16,3-7-16,2-5 15,8-6-15,1-8 16,2-7-16,3-6 15,6-8-15,2-12 16,3-13-16</inkml:trace>
  <inkml:trace contextRef="#ctx0" brushRef="#br0" timeOffset="610998.5551">24088 16963 0,'0'0'0,"0"0"0,5 1 0,15 0 15,6 3-15,12 0 16,9-1-16,6 0 16,-2-3-16,-5-5 15,-5-2-15,-6-1 0,-9-6 16,-26 14-16,21-15 15,-9-6-15,-12 21 16,6-24-16,-8 1 16,-9 4-16,11 19 15,-17-12-15,-9 9 16,-7 19-16,-2 10 16,2 12-16,5 6 15,5 2-15,13-3 16,8-6-16,12-4 15,6-2-15,12-4 16,9-7-16,10-8 0,3-11 16,3-11-16</inkml:trace>
  <inkml:trace contextRef="#ctx0" brushRef="#br0" timeOffset="611296.0818">24803 16451 0,'0'0'0,"5"7"0,0 11 0,-1 16 0,0 17 16,-3 11-16,1 13 15,-2 7-15,-4 5 16,-4-6-16,6-6 16,2-4-16,4-10 15,1-8-15,7-7 16,3-3-16,6-11 16,0-3-16,10-11 15,-31-18-15</inkml:trace>
  <inkml:trace contextRef="#ctx0" brushRef="#br0" timeOffset="611485.1939">24719 16994 0,'0'0'0,"20"1"0,17-1 0,24 3 0,30-3 16</inkml:trace>
  <inkml:trace contextRef="#ctx0" brushRef="#br0" timeOffset="709211.6788">52 7760 0,'0'0'0,"0"0"0,0 0 15,3 0-15,-3 0 0,3 3 16,-3-3-16,1 3 15,-2 0-15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1T05:02:52.560"/>
    </inkml:context>
    <inkml:brush xml:id="br0">
      <inkml:brushProperty name="width" value="0.05292" units="cm"/>
      <inkml:brushProperty name="height" value="0.05292" units="cm"/>
      <inkml:brushProperty name="color" value="#FF0000"/>
    </inkml:brush>
  </inkml:definitions>
  <inkml:trace contextRef="#ctx0" brushRef="#br0">5637 16815 0,'0'0'0,"0"0"0,3 1 0,6 7 15,10 6-15,7 2 16,7 5-16,10 2 16,13 1-16,7 3 15,10 0-15,6 1 16,9-2-1,4-1-15,6-3 16,4 3-16,10 0 0,4 2 16,8 1-1,12 2-15,10 1 16,1-1-16,10 0 0,15-3 16,1-2-16,8 1 15,5-1-15,-1-3 16,4-3-16,-4-1 15,-4-7-15,-5-5 16,-5-5-16,-7-7 16,-6-6-16,-1-10 15,-6-4-15,-6-3 16,-13-5-16,2-12 16,4-7-16,-9-8 15,-8-6-15,-8-4 0,-12-6 16,-9-7-16,-9-6 15,-10-4-15,-8-6 16,-16-7-16,-12-6 16,-13-2-16,-10-6 15,-16-1-15,-7-1 16,-16 0-16,-11-2 16,-14 3-16,-14-2 15,-16 3-15,-16 3 16,-19 4-16,-14 0 0,-11 7 15,-16 5-15,-14 2 16,-14 8-16,-13 10 16,-10 8-1,-9 6-15,-8 13 0,-3 9 16,-2 12-16,-7 5 16,5 15-16,0 8 15,1 8-15,4 14 16,1 11-16,1 10 15,3 14-15,11 13 16,1 15-16,9 14 16,13 11-16,12 7 15,19 10-15,20 7 16,11 5-16,22 2 16,17 3-16,11 3 0,19 1 15,17-4-15,16-2 16,22-3-16,25-5 15,19 4-15,25-7 16,25-5-16,25-6 16,20-6-16,26-9 15,21-6-15,22-8 16,15-4 0,21-3-16,18-9 0,19-6 15,18 2-15,20-4 16,21-3-16</inkml:trace>
  <inkml:trace contextRef="#ctx0" brushRef="#br0" timeOffset="16332.9244">13823 16888 0,'0'0'0,"0"0"0,1 2 0,-1-2 0,0 0 0,6 5 0,8 6 16,8 6-16,1 5 16,7 2-16,5 0 15,2-1-15,6 2 16,5 1-16,1-2 15,8 6-15,2 1 16,7 0-16,8 0 16,7-2-16,5 2 15,5-3-15,4 1 16,4 2-16,3-1 16,3-4-16,0 0 0,8-3 15,-2 1 1,1-2-16,5-5 0,-2 0 15,-3-2-15,2-3 16,-2 0-16,-1-2 16,0-3-16,4-2 15,0 1-15,4-1 16,8-4 0,4 2-16,1-3 0,3 0 15,0 1-15,-3-4 16,0-3-16,-2-2 15,-2-7-15,-4-1 16,-7-2-16,-5-5 16,-4-3-16,-3-6 15,-3 3 1,2-8-16,-4-5 16,5-5-16,-1-7 0,-11 0 15,-4-4 1,-6-7-16,-3-7 0,-10-3 15,-8-6-15,-7-7 16,-7-4-16,-11-1 16,-7-5-16,-8-2 15,-12-2-15,-7 0 16,-12-4-16,-4-1 16,-10 0-16,-8 1 15,-10 0-15,-6 2 16,-8 2-16,-9 2 0,-6 1 15,-2 2-15,-7 4 16,-8 5-16,-5 2 16,-11 7-16,-3 2 15,-6 6-15,-8 4 0,-5 7 16,-7 3-16,-5 8 16,-9 6-16,-1 3 15,-7 5-15,-3 6 16,-6 6-16,-1 7 15,-2 8-15,-4 9 16,-1 4-16,0 8 16,4 6-16,-1 7 15,-1 7-15,3 7 16,2 8 0,0 6-16,-1 7 0,7 10 15,4 4-15,4 6 16,5 7-16,4 8 15,5 4-15,9 3 16,11 8-16,2 3 16,16-3-16,13 2 15,12 0-15,16-2 0,12 1 16,15 0-16,17-4 16,16-5-16,20-6 15,18-6-15,15-8 16,22-4-16,12-7 15,13-5-15,12-4 32,9-7-32,10-3 0,9 0 0,3-3 15,10-8-15,8-1 16,-1-5-16,9-5 16,3-6-16,3-1 15,1-6-15,8 0 16,2-3-16,4-3 15,2-10-15,-2-4 0</inkml:trace>
  <inkml:trace contextRef="#ctx0" brushRef="#br0" timeOffset="25286.7947">23457 16972 0,'0'0'0,"15"6"0,17 8 0,16 6 16,25 4-16,15 1 16,13-2-16,6 1 15,10-2-15,4 0 16,9-1-16,5-6 15,-2-2-15,3-2 16,-5-1-16,-3-3 16,-3-2-16,2-5 15,-2-4-15,-3-1 0,6-7 16,5-2-16,-2-3 16,1-7-16,-1-4 15,-7-4-15,-7-9 16,3-3-16,-6-7 15,-7-5-15,-9-4 16,-5-6-16,-6-5 16,-7-2-16,-7-4 15,-3-4-15,-8-3 16,-6-4-16,-7 1 16,-7-5-16,-7 0 15,-12-2-15,-9 3 0,-7-1 16,-12 2-16,-9 0 15,-10-2-15,-14 3 16,-11-3-16,-13 7 16,-14-2-16,-17 3 15,-8 6-15,-10 8 16,-9 3-16,-9 5 16,-4 7-16,-7 4 15,-5 5 1,-2 7-16,-11 2 0,-7 9 15,-5 6-15,-5 4 16,-5 7-16,4 6 16,-3 7-16,5 7 15,3 8-15,6 5 16,0 7-16,8 7 16,1 3-16,2 8 0,10 4 15,8 3-15,9 1 16,15 6-16,9 4 15,13 3-15,12 4 16,13 8 0,11 3-16,12 6 0,13 8 15,10 2-15,12 1 16,19-1-16,13 0 16,9-3-16,18 1 15,6-3-15,18-1 16,10-1-16,9-2 15,9-3-15,11 0 16,6 3-16,13-8 16,11 0-16,12 1 15,12 2-15,17-3 0,8-1 16,9-1-16</inkml:trace>
  <inkml:trace contextRef="#ctx0" brushRef="#br0" timeOffset="116527.3652">5865 8923 0,'0'0'0,"0"0"0,-3-4 0,-11-1 0,-2 6 0,-8 3 0,-4 9 0,-7 5 16,-7 13-16,-3 9 15,-4 9-15,1 11 16,-1 10-16,10 6 16,9-1-16,17 0 15,16-5 1,15-7-16,12-8 16,12-13-16,14-9 15,7-14-15,5-11 16</inkml:trace>
  <inkml:trace contextRef="#ctx0" brushRef="#br0" timeOffset="117322.187">5974 9108 0,'0'0'0,"0"0"0,3 2 0,6 7 0,6 12 15,2 6-15,0 7 16,-2 7 0,1 4-16,-6 0 0,-4-1 15,0-3-15,-6-41 16,0 36-16,0-36 15,0 27-15,0-27 16,0 20-16,0-20 16,-1 11-16,1-14 15,6-16-15,-1-10 16,5-7-16,3-3 16,-2-2-16,6 7 0,3 3 15,0 9 1,-20 22-16,23-17 15,3 12-15,-2 12 16,-3 7-16,-3 9 0,-6 5 16,-4 3-16,-3 3 15,3-3-15,-8-31 16,11 28-16,1 0 16,9-5-16,3-7 15,3-9-15,7-7 16,4-9-16,1-8 15,-1-5-15,2-5 16,-6-2-16,-2-5 16,-4 3-16,-10-3 15,-18 34-15,10-28 16,-5 2-16,-5 26 16,-6-19-16,-8 5 15,-9 9-15,-3 8 16,0 10-16,0 9 15,2 6-15,8 5 16,6 5-16,6-3 0,8-2 16,10-6-16,9-4 15,2-5-15,4-9 16,3-4-16,4-10 16,-5-2-16,-31 7 15,27-14 1,-2-6-16,-25 20 0,18-27 15,-11-4-15,-12-1 16,-7 0-16,-8 5 16,-2 6-16,-2 5 15,-6 8-15,30 8 16,-23-13-16</inkml:trace>
  <inkml:trace contextRef="#ctx0" brushRef="#br0" timeOffset="117626.7291">7223 8725 0,'0'0'0,"0"0"0,1 10 0,-5 16 0,0 16 16,-4 9-16,-3 13 15,0 7 1,0 3-16,-5 5 16,4-2-16,-3-7 15,4-6-15,2-9 16,7-9-16,2-46 16,-1 40-16,1-40 15,3 32-15,5-9 16,-2-17-16,1-14 15</inkml:trace>
  <inkml:trace contextRef="#ctx0" brushRef="#br0" timeOffset="117786.0523">7024 9300 0,'0'0'0,"0"0"0,5-2 0,14-3 15,18-2-15,13-3 0,7-1 16,12-1-16</inkml:trace>
  <inkml:trace contextRef="#ctx0" brushRef="#br0" timeOffset="118125.0512">7705 9263 0,'0'0'0,"0"0"0,3 5 0,7 8 16,4 4-16,3 6 16,2-2-16,0 3 31,-19-24-31,12 23 15,3-1-15,-15-22 0,15 17 16,-15-17 0,9 13-16,-9-13 0,7 9 0,0-10 15,0-14 1,6-6-16,0-6 16,3-8-16,2-4 15,2-4-15,-20 43 16</inkml:trace>
  <inkml:trace contextRef="#ctx0" brushRef="#br0" timeOffset="118318.3354">8115 9299 0,'0'0'0,"0"0"0,0 3 0,3 10 0,-3 5 0,2 4 16,-1 4-16,0 3 15,-1-29 1,-2 25-16</inkml:trace>
  <inkml:trace contextRef="#ctx0" brushRef="#br0" timeOffset="118493.3419">8144 9170 0,'0'0'0,"0"0"0,0 0 0,0 0 0,-1 0 0,4 3 16,-3-3-16</inkml:trace>
  <inkml:trace contextRef="#ctx0" brushRef="#br0" timeOffset="118875.9907">8479 9350 0,'0'0'0,"0"0"0,-4-7 0,4 7 0,-5-11 16,-1-3-16,6 14 16,-13-16-16,-2 2 15,-6 5-15,21 9 16,-23 0-16,-5 11 16,1 14-16,3 7 15,11 2-15,9 0 16,9-6-16,10-6 15,9-7-15,4-6 16,-28-9-16,34 1 16,1-8-16,4-10 15,-7-3-15,-13-2 16,-5-1-16,-11-3 16,-12 0-16,-3 1 15,-7-2-15,-6 3 0,-1 0 16,26 24-16</inkml:trace>
  <inkml:trace contextRef="#ctx0" brushRef="#br0" timeOffset="119893.7209">8828 8624 0,'0'0'0,"2"7"0,0 8 0,0 16 0,-9 16 15,-8 10 1,-1 13-16,-3 7 0,-3 3 16,-2-4-16,6 1 15,-1-6 1,7-10-16,5-5 15,9-12-15,4-8 16,9-9-16,3-7 16,10-7-16,-2-8 0,6-8 15,2-6 1,-1-8-16,3-6 0,-3-3 16,-3 0-16,-1-4 15,0 0-15,-29 30 16,17-27-16,-4 5 15,-11 3 1,-2 19-16,-8-13 0,-11 4 16,-9 11-16,-5 9 15,3 3-15,0 7 16,30-21-16,-24 25 16,5 0-16,19-25 15,-7 26-15,12-2 16,10-8-16,10-5 15,-25-11-15,26 2 16,2-6-16,0-8 16,-28 12-16,21-16 0,-21 16 15,19-17-15,-19 17 16,11-13-16,-7 7 16,-5 13-16,-1 9 15,2-16-15,-3 20 16,5 4-16,6 0 0,8-8 15,5-8 1,7-12-16,0-10 16,4-7-16,1-7 15,0-9-15,-4-8 16,-2-5-16,-6-4 16,-3-3-16,-3-3 15,-3 2-15,-6-4 16,4-1-16,-1 1 15,-6 1-15,-1 3 16,1 6-16,-3 52 16,0-47-16,0 47 0,0-36 15,0 36-15,0-25 16,0 13-16,0 15 16,0 13-16,-5 14 15,-2 9-15,-2 8 16,0 10-16,-2 7 15,-6 5-15,2-1 16,0 2-16,0-1 16,4-6-16,4-5 15,5-6-15,4-7 16,0-6-16,-2-39 16,6 29-16,6-5 15,-12-24-15,19 21 16,5-11-16,7-14 15,1-10-15,-5-8 16</inkml:trace>
  <inkml:trace contextRef="#ctx0" brushRef="#br0" timeOffset="120181.4974">9266 9236 0,'0'0'0,"0"0"0,0 0 0,3 1 0,10-2 16,11-2-16,8-2 0,10-3 15,-3 1-15,-39 7 16,40-5-16,-7 3 16,-33 2-16,29-1 15,-12 8-15,-8 10 16,-5 5-16,-7 6 15,-1 4-15,-3-1 16,2-1-16,5-30 16,-5 27-16,5-27 15,-5 19-15</inkml:trace>
  <inkml:trace contextRef="#ctx0" brushRef="#br0" timeOffset="120349.867">9556 9041 0,'0'0'0,"0"0"0,2 0 0,2 6 0,-4-6 0,7 14 0</inkml:trace>
  <inkml:trace contextRef="#ctx0" brushRef="#br0" timeOffset="121194.9974">9742 9327 0,'0'0'0,"0"0"0,4 9 15,2 7-15,-6-16 16,10 20-16,-10-20 15,7 23-15,-7-23 16,3 20-16,-3-20 16,5 14-16,-1-10 15,4-13-15,4-9 0,2-3 16,-14 21-16,19-29 16,4 5-1,-23 24-15,24-19 0,-4 10 16,-20 9-16,21 2 15,-8 7-15,-13-9 0,14 16 16,-7 1-16,-7-17 16,14 16-16,1-4 15,-15-12-15,21 7 16,2-7-16,-23 0 16,29-6-16,-4-7 15,-4-2 1,-1-2-16,-20 17 0,10-19 0,-5-1 15,-5 20-15,-1-20 16,-7 5-16,8 15 16,-19-9-16,-5 9 15,-1 9-15,-1 7 16,26-16 0,-21 18-16,5 4 0,16-22 15,-6 21-15,13-5 16,11-5-16,5-6 15,-23-5-15,26 0 16,-26 0-16,26-3 16,-4-9-16,-22 12 0,19-16 15,-19 16 1,10-18-16,-10 18 16,3-15-16,-5 4 0,-8 12 15,-1 8 1,2 11-16,-1 4 0,-1 6 15,4 5-15,4 7 32,-5 4-32,3 4 0,-1 2 0,0 3 15,-2-5-15,-1 0 16,-1-3-16,-1-4 16,0-2-16,0-4 15,-4-5-15,-2-6 16,-4-5-16,-10-6 15,-3-7-15,-5-8 16,-2-9-16,0-8 16,1-16-16,4-11 0,6-10 15</inkml:trace>
  <inkml:trace contextRef="#ctx0" brushRef="#br0" timeOffset="121603.0791">10321 8608 0,'0'0'0,"0"0"0,5 4 0,10 9 0,7 9 16,8 7-1,6 8-15,3 8 0,-3 8 16,-1 5-16,-8 8 16,-11 2-16,-8 3 15,-8-3-15,-12 1 16,-9-2-16,-6 1 15,-11-4-15,-8-4 16,-7 1-16,-13-3 16,-11-3-16,-3-3 15</inkml:trace>
  <inkml:trace contextRef="#ctx0" brushRef="#br0" timeOffset="219663.0586">14180 8754 0,'0'0'0,"0"0"0,6 6 0,5 12 0,-11-18 0,24 27 0,-2 7 16,6 8-16,2 8 16,-3-2-16,-2 1 15,5 0-15,-6-8 0,-24-41 31,21 32-31,-21-32 16,21 25-16,-21-25 16,19 17-16,-2-14 15,3-12-15,-5-6 16,-2-10-16,-1-8 16,0-5-16,-2-6 15,2-4-15,2 1 16,-4-3-16,4-2 15,1-1-15,0 3 0,-15 50 16,15-43-16,0 13 16</inkml:trace>
  <inkml:trace contextRef="#ctx0" brushRef="#br0" timeOffset="219899.6387">14874 8935 0,'0'0'0,"-1"8"15,0 7-15,-5 14 0,2 6 0,0 3 16,-2 3-16,-1 0 15,7-41-15,-7 36 16</inkml:trace>
  <inkml:trace contextRef="#ctx0" brushRef="#br0" timeOffset="220077.1658">14890 8739 0,'0'0'0,"0"0"0,0 0 0,1 1 0,3 8 0,16 7 0</inkml:trace>
  <inkml:trace contextRef="#ctx0" brushRef="#br0" timeOffset="220499.1497">15520 8938 0,'0'0'0,"0"0"0,0-7 0,0 7 0,2-14 16,-9-4-16,-3-2 15,-5 2 1,-12 7-16,-6 7 0,1 9 16,-5 7-16,-2 8 15,9 5-15,3 5 16,8 1-16,6 3 16,10-2-16,16-4 15,6-5-15,11-8 16,10-3-16,5-8 0,-1-3 15,2-5-15,-46 4 16,46-13-16,-7-2 16,-7-6-16,-11-4 15,-11-1-15,-13-5 16,-14 0-16,-2-2 16,-13 2-1,-7 2-15,-4 8 16,1 4-16</inkml:trace>
  <inkml:trace contextRef="#ctx0" brushRef="#br0" timeOffset="221503.365">15966 8338 0,'0'0'0,"0"0"0,1 8 16,-5 17-16,1 17 0,2 11 15,-5 17-15,-3 9 16,-3 1-16,-3 2 16,4-3-1,4-6-15,7-9 16,5-6-16,11-10 15,4-7-15,10-9 16,3-9-16,5-7 16,3-12-16,5-6 15,2-8-15,4-5 16,-1-10-16,-3-3 16,-3-6-16,-6 0 15,-9-1-15,-6 5 0,-24 30 16,16-33-16,-12 7 15,-9 2-15,-11 10 16,-6 8-16,-5 11 16,-5 8-16,-9 13 15,4 7-15,3 4 16,34-37-16,-25 39 16,12-4-16,13-35 15,1 30-15,15-7 16,13-10-16,8-15 15,-1-6-15,0-6 16,-5-2-16,-9-5 16,-22 21-16,15-25 15,-15 25-15,8-23 16,-8 23-16,3-18 16,-6 6-16,-2 12 15,-5 14-15,1 8 0,3 3 16,9 0-16,5-1 15,10-3-15,8-5 16,11-4-16,5-10 16,7-8-16,2-8 15,1-5-15,-1-6 16,-3-10-16,-6-2 16,-2-13-16,-11-3 15,-1-4-15,-4 2 16,-10-1-16,0 1 15,-3-1-15,-8-1 16,-1 2-16,-6 1 16,-4 5-16,-1 7 15,9 42-15,-8-35 16,8 35-16,-5-27 16,5 27-16,-2-17 15,-1 13-15,-2 16 0,1 13 16,-2 12-16,0 14 15,-1 7-15,-3 10 16,2 10-16,-3 3 16,-3 2-16,0-3 15,2-5-15,5-13 16,2-13-16,8-12 16,5-9-16,1-5 15,5-8-15,11-9 16,8-10-16,6-11 15</inkml:trace>
  <inkml:trace contextRef="#ctx0" brushRef="#br0" timeOffset="221803.5979">16833 8903 0,'0'0'0,"0"0"0,11 0 0,28-4 0,14-3 0,13 1 16,5 4-16,-4-3 15,-9 5 1,-58 0-16,47 0 16,-47 0-16,33 4 15,-12 6-15,-5 10 16,-10 3-16,-5 5 15,-9 6-15,0 1 16,-4-2-16,-3 0 16,1-2-16,14-31 15,-16 27-15,5-8 0</inkml:trace>
  <inkml:trace contextRef="#ctx0" brushRef="#br0" timeOffset="221973.3748">17311 8735 0,'0'0'0,"0"0"0,0 0 0,2 2 0,7 3 0,-9-5 0,14 10 0</inkml:trace>
  <inkml:trace contextRef="#ctx0" brushRef="#br0" timeOffset="222802.0222">17522 8969 0,'0'0'0,"0"0"0,2 9 0,-2-9 16,2 21-16,-2 2 15,0-23-15,0 25 16,0-25-16,-1 24 16,1-24-16,0 18 15,-3-17-15,9-13 16,6-10-16,7-7 16,5-4-16,4 10 0,-28 23 15,28-22-15,3 8 16,-1 7-16,-4 11 15,1 4-15,-6 8 16,-4 2-16,0 1 16,0 1-16,2-2 15,6 1 1,3-5-16,1-4 0,6-6 16,3-3-16,0-4 15,2-7-15,-4-4 16,0-2-16,-2-4 15,-4-2-15,-8-3 16,-1 0-16,-9 0 16,-12 25-16,4-29 15,-6 4-15,-9 5 0,-7 6 16,-8 7-16,-5 9 16,-7 12-1,3 7-15,2 10 0,4 1 16,9 0-16,12 0 15,11-4 1,8-2-16,11-7 0,1-3 16,3-4-16,6-7 0,0-4 15,1-4 1,-7-3-16,2-5 0,-5-7 0,-23 18 16,19-18-16,-5 0 15,-14 18-15,10-23 16,-10 23-16,4-17 15,-4 17-15,-2-13 16,-2 10 0,-7 13-1,3 14-15,5 8 16,-1 13-16,2 0 16,1 6-16,4-1 0,2 3 15,-2-2 1,1-6-16,0-5 0,-2-6 15,-8-8-15,-6-3 16,-10-7-16,-9-5 0,-22-3 16,-13-7-16,-24-9 15</inkml:trace>
  <inkml:trace contextRef="#ctx0" brushRef="#br0" timeOffset="223304.4821">14587 9595 0,'0'0'0,"8"-3"0,18-3 0,11-2 0,21-2 16,20 3-16,13 2 15,21-2-15,12 2 16,14-3-16,16 1 15,15 3-15,4 0 16,16-4-16,10 8 16,6-2-16,7 2 15,7 4-15,1-1 16,0-2-16,-1 4 16,-10 2-16,-9-3 15,-22 5-15,-19-2 16,-22-2-16,-33 1 0,-104-6 31,76 6-31</inkml:trace>
  <inkml:trace contextRef="#ctx0" brushRef="#br0" timeOffset="235313.8986">16122 12503 0,'0'0'0,"0"0"0,4 3 0,7-1 0,4 4 0,7-2 16,4 0-16,3 0 15,4 0-15,2-1 16,3 1-16,1 1 16,3-2-16,-4 0 15,1 0-15,-1-3 16,-3 0-16,1-3 16,-2-2-16,0-1 15,-3-4-15,-3 2 16,1-3-16,-1-3 15,-28 14-15,24-19 16,1-2-16,4-11 0,-3 1 16,-3-3-16,-3 1 15,-4 0-15,-4 1 16,-2-1 0,-3 0-16,-7-4 0,2 2 15,-6 0-15,-1-3 16,2 3-16,-3 1 15,0-1-15,-1-1 16,-1 3-16,0 4 16,-1 0-16,9 29 15,-9-27-15,0-1 16,-4 2-16,3 1 16,-4 2-1,14 23-15,-18-25 0,2 4 16,-5 3-16,0 0 0,21 18 15,-25-13-15,-2 4 16,-5 3-16,0 2 16,1 1-16,2 3 15,1-2 1,-3 2-16,1 2 0,0-2 16,-1 4-16,-1-1 15,4-1-15,-1 6 16,-1-2-16,-1 2 15,0 1-15,0-2 16,0 4-16,-2 0 16,3 3-16,1 1 15,2 4-15,-1-3 16,1 3-16,1-2 16,1 3-16,3 5 15,1 2-15,1 1 16,-2 7-16,3 3 0,4-1 15,3 7 1,3-3-16,4 6 0,5 1 16,3 3-16,3-1 15,3-1-15,7-2 16,0-5-16,7-1 16,3-3-16,6 0 15,3-6-15,0-2 16,9-3-16,3-4 15,4-5-15,1-4 16,-1-5-16,1-4 16,-2-6-16,-3-3 15,3-2-15,0-5 16,-8-1-16,2-4 16,-5-3-1,-7-5-15,-8-2 0,-2-9 0,-2-4 16,-7-1-16</inkml:trace>
  <inkml:trace contextRef="#ctx0" brushRef="#br0" timeOffset="261965.8863">12260 8400 0,'0'0'0,"0"0"0,0 0 0,0-3 0,0 3 0,0 0 0,0-3 0,0 3 16,2-3-16,-2 1 0,0 2 15,-5 6 1,-1 7-16,-10 14 15,-8 9-15,-10 7 0,-3 10 16,-6 6 0,-3 10-16,2 8 0,-1 11 15,1 8-15,4 3 16,9 6 0,10-7-16,12-5 15,16-11-15,16-7 16,12-13-16,14-8 15,5-11-15,8-10 0,5-14 16,7-12-16,-2-15 16</inkml:trace>
  <inkml:trace contextRef="#ctx0" brushRef="#br0" timeOffset="262357.2144">12601 8318 0,'0'0'0,"0"0"0,0 0 0,0-1 0,-1 2 16,2 7-16,-2 9 16,-2 10-16,-7 7 15,2 12 1,-4 5-16,-2 5 0,-3 5 15,3 2-15,5-3 16,4-9-16,3-5 16,8-8-16,6-5 15,2-9-15,12-6 16,4-8-16,7-13 16,-3-8-16,-1-11 15</inkml:trace>
  <inkml:trace contextRef="#ctx0" brushRef="#br0" timeOffset="262809.0698">12577 8729 0,'0'0'0,"0"0"0,0 0 0,5 0 0,11 0 0,14-3 0,10-2 15,9-2 1,3 0-16,1 0 0,-53 7 16,47-5-16,-47 5 15,41-5-15,-41 5 16,31-3-16,-31 3 16,18-2-16,-12 3 15,-23 8-15,-5 7 16,-4 4-16,-2 3 15,10-1-15,18-22 16,-14 24-16,10-1 16,14-2-16,4-1 15,5-8-15,3-3 16,-22-9-16,24 0 16,-4-2-16,3-9 0,-23 11 15,16-12-15,-5-5 16,-8-7-1,-6-5-15,-7-3 16,10 32-16,-12-29 0,-9 3 16,21 26-16,-25-22 15,1 6-15</inkml:trace>
  <inkml:trace contextRef="#ctx0" brushRef="#br0" timeOffset="263091.6366">13184 8273 0,'0'0'0,"0"0"0,0 5 0,-1 19 0,-3 10 0,-2 15 16,6 9-1,-7 9-15,0 2 16,3 0-16,-3-3 16,-4-9-16,6-8 0,5-49 15,-3 40-15,0-5 16,3-35-16,-5 30 16,5-14-16</inkml:trace>
  <inkml:trace contextRef="#ctx0" brushRef="#br0" timeOffset="263918.7239">13088 8738 0,'0'0'0,"7"-3"0,7 1 0,13-5 0,11 1 0,8 0 16,1 2-1,-1 1-15,3-2 16,-6 0-16,-6 0 16,-37 5-16,31-4 0,-31 4 15,23-6-15,-23 6 16,14-4-16,-10-2 16,-8 1-16,-10 1 15,-4 4 1,-8 5-16,-4 5 15,4 7-15,2-1 0,24-16 16,-21 20-16,6 1 16,15-21-1,-13 24-15,12 0 0,8-4 16,6-5-16,-13-15 16,20 11-16,4-10 15,-24-1-15,27-3 16,-2-9-16,-25 12 15,26-18-15,-26 18 16,18-21-16,-18 21 16,11-21-16,-11 21 15,4-14-15,-4 14 16,1-6-16,1 12 16,-2-6-16,4 16 15,6-1-15,-10-15 16,21 12-16,3-7 15,7-8-15,2-10 0,-1-6 16,-7-2-16,0-4 16,-3-5-16,-4-4 15,-3-3-15,0-4 16,-4-3-16,-2 1 16,-1-2-16,-3 3 15,-4 1-15,-1 41 16,1-39-16,-1 39 15,4-33-15,-4 33 16,0-28-16,0 28 16,0-18-16,-2 13 15,-1 16-15,1 11 16,-1 11-16,-3 10 16,2 10-16,-3 4 15,2 5-15,3-3 16,-2-2-16,9-4 15,5-7-15,6-5 16,13-2-16,1-4 0,8-9 16</inkml:trace>
  <inkml:trace contextRef="#ctx0" brushRef="#br0" timeOffset="264389.5797">12570 9158 0,'0'0'0,"0"0"0,0 0 0,1 0 0,2 2 15,-1 10-15,3 10 16,3 10 0,-7 16-16,2 10 15,-6 4-15,0 5 16,-6 1-16,5-7 16,-1-11-16,1-7 15,-1-9-15,5-34 16,0 26-16,1-4 0,5-16 15</inkml:trace>
  <inkml:trace contextRef="#ctx0" brushRef="#br0" timeOffset="264875.9683">12969 9322 0,'0'0'0,"0"0"0,0 0 0,-2-3 0,-7-5 16,-6-2 0,-6 7-16,-3 4 15,-3 10-15,3 14 16,-4 11-16,5 8 15,7 5-15,4 7 16,9-7-16,11-4 16,8-6-16,9-9 0,5-9 15,1-7-15,0-5 16,-1-8-16,2-10 0,-4-3 16,0-6-16,-2-3 15,-6-5-15,-6-2 16,-2-4-1,-7-7-15,-8-4 0,-3 0 16,-6-2-16,-6 1 16,-6 4-16,-3 8 15,-5 1-15,-3 14 16,35 17-16,-33-9 16</inkml:trace>
  <inkml:trace contextRef="#ctx0" brushRef="#br0" timeOffset="265284.3015">13347 9573 0,'0'0'0,"0"0"0,0 0 0,0 0 0,6 0 0,1 1 16,-7-1-16,18 0 16,-1-3-16,3-7 15,-20 10-15,14-14 16,-2-4-16,-4-5 16,-8 23-16,2-23 15,-9 1-15,-4 1 16,-3 3-16,14 18 15,-19-15-15,-2 8 16,-3 7-16,0 8 16,3 8-16,3 6 0,3 3 15,8-1-15,12 1 16,4-2 0,9-4-16,8-1 0,-2-4 15,7-4-15,5-2 16,3-5-16,0-7 15,8-5-15,-4-8 16</inkml:trace>
  <inkml:trace contextRef="#ctx0" brushRef="#br0" timeOffset="265567.1646">13425 9182 0,'0'0'0,"7"-1"0,10-2 0,15-3 0,10 1 16,4 1-16,0-4 16,-4 7-16,-2 1 15,-1-1-15,-39 1 16</inkml:trace>
  <inkml:trace contextRef="#ctx0" brushRef="#br0" timeOffset="266210.5553">13952 8160 0,'0'0'0,"0"0"0,0 0 0,0-1 0,0 1 16,0-2 0,0 6-16,6 9 15,2 6 1,4 6-16,-1 6 0,-1 6 15,1 6-15,3 9 16,-4 5-16,-1 5 16,3 13-16,-4 4 0,1 9 15,-3 3-15,-3-2 0,-7 2 16,3-2-16,-3-8 16,-6-3-16,-2 0 15,1-6-15,-9 0 16,-5 0-16,-4-4 15,-9-2-15,-4-4 16,-5-3 0,-5 1-16,-9 1 0,-7-2 15,-6 2-15</inkml:trace>
  <inkml:trace contextRef="#ctx0" brushRef="#br0" timeOffset="289559.0406">24682 12506 0,'0'0'0,"5"5"15,10-1-15,1 5 0,11 0 16,7 3-16,1-3 16,2-2-16,2-2 0,3 2 15,2-2 1,-1 1-16,-2-4 0,-3 1 16,1-5-16,-5-2 15,-3-1-15,0 0 16,0-3-16,-6 0 15,1-2-15,-3 0 16,-2-2-16,3-3 16,-5-1-16,0-3 15,-4 0-15,-1-1 16,1-4-16,-4-1 0,-1 0 16,-2-1-16,-4 0 15,1-2-15,0 2 16,-2 2-16,-1-4 15,1 2-15,0-1 16,-3-1-16,0-1 16,0 4-16,0-4 15,-1 2-15,2 1 16,-1 26-16,-4-29 16,1 0-16,3 29 15,-5-35-15,-4 0 16,0-1-16,1 6 15,-1 1-15,9 29 16,-13-25-16,1 0 16,1 0-16,-2 3 15,-4-1-15,2 4 0,-4 4 16,0 1-16,-4-2 16,0 5-16,-2 2 15,25 9-15,-28-12 16,1 1-16,-9 0 15,3 3-15,1 4 16,-1 1-16,1 8 16,2-1-16,-3 5 15,0 4-15,2 1 16,-4 5-16,-2 5 16,2 2-16,2 2 15,2 6-15,2 1 16,0 3-16,0 0 15,4 3-15,3 3 16,3 2-16,5 1 0,3-1 16,4 3-16,3 0 15,7 0-15,8 1 16,4-1-16,4 2 16,5-2-16,2-3 15,3-2-15,3-1 16,0-3-16,5-8 15,2-2-15,0-6 16,3-5-16,8-6 16,5-6-16,1-4 15</inkml:trace>
  <inkml:trace contextRef="#ctx0" brushRef="#br0" timeOffset="314228.0045">21925 8291 0,'0'0'0,"0"0"0,0-6 0,0 6 0,2-11 15,-2 11-15,1-11 16,-1 11-16,1-7 15,-3 10-15,-11 21 16,-13 13-16,-7 10 16,-15 8-16,-4 12 15,-4 9-15,-9 11 0,3 10 16,-7 14-16,10 7 16,2 3-1,9 0-15,21-1 16,11-11-16,17-8 15,21-11-15,17-11 0,17-9 16,15-14 0,2-16-16</inkml:trace>
  <inkml:trace contextRef="#ctx0" brushRef="#br0" timeOffset="314649.0547">22341 8261 0,'0'0'0,"0"0"0,0 0 0,1-2 0,-1 2 15,0-1-15,0 7 16,0 15-16,2 14 15,-8 11-15,-4 8 16,-3 11-16,-3 0 16,-4 0-16,6 1 15,5-6-15,0-9 16,7-9-16,2-42 16,7 38-16,10-10 15,18-8-15,8-14 16,4-7-16</inkml:trace>
  <inkml:trace contextRef="#ctx0" brushRef="#br0" timeOffset="315104.7289">22239 8629 0,'0'0'0,"0"0"0,1 2 0,9-1 0,6-5 16,12 0-16,7 0 15,7-2-15,4-1 16,3 0-16,-49 7 16,43-5-16,-43 5 15,37-3-15,-37 3 16,30-2-16,-30 2 15,19 0-15,-12 4 16,-14 8-16,-10 5 16,1 3-16,0 7 0,1-1 15,6-1-15,9-25 16,-3 25-16,9 1 16,15-5-16,5-4 15,4-10 1,2-5-16,-3-2 0,-29 0 15,28-6-15,-4-6 16,-6-3-16,-18 15 16,10-18-16,-7-5 15,-6-8-15,-13 3 16,-1-1-16,-13 9 16,-7 5-16,37 15 15,-33-9-15</inkml:trace>
  <inkml:trace contextRef="#ctx0" brushRef="#br0" timeOffset="315389.5311">22996 8175 0,'0'0'0,"1"8"0,0 8 0,-3 18 0,-3 12 0,0 8 16,1 8-16,-3 6 15,1-3 1,0-1-16,-4-7 16,4 0-16,-4-13 15,1-4-15,3-6 16,6-34-16,-4 30 15,-5-9-15</inkml:trace>
  <inkml:trace contextRef="#ctx0" brushRef="#br0" timeOffset="316242.6696">22871 8640 0,'0'0'0,"6"-2"0,18-1 0,14-5 0,13-1 16,7-1-16,3 3 15,-1 2-15,-6-2 16,-4 0-16,-50 7 0,43-6 16,-43 6-16,33-6 15,-33 6-15,24-8 16,-11-1-16,-13 1 15,-9 2-15,-15 2 16,-2 8-16,-8 11 16,-6 4-16,0 7 15,5 4-15,-1 3 16,11-2-16,6 2 16,10-4-16,11-4 15,8-4-15,6-3 16,5-6-16,-21-12 15,29 8-15,1-7 16,4-10-16,-1-3 16,-5-4-16,-2-6 15,-7-1-15,-19 23 0,9-23 16,-9 23-16,3-20 16,-3 20-16,2-14 0,-6 10 15,4 4-15,-3 7 16,-1 7-16,4-14 15,-2 19-15,8 0 16,11-6-16,7-6 0,12-8 16,0-7-16,3-9 15,-1-6 1,-5-4-16,-2-9 16,-1-5-16,-3-3 0,-4-4 15,-5-5-15,0-4 31,-5 0-31,-1 1 0,-2-2 16,-2 5-16,-5 5 16,3 8-1,-6 40-15,1-33 0,-1 33 16,0-20-16,-1 8 16,1 12-16,-4 13 15,0 9-15,-5 14 16,-3 17-16,-8 4 15,0 7-15,3 7 16,-5 4-16,6-3 16,2-1-16,4-3 15,10-7-15,7-9 16,6-4-16,7-4 16,5-6-16,3-5 15,2-8-15,10-9 16,0-12-16</inkml:trace>
  <inkml:trace contextRef="#ctx0" brushRef="#br0" timeOffset="316557.2714">24256 8135 0,'0'0'0,"0"0"0,0 4 0,0 13 15,0 11-15,-4 13 16,-2 13-16,-2 9 16,1 9-1,-4 2-15,0-1 16,1-2-16,3-5 15,4-8-15,1-9 16,2-9-16,-1-5 16,1-35-16,-1 29 15,1-5-15</inkml:trace>
  <inkml:trace contextRef="#ctx0" brushRef="#br0" timeOffset="317072.1496">24519 8249 0,'0'0'0,"6"-6"0,13-2 0,9-3 15,3 5-15,10 5 16,2 6-16,-3 15 16,-2 6-16,-4 12 15,-10 8-15,-6 5 16,-12 11-16,-10 1 16,-14 2-16,-7-6 15,-13-3-15,0-9 16,-4-9-16,-3-6 0,2-6 15,-4-6-15,47-20 16,-42 13-16,5-8 16,7-8-16,12-11 15,11-9-15,14-8 16,5-1-16,-12 32 16,18-30-16,-18 30 15,21-23-15,5 14 16,-1 14-16,1 9 15,-2 9-15,-6 4 16,-1 1-16,-1-1 16,0 0-16,3-5 15,2-1-15,5-8 16,1-6-16</inkml:trace>
  <inkml:trace contextRef="#ctx0" brushRef="#br0" timeOffset="317463.3959">25024 8740 0,'0'0'0,"0"0"0,8 0 0,9-1 0,14-3 15,6-3-15,3-1 16,-40 8-16,35-10 16,-4-3-16,-9-6 15,-6-2-15,-11 0 16,-5 21-16,-5-24 16,-7 1-16,-8 4 15,-8 7-15,-7 7 16,-3 12-16,-7 11 0,-2 15 15,-3 6-15,7 6 16,7 4-16,12-1 16,11-7-16,20-6 15,15-4-15,8-8 16,12-8-16,12-9 16,4-12-16,6-9 15</inkml:trace>
  <inkml:trace contextRef="#ctx0" brushRef="#br0" timeOffset="317756.9111">25209 8271 0,'0'0'0,"0"0"0,9-4 0,12 2 15,16 0-15,11 1 16,6 0-16,3 3 16,-1-2-16,-11 1 15,-45-1-15,40 1 16,-40-1-16,34 1 15</inkml:trace>
  <inkml:trace contextRef="#ctx0" brushRef="#br0" timeOffset="318218.7055">25627 7861 0,'0'0'0,"0"0"0,6 4 0,10 15 0,15 10 0,2 14 16,9 9-1,6 11-15,2 8 0,-8 8 16,-6 8-16,-8 9 16,-16 3-16,-8 5 15,-12-1-15,-14 1 16,-4-4-16,-13 0 16,-11 1-16,-9-5 15,0-3-15,-8-9 16,-2-8-16,6-10 15,4-6-15,5-9 16,54-51-16,-43 42 16,15-20-16</inkml:trace>
  <inkml:trace contextRef="#ctx0" brushRef="#br0" timeOffset="318861.7342">26839 8570 0,'0'0'0,"0"0"0,0 0 0,-1 0 0,0 8 16,1 16-16,7 11 16,4 15-1,4 5-15,7 8 0,0-5 16,-1-3-16,-5-6 16,-16-49-16,15 43 15,-15-43-15,11 31 16,-11-31-16,9 23 0,2-16 15,2-12-15,-1-12 16,6-11-16,2-10 16,-4-7-16,3-5 15,-1-5-15,-2-4 16,0-4-16,-4 3 16,-12 60-16,14-50 15,-3 16-15,-1 17 0</inkml:trace>
  <inkml:trace contextRef="#ctx0" brushRef="#br0" timeOffset="319091.3636">27416 8780 0,'0'0'0,"1"11"0,-3 12 0,-4 10 0,0 9 16,-2 4-1,-3-2-15,-1 1 16,12-45-16,-17 33 16</inkml:trace>
  <inkml:trace contextRef="#ctx0" brushRef="#br0" timeOffset="319256.9664">27410 8539 0,'0'0'0,"0"0"0,2 4 0,-1 3 16,0 10-16</inkml:trace>
  <inkml:trace contextRef="#ctx0" brushRef="#br0" timeOffset="319647.703">27900 8840 0,'0'0'0,"0"0"0,0 0 0,2-5 0,-1-4 16,-1 9-1,-2-13 1,-10 1-16,-12 7 16,-12 12-16,-9 7 15,0 9-15,1 6 0,8 8 16,5 0-1,9-2-15,13-2 0,10-6 0,10-3 16,11-6-16,8-4 16,9-8-1,1-5-15,3-8 0,2-6 16,-7-7-16,-6-5 16,-9-7-16,-11-1 0,-11-6 15,-9-1-15,-9 2 16,-13 2-16,-4 3 15,-1 3 1</inkml:trace>
  <inkml:trace contextRef="#ctx0" brushRef="#br0" timeOffset="320322.2541">28211 8071 0,'0'0'0,"3"9"0,0 16 0,-3 14 0,-1 18 16,-1 13-1,-9 10 1,-8 5-16,3 2 15,-2-1-15,0 0 16,4-2-16,5-8 16,5-8-16,5-7 15,5-10-15,4-10 16,4-6-16,7-11 16,6-10-16,4-7 0,10-9 0,5-12 15,5-8-15,0-5 31,-4-4-31,-4-5 16,-8-1-16,-5 4 0,-30 33 16,20-34-16,-7 4 15,-13 30-15,3-23 16,-9 2-16,-17 11 16,-7 7-16,-7 10 15,-7 13-15,-3 5 16,5 3-16,7 2 15,35-30-15,-22 28 16,11-2-16,19 0 16,8-5-16,8-5 15,8-7-15,3-6 16,-35-3-16,34-3 16,-3-6-16,-31 9 0,24-14 15,-24 14 1,19-14-16,-19 14 15,11-11-15,-7 5 16,-4 13-16,0 10 16,3 7-16,8 4 0,10 3 15,10-6-15,10-11 16</inkml:trace>
  <inkml:trace contextRef="#ctx0" brushRef="#br0" timeOffset="320643.684">28961 8118 0,'0'0'0,"1"8"0,1 13 0,-2 15 16,1 13-16,-4 16 16,-5 8-16,-6 6 15,0 8-15,-3 1 16,4-4 0,-1-3-16,4-8 0,2-11 15,4-10-15,2-9 16,3-8-16,-1-35 15,2 30-15,8-8 16</inkml:trace>
  <inkml:trace contextRef="#ctx0" brushRef="#br0" timeOffset="320933.48">28806 8807 0,'0'0'0,"13"-1"0,17-5 0,11-1 0,12 3 15,1-1-15,-7 5 16,-47 0-16,39 4 16,-12 1-16,-6 8 15,-10 4-15,-8 6 16,-3 7-16,-5 5 15,-6 2-15,4-2 16,-5-3-16,12-32 16,-9 32-16,9-32 15,-13 27-15,1-16 16</inkml:trace>
  <inkml:trace contextRef="#ctx0" brushRef="#br0" timeOffset="321094.2043">29162 8612 0,'0'0'0,"0"0"0,0 0 0,1 0 16,3 5-16</inkml:trace>
  <inkml:trace contextRef="#ctx0" brushRef="#br0" timeOffset="321955.5654">29430 8884 0,'0'0'0,"-2"12"0,2 11 0,-2 8 0,1 3 15,-4 3-15,5-37 0,-2 31 16,2-31-16,-3 23 16,3-23-16,-4 16 15,3-12-15,6-14 16,6-12-16,10-3 16,6-3-16,11-5 15,1 8-15,3 6 16,-5 11-16,-6 6 15,-31 2-15,27 5 16,-6 10-16,-10 6 16,-1 2-16,-1 3 15,-2-3-15,2-2 16,-9-21-16,17 14 0,5-3 16,9-10-16,2-4 15,2-9-15,-2-5 16,-3-5-16,-2-3 15,-4-3-15,-6-2 16,-5-2-16,-13 32 16,10-29-16,-9 1 15,-13 6-15,-13 8 16,-10 11-16,-10 10 16,-2 7-16,-1 10 15,12 7-15,11 3 16,12 0-16,10 0 15,11-6-15,7-2 16,12-7-16,2-5 0,5-6 16,2-7-1,0-7-15,-3-2 0,-3-5 16,-4-6 0,0-2-16,-6 0 0,-20 21 15,16-22-15,-16 22 16,12-16-1,-5 7-15,-4 10 0,-6 13 16,2 13-16,0 15 16,2 11-16,-6 13 15,8 11-15,-9 8 16,-3 0-16,-11 7 16,-2-1-16,-7-5 15,-6-11-15,-4-14 16,-4-12-16,-4-14 15,-4-12-15,-6-10 16,6-17 0,-5-13-16,5-10 0,7-10 0,7-9 15,16-1 1,12 1-16,18-4 0,28-4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1T05:17:58.797"/>
    </inkml:context>
    <inkml:brush xml:id="br0">
      <inkml:brushProperty name="width" value="0.05292" units="cm"/>
      <inkml:brushProperty name="height" value="0.05292" units="cm"/>
      <inkml:brushProperty name="color" value="#FF0000"/>
    </inkml:brush>
  </inkml:definitions>
  <inkml:trace contextRef="#ctx0" brushRef="#br0">19595 18785 0,'0'0'0,"-25"10"0,-26 0 0,-22 5 0,-10 5 16,-15 12-16,0-4 15,4 0-15,-7 2 16,5-1-16,5-5 0,-5 4 16,11-18-1,-12-10-15,-1 0 16,15 0-16,-8 0 16,-5 0-16,2 0 15,20 0-15,3 0 16,8 0-16,-3 0 0,-25 0 15,-9-15-15,100 15 16,-88-1-16,23 11 16,32-4-16,20-35 15,6-35-15,-13-14 16,-7 21-16,27 57 16,-35-47-16,-2 20 15,21 14-15,-8-3 16,-48 9-16,72 7 15,-75 18-15,11 0 16,-14-11-16,3 24 16,11 3-1,8-6-15,-5 15 0,19 18 16,24 3-16,-35-30 0,53-34 16,0 0-16,0 0 15</inkml:trace>
  <inkml:trace contextRef="#ctx0" brushRef="#br0" timeOffset="212404.0463">17886 13594 0,'0'0'0,"0"0"0,0 0 0,-2 13 0,-2-4 15,-1-13-15,5 4 0,-6-20 32,5-9-32,2-5 0,3-8 15,4 43 1,-9 23-16,1-24 16,63 18-1,-16-3-15,-47-15 16,31 13-16,-31-13 15,22 4-15,-9 0 16,-23 6-16,10-10 16,0 13-16,0-13 15,5 8-15,-5-8 16,4 1-16,-4 1 16,-7 21-16,7-23 15,-6 25-15,6-25 16,-10 27-16,7 0 15,3-27-15,-4 33 16,1-6-16,-2-2 16,5-25-16,-3 34 15,3-34-15,-2 25 16,1-15 0,1-10-16,0-4 0,3-5 15,-3 9-15,8-8 16,-8 8-16,4-6 15,2 2 1,-6 4-16,9 12 0,-9-12 16,5 11-16,-5-11 15,6 3 1,1-6-16,-7 3 0,3-9 16,3-4-1,6 2-15,6-10 16,5-22-16,0 19 0,-9 12 15,-6 20-15,-3 15 16,-6 12-16,1-35 16,0 38-16,2-3 15,-2-35-15,1 29 16,-4-13-16,3-16 16,-4-9-1,-1-10-15,-4-6 16,-4 4-16,13 21 15,-12-27-15,2 6 16,1-3-16,3 0 16,6 24-16,-8-21 15,8 21-15,-7-12 16,-2 5-16,9 7 0,-4-6 16,4 6-16,-4-4 15,7-4 1,-3 8-16,6-13 15,-6 13-15,6-12 16,4 1-16,4 5 16,4 0-16,-18 6 15,26-2-15,4 6 16,-30-4-16,58 12 16,-14-2-1,-44-10-15,33 18 0,-14-6 16,-13 1-1,-6-13-15,-7-3 16,-5-19-16,0-33 16,9-27-16,-15-37 15,10 15-15,2 6 16,-8 12-16,9 3 16,5 24-16,1 3 15,-8 28-15,3-6 0,1 23 16,57-3-16,-100 5 15,46 9-15,0 0 16,0 0-16</inkml:trace>
  <inkml:trace contextRef="#ctx0" brushRef="#br0" timeOffset="262634.2354">14345 18545 0,'0'0'0,"7"-10"0,-6-10 0,-15-3 0,-3-7 15,-2 2 1,19 28-16,-24-25 0,-6 20 0,30 5 16,-26 0-16,26 0 15,-13 10 1,8 5 0,5-15-16,-4 23 15,9-10-15,-5-13 16,-13 7-16,2 1 15,-2 4-15,13-12 16,-6 16-16,6-16 16,-6 17-16,1-2 15,-4-10-15,-3-17 16,-3-11-16,-1-5 16,16 28-16,-18-30 15,0 0-15,18 30 16,-7-42-16,-4 11 15,-2-3-15,3 2 0,10 32 16,-7-28 0,7 28-16,-6-20 0,8 1 15,8 4 1,-10 15-16,-9-6 0,9 6 16,-6-4-16,6 4 15,-5 1-15,5-1 16,-1 8-16,1-8 15,2 13-15,-2-13 16,10 12-16,-10-12 16,16 7-16,6-13 15,-22 6-15,34-31 16,-5 12-16,-7 27 16,-2 19-16,-20-27 0,0 0 15,0 0 1</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6T07:43:19.916"/>
    </inkml:context>
    <inkml:brush xml:id="br0">
      <inkml:brushProperty name="width" value="0.05292" units="cm"/>
      <inkml:brushProperty name="height" value="0.05292" units="cm"/>
      <inkml:brushProperty name="color" value="#FF0000"/>
    </inkml:brush>
  </inkml:definitions>
  <inkml:trace contextRef="#ctx0" brushRef="#br0">5993 5331 0,'0'0'0,"0"0"0,1 0 0,-1 0 16,8 0-16,8 0 15,10 0-15,3 0 16,3-2-16,4-1 16,4 2-16,4 0 15,8-2-15,5 0 16,5-4-16,4-1 0,5 1 15,8 4-15,5-4 16,6 3-16,2 1 16,4 0-16,3 3 15,-1 3-15,3 0 16,-1 0-16,2 0 16,-1-2-16,2 0 15,4 2-15,-4 0 16,-3 1-16,4 2 15,-7-2-15,-2 1 16,5 1-16,-7 0 16,-7-2-16,2 2 15,-6 0-15,-7-3 16,-3 1-16,-7 0 16,1 1-16,-5 0 15,-11-2-15,-4-1 16,-3-1-16,-43-1 15,36 0-15,-36 0 16,29 0-16,-29 0 16,26-1-16,-26 1 0,18-1 15,-18 1-15,11 0 16,-11 0-16,4 0 16,-8 0-16,-14 9 15</inkml:trace>
  <inkml:trace contextRef="#ctx0" brushRef="#br0" timeOffset="15902.5207">6038 9125 0,'0'0'0,"0"0"0,0 0 0,-4-1 15,4 1-15,-3-6 16,3 6-16,-3-4 16,4 3-16,7 3 15,5 2-15,4 6 16,1 0-16,6 0 16,0 2-16,7-2 15,7 1-15,3 1 16,12-2-16,6 0 15,10 0-15,5-1 0,10-2 16,5-2-16,10-1 16,4-2-16,8 1 15,7-7-15,8 3 16,1-4-16,5 0 16,5-1-16,0 6 15,6-3-15,4 2 16,4 2-16,6-1 15,-2 2-15,-1-1 16,-8 5-16,-6-1 16,-10 5-16,-10-5 15,-7 1-15,-12 2 16,-14-3-16,-13-1 16,-18-1-16,-56-3 15,41 1-15,-41-1 16,25-3-16,-12 2 15,-22 2-15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6T07:44:59.440"/>
    </inkml:context>
    <inkml:brush xml:id="br0">
      <inkml:brushProperty name="width" value="0.05292" units="cm"/>
      <inkml:brushProperty name="height" value="0.05292" units="cm"/>
      <inkml:brushProperty name="color" value="#FF0000"/>
    </inkml:brush>
  </inkml:definitions>
  <inkml:trace contextRef="#ctx0" brushRef="#br0">2791 4824 0,'0'0'0,"0"0"0,3-4 0,-3 4 16,8-6-16,-8 6 15,9-6-15,-9 6 16,9-6-16,-3 1 0,-15 3 16,-3 5-1,-12 1-15,-4 0 16,-6-2-16,-8 0 16,-3 4-16,-4-1 0,-3-2 15,1 2-15,-4 2 16,6 0-16,2-4 15,3 0-15,2 1 16,7-1-16,-1 1 16,5-1-1,2-3-15,29 0 0,-27-1 16,27 1-16,-25-2 16,25 2-16,-18-3 15,18 3-15,-12-2 16,12 2-16,-6-2 15,6 2-15,-4 4 16,4 5-16,0-9 16,0 12-16,3 8 15,3 8-15,-6 3 16,4 4-16,-2 4 16,-1 4-16,-4 2 15,3 6-15,0 5 0,0 6 16,0 3-16,0 5 15,0-1-15,3-1 16,-3 3 0,3-3-16,-3-1 0,1-5 15,1 1-15,-5-7 16,3 0-16,-4-2 16,-2-1-16,3-4 15,-3 0-15,-1-4 16,1-3-16,2-6 15,4-36-15,-3 33 16,1-5-16,2-28 16,-4 26-16,2-2 15,2-24-15,-3 22 0,3-22 16,-1 18 0,1-18-16,-4 20 15,4-20-15,0 15 0,0-15 16,3 16-1,-3-16-15,5 16 0,6-1 16,9-1-16,6-3 16,3-3-16,16-3 15,10-1-15,4-7 16,12 0-16,14 2 16,11-1-16,5 0 15,7 2-15</inkml:trace>
  <inkml:trace contextRef="#ctx0" brushRef="#br0" timeOffset="1202.8638">5995 8461 0,'0'0'0,"0"0"0,0 0 0,1-1 16,8-2-16,11 2 15,5 0-15,14 2 0,7 1 16,9-2-16,8-1 15,10 2-15,5-1 16,3 2-16,1-2 16,4 5-16,-1-3 15,-2 5-15,-7 0 16,-4 2-16,-8 2 16,-4 1-16,-14 3 15,-3-1-15,-10 1 16,-6 3-16,-5 2 15,-6 2-15,-8 2 16,-2 2-16,-2 5 16,-3 3-16,-1 3 15,0 5-15,-1 6 16,-1 4-16,-1 8 16,3 5-16,-2 4 15,4 4-15,-1 0 16,3 4-16,0-1 15,2 2-15,2-2 16,-2-1-16,-1 0 0,-1-3 16,0 2-16,-3-8 15,-4-2-15,-2-5 16,-7-3-16,-6-10 16,-8-5-16,-1-7 15,-10-7-15,-6-5 16,-12-4-16,-13-5 15,-10-4-15,-16-1 16,-12-4-16,-8-2 16,-12 0-16,-2 2 15,1 2-15,6 1 16,7 5-16,19 0 16</inkml:trace>
  <inkml:trace contextRef="#ctx0" brushRef="#br0" timeOffset="198171.4197">12801 6573 0,'0'0'0,"0"0"0,0 0 0,2 0 16,-2 0-16,8-1 15,6-2-15,6 1 16,-20 2-16,24-4 16,0 1-16,-24 3 15,25-2-15,3 1 16,4-2-16,-1 3 15,-1 2-15,3-4 16,-4 6-16,4-4 16,2-1-16,2-2 15,0 7-15,8-2 16,-1 2-16,-1-3 16,1 3-16,2-3 15,4 1-15,-2 0 16,2-2-16,-1-2 15,3 2-15,2 0 16,3-2-16,1-1 0,0-1 16,2-1-16,2 1 15,3 0-15,-4-2 16,2 4-16,0-1 16,0 2-16,0-2 15,0 3-15,0 0 16,2-1-16,4-2 15,2-1-15,-5 1 16,5-2-16,-2 1 16,0 2-16,0 0 15,3-1-15,-5-2 16,5 2-16,-1-1 16,2 3-16,0-2 15,1 3-15,1-2 16,2 1-16,1 0 15,-5-3-15,2 4 0,0-1 16,0 1-16,1-2 16,1 3-1,5-5-15,-5 4 0,2-5 16,2 4-16,-1-1 16,0 3-16,0-3 15,4 3-15,-3-1 16,5-1-16,-2 1 15,6-1-15,-4 2 16,1-1-16,-1 0 16,2-4-16,-1 2 15,-2 2-15,4 0 16,-3-2-16,1 4 16,5-5-16,0-1 15,3 1-15,1-4 16,2 6-16,-1 1 15,2-4-15,-2 2 16,7 1-16,-4-3 0,-3 5 16,4 0-16,-1-3 15,-1 2-15,3 4 16,1-3-16,2 1 16,-5 1-16,3-1 15,-2-2-15,1 3 16,3 0-1,-1-3-15,-6 4 0,0 0 16,0-1-16,-1-3 16,-3 0-16,2-2 15,-4-2-15,-4 5 16,-4-2-16,2 0 16,-8 0-16,-6 0 15,-5-1-15,-6 2 16,-5 0-16,-5 1 15,-9 0-15,-42-1 16,35-2-16,-35 2 0,29 0 16,-9 4-16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6T07:49:14.379"/>
    </inkml:context>
    <inkml:brush xml:id="br0">
      <inkml:brushProperty name="width" value="0.05292" units="cm"/>
      <inkml:brushProperty name="height" value="0.05292" units="cm"/>
      <inkml:brushProperty name="color" value="#FF0000"/>
    </inkml:brush>
  </inkml:definitions>
  <inkml:trace contextRef="#ctx0" brushRef="#br0">3150 2426 0,'0'0'0,"0"0"0,0 0 0,-3-5 15,3 5-15,-2-7 16,2 7-16,-1-7 16,1 7-16,-2-5 15,1 4-15,5 10 16,2 11-16,3 8 15,1 5-15,-4 6 16,-3 5-16,0 5 0,-3 8 16,-3 8-16,0 9 15,-3 3-15,0 4 16,-4 1-16,1 1 16,-1-6-16,-4-6 15,4-7-15,-1-6 16,1-7-16,0-5 15,-2-8-15,12-38 16,-9 34-16,4-5 16,5-29-16,3 25 15,10-6-15,13-6 16,12-6-16,8-10 16,9-3-16,7-5 15,3-4-15,0-6 16,1 5-16,-3-2 15,-6 2-15,-6 3 16,-11 3-16,-40 10 16,30-11-16,-30 11 15,27-7-15,-27 7 0</inkml:trace>
  <inkml:trace contextRef="#ctx0" brushRef="#br0" timeOffset="468.6408">3832 3226 0,'0'0'0,"0"0"0,4 0 16,8-2-16,7 0 15,11 1-15,5-4 16,3-3-16,-1-3 16,1-6-16,-6-2 0,-2-5 15,-4 0-15,-7-1 16,-9-1-16,-4 1 16,-6 25-16,-1-24 15,-8 1-15,-8 7 16,-7 11-16,-9 9 15,-7 13-15,-13 9 16,0 11-16,-1 10 16,5 12-16,6 7 15,4 7-15,14-4 16,12-11-16,13-11 16,10-12-16,15-10 15,8-5-15,9-8 16,9-11-16,3-8 15,3-6-15,4-14 16,-3 0-16</inkml:trace>
  <inkml:trace contextRef="#ctx0" brushRef="#br0" timeOffset="999.7673">4392 3074 0,'0'0'0,"-7"5"0,0 15 0,1 14 16,3 10-16,0 5 0,3 1 15,6 0-15,0-7 16,-6-43-16,12 36 16,2-8-16,4-7 15,1-11-15,4-8 16,3-9-16,5-7 15,-2-9-15,-2-5 16,-5-7-16,-5 0 16,-17 35-16,9-35 15,-9 35-15,3-25 16,-5 11-16,-2 12 16,-3 11-16,-6 14 15,3 8-15,10-31 16,-6 34-16,7 0 15,10-3-15,10-10 16,7-11-16,8-10 16,4-9-16,1-9 0,1-2 15,-3-7-15,-4-6 16,-9-5-16,-3-2 16,-6-2-16,-8 3 15,-7 1-15,-4-1 16,-7 5-16,-8 2 15,-6 9-15,-3 4 16,-6 10-16,3 16 16,0 7-16,8 10 15,6 5-15</inkml:trace>
  <inkml:trace contextRef="#ctx0" brushRef="#br0" timeOffset="1171.6471">5188 3178 0,'0'0'0,"4"11"0,1 11 0,3 6 0,-2 9 16,0 1-16,-6-38 15,4 36-15</inkml:trace>
  <inkml:trace contextRef="#ctx0" brushRef="#br0" timeOffset="1343.4828">5175 2847 0,'0'0'0,"0"0"0,0 0 16,0 0-16,3 6 16</inkml:trace>
  <inkml:trace contextRef="#ctx0" brushRef="#br0" timeOffset="1702.7637">5540 2937 0,'0'0'0,"-3"9"0,-12 7 0,-14 8 16,-12 4-16,-8 3 16,3 3-16,8-4 15,13-1-15,18-5 16,14-3-16,16-3 15,15-3-15,4-1 16,9 1-16,1-1 16,-1 4-16,-10 0 15,-7 4-15,-12 0 16,-12 1-16,-11 2 16,-13 0-16,-10-3 15,-14-4-15,-6-1 0,-3-7 16,47-10-1,-45 3-15,6-11 16</inkml:trace>
  <inkml:trace contextRef="#ctx0" brushRef="#br0" timeOffset="2593.1863">6495 2220 0,'0'0'0,"0"0"0,0 6 0,6 17 15,0 10-15,-3 14 16,-3 14-16,3 15 15,-6 5-15,-7 8 16,-1 4-16,3 0 16,-1-9-16,4-6 0,3-12 15,5-2-15,0-12 16,1-8-16,-4-44 16,4 40-16,-4-40 15,6 30-15,-6-30 16,4 21-16,0-13 15,-2-17-15,-5-15 16,0-3-16,-7-2 16,-4-3-16,-6 2 15,2 5-15,18 25 16,-25-20-16,-2 7 16,-3 13-16,-1 18 15,4 14-15,-4 14 16,5 7-16,6 7 15,4-7-15,16-53 16,-7 46-16,16-10 16,17-12-16,11-14 15,11-10-15,13-10 16,4-9-16,6-8 0,1-8 16,-1-6-16,-4 1 15,-5-4-15,-6 4 16,-10 3-1,-4 0-15,-10 6 0,-32 31 16,25-28-16,-12 2 16,-13 4-16,0 22 15,-6-17-15,-11 3 16,-6 9-16,-11 12 16,0 6-16,-3 12 15,1 12-15,6 7 16,5 0-16,10-3 15,15-41-15,-5 35 16,15-9-16,17-8 16,10-13-16,0-6 15,4-6-15,-5-8 0,-8-1 16,-8-4 0,-4-2-16,-6-1 0,-10 23 15,4-25-15,-5 1 16,-14 2-16,-9 4 15,-6 2-15,3 5 16,1 1-16,11-7 16</inkml:trace>
  <inkml:trace contextRef="#ctx0" brushRef="#br0" timeOffset="2936.8485">7380 2248 0,'0'0'0,"0"0"0,-1 11 0,3 15 16,0 10-16,0 16 16,-2 10-16,-1 13 15,-4 4-15,-2 5 16,-6 3-16,-5 2 15,1-4-15,-2-3 16,4-7-16,3-6 16,3-13-16,9-7 15,9-5-15,8-12 16,9-9-16,6-10 16,5-16-16,5-14 15,-1-17-15,-1-8 16,-1-5-16</inkml:trace>
  <inkml:trace contextRef="#ctx0" brushRef="#br0" timeOffset="3108.6413">7196 3030 0,'0'0'0,"18"0"0,18 4 0,30 0 0,26-2 16,16-1-16,1-3 16,-2-3-16</inkml:trace>
  <inkml:trace contextRef="#ctx0" brushRef="#br0" timeOffset="3764.7786">8436 2239 0,'0'0'0,"0"0"0,0 0 16,4 0-16,4 1 15,0 11-15,0 9 16,-4 12-16,-5 16 16,-3 10-16,-4 11 15,-9 9-15,5 0 16,1 2-16,2-6 15,1-4-15,5-10 16,1-7-16,3-9 16,-4-9-16,3-36 15,0 30-15,0-30 16,-1 23-16,1-23 16,-1 16-16,1-16 15,-2 10-15,-3-9 0,5-1 16,-10-6-16,-3-5 15,-3-3-15,16 14 16,-20-15-16,1 5 16,19 10-16,-21-8 15,-4 12-15,-3 15 16,-5 11-16,-1 7 16,-3 5-16,3 4 15,6-5-15,8-6 16,13-3-16,16-7 15,12-10-15,14-4 16,16-11-16,6-5 16,8-10-16,7-5 15,-1-10-15,-9-4 16</inkml:trace>
  <inkml:trace contextRef="#ctx0" brushRef="#br0" timeOffset="3936.6202">8789 2994 0,'0'0'0,"0"0"0,-3 6 0,1 14 15,1 6-15,-2 6 16,0 6-16,-1 2 16,4-2-16,0-38 15,0 32-15</inkml:trace>
  <inkml:trace contextRef="#ctx0" brushRef="#br0" timeOffset="4077.1642">8714 2777 0,'0'0'0,"0"0"0,4 4 0</inkml:trace>
  <inkml:trace contextRef="#ctx0" brushRef="#br0" timeOffset="5233.1907">9307 2895 0,'0'0'0,"0"0"0,0-6 0,-4-3 16,-5-5-16,9 14 16,-18-13-16,-10 2 15,-18 10-15,-4 8 16,1 11-16,1 13 15,7 10-15,9 9 16,9 2-16,13-3 16,11-6-16,16-8 15,11-11-15,5-9 0,6-10 16,2-5 0,-3-11-16,3-3 0,-2-3 15,-5-5-15,-6-4 16,-6 0-16,-7-1 15,-15 27-15,8-28 16,-8 28-16,1-20 16,-11 10-16,-2 16 15,-3 11-15,2 9 16,5 6-16,6 1 16,7-2-16,8-5 15,5-6-15,13-8 16,7-6-16,7-11 15,7-8-15,3-3 16,-3-6-16,0-4 16,-6-5-16,-4-5 15,-5-1-15,-7-1 0,-4-5 16,-6 4 0,-6 1-16,-7 2 0,-6 0 15,-7 8 1,-8 7-16,-6 6 0,-5 8 15,-11 13-15,-2 8 16,-1 13-16,-1 8 16,6 9-16,10-1 15,11-2-15,12-7 16,12-6-16,9-5 16,6-7-16,1-10 15,3-2-15,5-7 16,-8-8-16,5 0 15,-2-3-15,-30 14 16,27-18-16,-6-3 16,-21 21-16,20-23 15,-20 23-15,12-16 16,-7 6-16,-4 15 16,-1 10-16,-2 9 15,0 11-15,-1 10 0,-5 13 16,2 11-16,-7 9 15,4 1-15,-1 1 16,6-3-16,-3-4 16,-3-5-16,0-2 15,-2-9-15,-5-3 16,-2-6-16,-4-6 16,-3-5-16,-5-8 15,-1-9-15,-3-10 16,-5-9-16,-3-11 15,0-11-15,5-9 16,3-9-16,9-7 16,9-6-16,18-7 15,11-5-15,12 0 16,19 2-16,8 1 16,4 8-16,6 12 15,-3 4-15,-9 9 16,-49 28-16,43-23 0,-43 23 15,34-15-15,-18 2 16</inkml:trace>
  <inkml:trace contextRef="#ctx0" brushRef="#br0" timeOffset="5592.4865">10007 2729 0,'0'0'0,"8"5"0,8 10 16,7 6-16,13 9 16,-3 12-16,-5 2 15,-3 0-15,-8 7 16,-5-6-16,-12-45 0,5 43 15,-5-43-15,0 30 16,0-30-16,-9 20 16,1-11-16,-3-9 15,-1-9-15,8-14 16,4-5-16,7-10 16,11-6-16,11-6 15,5-3-15,9 1 16,-3 9-16,-4 10 15,-36 33-15,40-20 16</inkml:trace>
  <inkml:trace contextRef="#ctx0" brushRef="#br0" timeOffset="6061.1222">10791 2853 0,'0'0'0,"0"0"0,0-4 0,0-8 0,-2-8 16,-6 2-16,-7 4 16,-8 12-16,-12 3 15,-7 7-15,-5 8 16,5 3-16,4 11 15,4 13-15,10 6 16,17-2-16,10-4 16,13-5-16,15-13 15,6-8-15,2-11 16,2-4-16,-2-6 16,-5-10-16,-4-1 15,-6 0-15,-1-6 16,-23 21-16,13-23 15,-3-2-15,-10 25 16,2-25-16,-5 3 0,-9 15 16,1 11-16,2 9 15,-2 10-15,8 5 16,7 4-16,8-1 16,4-1-16,15-10 15,3-8-15</inkml:trace>
  <inkml:trace contextRef="#ctx0" brushRef="#br0" timeOffset="6639.1129">11101 2849 0,'0'0'0,"3"9"0,2 10 16,-1 9-16,2 5 0,-1 0 16,-4-1-1,-1-32-15,-3 27 0,3-27 16,-3 20-16,3-20 16,-2 14-16,-2-9 15,3-11-15,4-9 16,1-6-16,3-5 15,6-5-15,4 2 16,0-3-16,-4 3 16,7 7-16,3 9 15,-1 5-15,0 12 16,2 2-16,-2 10 16,-3 6-16,0 5 15,-5 2-15,-1 0 16,-13-29-16,2 26 15,-2-26-15,-1 22 16,1-22-16,-6 16 16,6-16-16,-2 10 15,0-11-15,4-11 16,5-13-16,6 1 0,2-2 16,4-4-16,10 4 15,0 3 1,4 5-16,1 14 0,3 10 15,-5 11-15,-4 6 16,-3 10-16,0 0 16,-4 2-1,-6 3-15,-3 2 0</inkml:trace>
  <inkml:trace contextRef="#ctx0" brushRef="#br0" timeOffset="7498.2714">3138 4252 0,'0'0'0,"16"-5"0,16-6 16,20-3-16,19-2 16,16-4-16,7 4 15,17-1-15,3-2 0,12 1 16,8-3-16,7-1 15,5-1-15,13 2 16,3-3-16,6 1 16,13 2-16,5-1 15,11 3-15,2-2 16,10 2-16,2-4 16,9-3-16,10 2 15,5 1-15,7-1 16,4 3-16,3 5 15,-4-4-15,3 8 16,-5 0-16,-2-3 16,-2 1-16,0 4 15,-7-2-15,-3 2 16,1 2-16,-5 4 16,-2 3-16,-7 2 15,-4 7-15,-6 0 16,-11-1-16,-12 2 0,-8 2 15,-15-6 1,-15 2-16,-16-2 0,-18 0 16,-18-6-16,-93 1 15,75-2-15,-23-3 16</inkml:trace>
  <inkml:trace contextRef="#ctx0" brushRef="#br0" timeOffset="199093.8823">27300 12603 0,'0'0'0,"0"0"0,0 0 15,1 0-15,-1 0 16,3-1-16</inkml:trace>
  <inkml:trace contextRef="#ctx0" brushRef="#br0" timeOffset="200109.2813">26141 11076 0,'0'0'0,"-19"4"0,-13 5 0,-13 5 15,-12 10-15,-2 4 16,1 6-16,3 5 16,2 6-16,3 7 15</inkml:trace>
  <inkml:trace contextRef="#ctx0" brushRef="#br0" timeOffset="217261.5548">22489 16072 0,'0'0'0,"0"0"0,0 0 0,0 0 15,0 0-15,0 1 16,0-1-16,3 4 16,-3-4-16,3 9 15,0 4-15,-5 7 16,1 4-16,1 3 15,-6 0-15,3 8 0,-2 2 16,1 5-16,1 2 16,4 4-16,-1 0 15,-1 0-15,-1 1 16,0-1-16,0 0 16,-1-8-16,2-1 15,1-39-15,-2 35 16,0-3-16,2-32 15,-1 30-15,1-30 16,-2 24-16,2-24 16,-1 17-16,-1-16 15,2-20-15</inkml:trace>
  <inkml:trace contextRef="#ctx0" brushRef="#br0" timeOffset="217792.6749">22543 16108 0,'0'0'0,"0"0"0,3 4 15,4 9-15,6 5 16,2 12-16,2 6 16,4 5-16,1 7 15,6 6-15,-1 5 16,2 2-16,-1-3 16,4 1-16,-3-6 15,-1-4-15,-1-4 16,-3-3-16,-2-7 15,-3-5-15,-19-30 16,15 24-16,-15-24 16,13 16-16,-13-16 0,9 11 15,-1-14 1,-5-15-16,-2-6 0,-2-9 16,-2-9-1,-2-5-15,2-3 0,-1-4 16,1-1-16,2-1 15,0 2-15,1 5 16,0 3-16,-1 6 16,0 5-16,1 35 15,2-27-15,-2 27 16,2-24-16,0 10 16,2 13-16</inkml:trace>
  <inkml:trace contextRef="#ctx0" brushRef="#br0" timeOffset="218339.3687">23403 16833 0,'0'0'0,"-4"-3"0,-1-9 0,0-5 15,-3-8-15,-4-1 16,-3 2-16,-1 3 16,-1 2-16,17 19 15,-20-14-15,-5 3 16,-4 9-16,-4 6 15,2 10-15,3 6 16,1 2-16,8 3 16,6 1-16,13-26 15,-3 25-15,9-2 16,-6-23-16,18 23 16,2-5-16,-20-18 15,27 13-15,-2-5 16,-25-8-16,23 0 0,-6-7 15,-17 7-15,19-14 16,-19 14-16,15-18 16,-15 18-16,12-20 15,-12 20 1,5-15-16,-2 6 0,-5 15 16,-1 7-16,2 9 15,2 5-15,5 3 16,9-1-16,0 1 15,12-7-15,7-6 16,7-6-16</inkml:trace>
  <inkml:trace contextRef="#ctx0" brushRef="#br0" timeOffset="218901.8251">23211 15784 0,'0'0'0,"0"0"0,2 5 16,-2-5-16,3 9 16,0 8-16,1 8 15,-1 3-15,-3 3 16,1-3-16,1 2 15,-2-30-15,0 27 16,0-27-16,0 24 16,0-24-16,1 22 15,-1-22-15,1 20 16,-1-20-16,1 13 16</inkml:trace>
  <inkml:trace contextRef="#ctx0" brushRef="#br0" timeOffset="219104.9105">23079 15918 0,'0'0'0,"0"0"0,6 0 0,8-3 0,6 0 16,12 4-16,9 2 15,2 0-15,14-1 16,6 0-16,6 1 16,-1-3-16</inkml:trace>
  <inkml:trace contextRef="#ctx0" brushRef="#br0" timeOffset="220401.724">25932 16659 0,'0'0'0,"0"0"0,0 0 0,2-1 15,-2 1-15,3-4 16,-3 4-16,7-7 15,-7 7-15,6-10 16,-3-5-16,-4-3 16,-5-2-16,-5-3 15,-5 1-15,-3 3 16,-3 0-16,-4 4 16,0 2-16,-3 1 15,-1 4-15,-4 2 16,-6 8-16,-1 3 15,-2 4-15,-3 9 16,3 9-16,-4 6 16,5 12-16,1 7 15,3 6-15,9 4 16,7-1-16,6-3 16,11 0-16,10-6 15,7-2-15,11-4 0,7-6 16,6-5-16,3-6 15,4-5-15,1-6 16,0-7-16,-2-6 16,2-2-16,-1-9 15,-1-4-15,-2-6 16,-40 16-16</inkml:trace>
  <inkml:trace contextRef="#ctx0" brushRef="#br0" timeOffset="220839.1219">26150 16512 0,'0'0'0,"0"0"0,0 0 0,3 1 16,2 6-16,1 11 16,-2 7-16,-4 6 15,-1 9-15,-6 2 16,-1 5-16,-4 0 15,-4 0-15,3-1 16,-2-1-16,2-7 16,2-1-16,3-2 15,8-35-15,-3 29 16,1-1-16,2-28 16,5 30-16,4-7 15,6-7-15,5-8 16,6-10-16,5-11 0,5-5 15,-1-7 1</inkml:trace>
  <inkml:trace contextRef="#ctx0" brushRef="#br0" timeOffset="221198.4128">26215 16254 0,'0'0'0,"0"0"0,4 0 0,7-4 15,8 5-15,11-5 16,9 2-16,4 1 16,3 0-16,4-1 15,-3 2-15,-3-2 16,-7-1-16</inkml:trace>
  <inkml:trace contextRef="#ctx0" brushRef="#br0" timeOffset="348293.7509">16751 11389 0,'0'0'0,"1"-6"0,0-6 0,-2-5 15,2-5-15,-3-5 16,0 2-16,1-1 16,-2-2-16,-1 2 15,-2-1-15,-3-2 16,-4 0-16,-5 0 16,-8-4-16,-1 2 15,-6-2-15,0-2 16,-4-2-16,0-1 15,-3 1-15,-5-2 16,-2 3-16,0-2 16,-2-2-16,-1 1 15,-5-1-15,-5 4 16,0 0-16,-4 2 16,1 1-16,1-2 0,-3 5 15,0 3-15,0-2 16,-9 1-16,6 5 15,0-2-15,-1 2 16,0 4-16,1 2 16,-2 1-16,1 3 15,0 1-15,0-1 16,-1 2-16,-1 2 16,1 1-16,3 1 15,-1 5-15,-2-3 16,0 3-16,1 0 15,1 2-15,3 0 16,-4 1-16,4 0 16,0 2-16,-1 2 15,1 1-15,0 3 16,1-2-16,-2 3 0,5-2 16,1 3-16,-1-1 15,0 1-15,0-1 16,-1 2-16,1 2 15,-1 3-15,5 3 16,-2 0-16,3 3 16,0 2-16,1 1 15,0 2-15,4 1 16,0 2-16,-1 0 16,4 3-16,4-4 15,1 1-15,0-1 16,2 2-16,4 0 15,-2 0-15,7 2 16,3 0-16,-1 2 16,6-1-16,-1 0 15,2-2-15,2 2 16,4 1-16,4-1 0,4 3 16,-1-1-16,3 0 15,2-1-15,4-3 16,-1-2-16,2-1 15,2-2-15,0 0 16,0 3-16,4-1 16,2 4-16,0-1 15,4 2-15,-2-4 16,10 2-16,-1-4 16,6 3-16,4-2 15,-1 1-15,2-1 16,4 2-16,2-4 15,1 4-15,2-4 16,5-1-16,-1-2 16,6 0-16,3 0 15,-3-1-15,5-2 16,6 1-16,-2-5 16,5 0-16,3-2 15,2 1-15,-1-1 0,5 0 16,-5-2-16,5 1 15,0-2-15,1-1 16,-1-4-16,2 5 16,-2-3-16,7 3 15,-1 0-15,2-2 16,0-1-16,10 2 16,-1-1-16,2 3 15,1-1-15,-4-2 16,3-1-16,-3 0 15,1 1-15,0 0 16,-1 0-16,2 1 16,4-2-16,-2-1 15,-1-3-15,1 1 16,-2-3-16,0-1 16,-4 0-16,-1-3 15,4 0-15,-2-1 16,-4-1-16,2-4 0,-7-2 15,-4-1-15,-1-4 16,-3-2-16,-5 2 16,-2-3-16,-5-6 15,-5-3-15,-4-3 16,-2-7-16,-6-4 16,-2-4-16,-6-2 15,0-2-15,-9-1 16,1-5-16,-10-4 15,-7-2-15,-4-6 16,-7-3-16,-8-5 16,-6-4-16,-11 1 15,-10-3-15,-7-2 16,-11-1-16,-7 4 16,-20 1-16,-7 3 15,-14 6-15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6T07:57:03.285"/>
    </inkml:context>
    <inkml:brush xml:id="br0">
      <inkml:brushProperty name="width" value="0.05292" units="cm"/>
      <inkml:brushProperty name="height" value="0.05292" units="cm"/>
      <inkml:brushProperty name="color" value="#FF0000"/>
    </inkml:brush>
  </inkml:definitions>
  <inkml:trace contextRef="#ctx0" brushRef="#br0">3802 16544 0,'0'0'0,"0"0"0,0 0 0,0 0 16,0 0-16,3 1 16,-3-1-16,3 7 15,-1 9-15,4 9 16,0 5-16,0 6 16,-3 4-16,2 6 15,-3 3-15,1 1 16,0 3-16,-2 1 15,1-1-15,2-5 16,-2-6-16,0-7 16,-1-5-16,-1-30 15,1 25-15,-1-25 16,3 21-16,0-11 16,-3-13-16,0-11 0</inkml:trace>
  <inkml:trace contextRef="#ctx0" brushRef="#br0" timeOffset="531.1778">3868 16523 0,'0'0'0,"0"0"0,8 4 0,6 14 16,8 6-16,2 8 15,4 7-15,1 7 16,0-1-16,1 7 16,2-2-16,-3 1 15,1-3-15,2-4 16,-2-4-16,2-3 0,-6-4 15,2-2 1,-5-3-16,-23-28 0,21 25 16,-21-25-16,18 18 15,-18-18-15,16 14 16,-7-12-16,-1-17 16,-1-11-16,-5-5 15,-2-9 1,-2-3-16,1-3 0,-1 0 15,-3-2-15,-1 0 16,2 1-16,1 2 16,0 5-16,3 40 15,-3-36-15,3 36 16,-3-30-16,0 11 16,5 15-16,2 14 15</inkml:trace>
  <inkml:trace contextRef="#ctx0" brushRef="#br0" timeOffset="1062.3001">4804 17113 0,'0'0'0,"-1"-5"16,1 5-16,-2-14 16,-2-7-16,0-11 15,-6 1-15,-3 1 16,0 4-16,-2 4 16,-5 7-16,1 6 15,-4 5-15,-3 8 16,3 7-16,1 6 15,2 5-15,7 5 16,1 3-16,8 1 0,8 0 16,8-2-16,2-1 15,8-6-15,2-3 16,3-4-16,2-6 16,-2-3-16,-1-7 15,-26 1-15,27-7 16,-2-7-16,-6-6 15,-19 20-15,16-23 16,-8-4-16,-8 27 16,3-25-16,-3 25 15,-5-20-15,-1 9 16,-3 12-16,-1 14 16,6 4-16,4 8 15,10 2-15,6 0 16,8 0-16,7-2 15,8-8-15,4-4 16</inkml:trace>
  <inkml:trace contextRef="#ctx0" brushRef="#br0" timeOffset="1562.129">5062 16412 0,'0'0'0,"0"0"0,0 0 16,3-1-16,5 6 16,-1 8-16,-2 9 15,1 6-15,1 8 16,-4 3-16,0 1 16,1-3-16,-1 0 15,0-7-15,-3-30 16,3 26-16,-3-26 15,3 25-15,-3-25 16,6 21-16,-6-21 16</inkml:trace>
  <inkml:trace contextRef="#ctx0" brushRef="#br0" timeOffset="1765.2546">4966 16572 0,'0'0'0,"0"0"0,10 1 16,15 2-16,20-3 16,12 1-16,9 1 15,6 0-15,6-3 16</inkml:trace>
  <inkml:trace contextRef="#ctx0" brushRef="#br0" timeOffset="2702.4861">5817 16866 0,'0'0'0,"0"0"0,3 8 16,0 13 0,2 4-16,4 6 15,-6 5-15,0 2 0,0 0 16,-1-1-16,-2-1 16,0-36-16,0 31 15,0-31-15,0 25 16,0-25-16,0 16 15</inkml:trace>
  <inkml:trace contextRef="#ctx0" brushRef="#br0" timeOffset="2843.1236">5935 16717 0,'0'0'0,"0"0"0,0 0 16,2 0-16,-2 0 16,0-1-16,0 1 15,3 3-15</inkml:trace>
  <inkml:trace contextRef="#ctx0" brushRef="#br0" timeOffset="3358.6374">6287 16993 0,'0'0'0,"0"0"0,0-5 0,-6-10 15,-1-6-15,-3-1 16,-3 1-16,-5 3 16,1 3-16,17 15 15,-20-10-15,-2 6 16,22 4-16,-26 1 16,4 5-16,22-6 15,-16 12-15,9 6 16,7 3-16,8 0 15,6-1-15,7-1 16,0 0-16,5 0 16,1 0-16,1 1 15,-5-2-15,-23-18 16,23 22-16,-9 0 16,-14-22-16,5 20 15,-11 0-15,-8-3 16,-11-3-16,-4-5 15,-1-1-15,-2-3 16,0-4-16,-4-3 0,6-5 16,30 7-16,-28-15 15</inkml:trace>
  <inkml:trace contextRef="#ctx0" brushRef="#br0" timeOffset="3655.3872">6972 16566 0,'0'0'0,"0"0"0,-1 5 15,0 12-15,-2 8 16,1 13-16,1 10 16,1 7-16,0 6 0,0 6 15,0-1-15,-2 1 16,1-1-16,-2-9 16,2-5-16,1-52 15,-5 44-15,5-44 16</inkml:trace>
  <inkml:trace contextRef="#ctx0" brushRef="#br0" timeOffset="3889.7562">6873 16450 0,'0'0'0,"7"-8"0,11-4 0,8-5 15,14 2-15,9 5 16,2 11-16,0 7 16,-3 10-16,-1 5 15,-7 5-15,-11 5 0</inkml:trace>
  <inkml:trace contextRef="#ctx0" brushRef="#br0" timeOffset="4420.89">6919 16949 0,'0'0'0,"0"0"0,11 0 16,20-1-16,7-2 16,10 2-16,-1-2 15,-1 2-15,-4-1 16,-5 0-16,-4-1 16,-33 3-16,27-2 15,-27 2-15,20-2 16,-20 2-16,10-1 0,-6 3 15,-15 4-15,-6 5 16,-5 4-16,-7 2 16,2 3-16,2 2 15,7 2-15,9 1 16,9-2-16,8 0 16,5-1-16,9-2 15,4-6-15,6 0 16,3-4-16,2-5 15,2-8-15,-4-3 16,-4-6-16,-6-2 16,-6-4-16,-7-4 15,-8-2-15,-8-1 16,-7 0-16,-8 0 16,-7 3-16,-6 2 15,-4 3-15,-1 6 16,37 11-16,-36-6 15</inkml:trace>
  <inkml:trace contextRef="#ctx0" brushRef="#br0" timeOffset="4764.544">7625 16888 0,'0'0'0,"0"0"16,2 2-16,-2-2 16,8 5-16,3 7 15,9 6-15,-3 5 16,6 2-16,-4 1 16,-3 2-16,-2 2 15,-14-30-15,7 29 16,-7-1-16,0-28 0,-4 26 15,-7-3-15,11-23 16,-15 18-16,1-9 16,14-9-1,-15-2-15,3-12 0,8-16 16,6-8-16,11-6 16,12-7-16,6 3 15,3 9-15</inkml:trace>
  <inkml:trace contextRef="#ctx0" brushRef="#br0" timeOffset="5467.5156">8040 16927 0,'0'0'0,"0"0"0,4 4 0,1 5 16,7 3-16,4 6 16,-1 6-16,-4 3 15,0-2-15,-5 0 0,-6-25 16,3 25-16,-3-25 15,0 22-15,0-22 16,-5 19-16,5-19 16,-2 12-16,0-7 15,-6-16-15,7-9 16,-1-4-16,2-2 16,1-2-16,4 0 15,4 3-15,3 2 16,-12 23-16,17-20 15,4 10-15,4 10 16,-3 8-16,-3 8 16,-1 7-16,-6 3 15,-2 1-15,-4 0 16,-6-27-16,4 23 16,-4-23-16,2 22 15,-2-22-15,2 18 16,-2-18-16,0 11 0,0-7 15,-2-10-15,2-10 16,2-5-16,4-2 16,3 0-16,2-2 15,3 6-15,-14 19 16,17-16-16,-17 16 16,19-9-16,0 9 15,1 13-15,-7 4 16,-3 5-16,-5 2 15,-4 3-15,-1-27 16,-3 27-16,0 3 16,3-30-16,0 28 15</inkml:trace>
  <inkml:trace contextRef="#ctx0" brushRef="#br0" timeOffset="5826.8072">8648 17035 0,'0'0'0,"0"0"0,3 0 16,-3 0-16,10-1 15,4 0-15,-14 1 16,20-3-16,2-3 15,-22 6-15,20-11 16,-5-3-16,-7-6 16,-9 1-16,-5-1 15,6 20-15,-11-14 16,-9 4-16,-7 13 16,-3 5-16,-4 12 15,2 5-15,5 5 0,9 3 16,9 3-1,13-6-15,4 3 0,15-6 16,10-6-16,8-5 16,8-8-16</inkml:trace>
  <inkml:trace contextRef="#ctx0" brushRef="#br0" timeOffset="6357.8819">9236 16472 0,'0'0'0,"-3"11"0,2 8 0,1 22 15,-2 13-15,-1 10 16,1 1-16,3 1 0,0-6 16,2-4-16,-1-8 15,2-5-15,1-7 16,-5-36-16,6 30 16,-6-30-16,9 26 15,-9-26-15,8 20 16,-4-9-16,-4-11 15,-4-12-15,-2-7 16,-7-6-16,3-3 16,-6 0-16,-5-3 15,0 2-15,-2 4 16,-3 6-16,1 7 16,-1 6-16,-2 5 15,3 8-15,3 5 16,-5 9-16,9 9 15,-2 3-15,12 3 16,10 3-16,7-3 16,15-1-16,10-2 15,12-5-15,5-7 16,14-6-16,5-9 0</inkml:trace>
  <inkml:trace contextRef="#ctx0" brushRef="#br0" timeOffset="7123.3751">9926 16470 0,'0'0'0,"0"0"0,2 3 0,3 12 16,-3 10-16,1 13 15,-6 10-15,-1 13 16,-2 6-16,3 2 15,0 1-15,2-2 16,5-5-16,1-10 16,4-6-16,4-11 15,4-7-15,2-4 16,5-6-16,3-8 16,0-8-16,-27-3 15,28-1-15,-1-9 16,-1-9-16,-3-7 15,-8-1-15,-8-4 16,-7 0-16,-6 2 0,-4-1 16,-6-1-1,-7 3-15,-5 1 0,-4 3 16,0 5-16,32 19 16</inkml:trace>
  <inkml:trace contextRef="#ctx0" brushRef="#br0" timeOffset="7654.4976">10334 16971 0,'0'0'0,"4"5"0,3 7 15,2 3-15,7-1 16,-16-14-16,20 12 16,5-4-16,3-8 15,-1-3-15,-27 3 0,24-8 16,-4-5-16,-20 13 16,18-16-16,-6-3 15,-12 19-15,12-24 16,-6 0-16,-6 24 15,2-25-15,-2 25 16,-3-19-16,3 19 16,-3-14-16,-3 10 15,-4 15-15,6 11 16,1 11-16,2 6 16,1 8-16,5 3 15,0 7-15,7 0 16,-5 1-16,2 1 15,-4-4-15,4 1 16,-6-6-16,-2-7 16,-4-7-16,-2-5 15,5-31-15,-12 26 16,-3-4-16,-9-6 16,1-7-16,-7-7 0,-2-13 15,-3-8-15,-2-11 16,-3-13-16,3-9 15</inkml:trace>
  <inkml:trace contextRef="#ctx0" brushRef="#br0" timeOffset="11466.1028">11654 16845 0,'0'0'0,"0"0"0,0 0 0,1-2 15,-1 2-15,4-4 16,-4 4-16,4-8 15,-4 8-15,4-11 16,-4 11-16,5-12 16,-5-5-16,0 17 15,-4-20-15,-8 0 16,-5-3-16,-5 7 0,-3 4 16,-2 3-16,0 8 15,-2 4-15,-3 9 16,-5 5-16,2 9 15,5 4-15,3 3 16,7 1-16,7 2 16,9-4-16,8-2 15,8-2-15,8-6 16,4-4-16,2-7 16,4-3-16,-3-5 15,0-4-15,-3-2 16,-2-7-16,-1-1 15,-21 11-15,14-17 16,-1-3-16,-4-4 16,-5-1-16,-4 25 15,3-26-15,-3 26 16,0-24-16,0 24 0,-4-20 16,4 20-16,-3-12 15,0 14-15,4 17 16,3 14-16,3 7 15,1 7-15,2 4 16,-3 3-16,2 3 16,-2-1-16,-2 1 15,-1 1-15,2-5 16,-2-3-16,-5-5 16,1-45-16,-2 42 15,-6-6-15,8-36 16,-8 28-16,-7-8 15,-2-7-15,-3-15 16,-4-5-16,-1-9 16,5-7-16,-2-3 15,6-4-15,0 0 0,3 1 16,6 1-16,5-1 16,3 3-1,7 0-15,3-2 16,5 2-16,5 2 0,8-4 15,5 1-15,6 1 16,3 1-16,-1-4 16,3 3-16,-5 0 15,1-1-15,-3 2 16,-5 2-16,-7 1 16,-2 2-16,-24 20 15,18-20-15,-6 1 16,-7-1-16,-5 20 15,3-20-15,-11 1 16,-7 3-16,-2 2 16,-5 6-16,-3 8 15,-2 1-15,1 7 16,1 11-16,0 5 16,4 6-16,4 3 0,11 3 15,1-2-15,9-2 16,7-1-1,6-7-15,5-3 0,9-7 16,6-8-16,5-11 16,5-3-16</inkml:trace>
  <inkml:trace contextRef="#ctx0" brushRef="#br0" timeOffset="11825.3928">12077 16391 0,'0'0'0,"4"13"0,-2 10 0,2 15 16,0 13 0,-2 10-16,-4 2 0,1 2 15,-2-1-15,2-7 16,-3-6-16,5-4 16,0-10-16,5-4 15,2-5-15,5-3 16,2-6-16,4-4 15,3-7-15,-22-8 16,26 1-16</inkml:trace>
  <inkml:trace contextRef="#ctx0" brushRef="#br0" timeOffset="12028.4566">12059 16838 0,'0'0'0,"0"0"0,3 0 0,10-2 0,13-1 16,8-1 0,6-1-16,5-1 0,-5 0 15</inkml:trace>
  <inkml:trace contextRef="#ctx0" brushRef="#br0" timeOffset="12356.4795">12363 16370 0,'0'0'0,"0"0"0,1 8 15,6 15-15,1 13 16,-5 11-16,2 4 16,-3 7-16,-3 3 15,-1 2-15,2 3 16,-1-6-16,0-6 0,5-5 15,0-10-15,5-8 16,-9-31-16,11 29 16,3-6-16,10-11 15,2-6-15,2-9 16</inkml:trace>
  <inkml:trace contextRef="#ctx0" brushRef="#br0" timeOffset="12700.1876">12353 16819 0,'0'0'0,"0"0"0,2 0 0,11 0 16,8-1-16,5 1 15,2 1-15,-28-1 16,33 3-16,-1 1 0,-32-4 16,29 4-1,-1 3-15,-28-7 0,25 7 16,-8 4-16,-3 7 16,-4 3-16,-2 2 15,-4 5-15,-3-2 16,1 1-16,-2-27 15,-1 27-15,1-27 16,0 24-16,0-24 16,-4 21-16</inkml:trace>
  <inkml:trace contextRef="#ctx0" brushRef="#br0" timeOffset="12871.9741">12614 16673 0,'0'0'0,"0"0"0,0 0 0,0 5 0,6 1 16,-6-6-1</inkml:trace>
  <inkml:trace contextRef="#ctx0" brushRef="#br0" timeOffset="13262.5612">12825 16897 0,'0'0'0,"4"9"0,1 3 0,4 6 16,3 2-16,-12-20 15,13 22-15,-13-22 16,7 21-16,-7-21 16,6 17-16,-6-17 15,3 11-15,-5-9 16,0-12-16,1-8 16,2-7-16,1-2 15,3 2-15,5-1 16,0 0-16,-10 26 15,16-18-15,5 8 16,-21 10-16,25-1 0,0 7 16,-25-6-16,27 17 15,-4 5-15,-3 6 16,-20-28-16,11 31 16,-4-2-16,-7-29 15</inkml:trace>
  <inkml:trace contextRef="#ctx0" brushRef="#br0" timeOffset="14027.9852">13509 16877 0,'0'0'0,"0"0"0,0 0 16,0-3-16,-3-7 0,3 10 16,-12-16-1,-3-5-15,-9 3 0,-3 3 16,-4 10 0,3 5-16,-3 10 0,2 11 15,2 5-15,9 1 16,5 3-16,9-3 15,6-3-15,4-1 16,7-2-16,7-3 16,-20-18-16,23 12 15,4-4-15,6-7 16,-33-1-16,32-2 16,-5-3-16,-2-6 15,-25 11-15,21-15 16,-8-3-16,-4-6 15,-9 24-15,6-25 16,-6 25-16,3-21 16,-3 21-16,-3-17 15,1 9-15,-1 18 0,-1 11 16,3 8-16,2 11 16,0 6-16,4 10 15,2 5-15,2 8 16,-3-1-16,-2-3 15,0-2-15,-3 1 16,-4-8-16,-3-4 16,-7-6-16,-3-7 15,-2-9-15,0-5 16,-3-11-16,1-7 16,-4-8-16,-2-9 15,-1-7-15,-2-10 16,8-7-16,0-3 15,4-2-15,8-1 16,2-1-16,7-3 16,11-1-16,5 3 15,8 1-15,7 4 16,8 3-16,1 5 0,3 4 16,0 7-16,-8 6 15,-35 12-15,30-8 16</inkml:trace>
  <inkml:trace contextRef="#ctx0" brushRef="#br0" timeOffset="14699.679">14307 16823 0,'0'0'0,"0"0"0,0-7 0,1-8 16,-1 15-1,-4-16-15,-3-6 0,-7 0 16,-6 7-16,-5 7 16,-4 8-16,-2 7 15,-1 9-15,-1 9 16,5 10-16,8 0 16,5 1-16,7-4 15,13-4-15,2-5 16,10-1-16,9-1 15,6 0-15,0-7 16,2-4-16,-34-10 16,34 6-16,-1-4 15,-33-2-15,34-7 16,-5-7-16,-5-7 16,-9-6-16,-5-3 15,-8-6-15,-8-2 16,-6-2-16,-2 3 0,-6-6 15,-1 6-15,3 9 16,18 28-16,-22-19 16</inkml:trace>
  <inkml:trace contextRef="#ctx0" brushRef="#br0" timeOffset="15027.766">14750 16861 0,'0'0'0,"0"0"16,0 0-16,0-3 16,-4-7-16,-7-2 15,-2-4-15,-7 2 0,-3 1 16,-4 4-1,-1 3-15,-1 8 0,2 8 16,2 7-16,-1 11 16,10 11-16,3 10 15,9 4-15,14-3 16,12-3-16,12-6 16,11-12-16,2-14 15</inkml:trace>
  <inkml:trace contextRef="#ctx0" brushRef="#br0" timeOffset="15355.7659">14924 16371 0,'0'0'0,"0"0"0,2 3 0,3 10 0,2 10 15,2 14-15,1 9 16,0 13 0,-8 5-16,-1 8 15,-3-1-15,-3 0 0,-1-7 16,0-6-16,2-9 15,3-7-15,5-4 16,-4-38-16,8 30 16,8-7-16,12-8 15,2-9-15,2-14 16,-3-3-16</inkml:trace>
  <inkml:trace contextRef="#ctx0" brushRef="#br0" timeOffset="15761.9746">14904 16868 0,'0'0'0,"0"0"0,8 2 0,10 2 0,10 1 16,22-1-16,8-3 15,4-1-15,-2 0 16,-10-1-16,-50 1 0,42-2 16,-9-3-16,-33 5 15,29-6-15,-29 6 16,19-9-16,-10-4 16,-10-2-16,-10 0 15,-9 4-15,-3 4 16,-6 9-16,-5 9 15,-3 11-15,4 9 16,3 7-16,4 3 16,14 0-16,7 0 15,13-9-15,10-3 16,9-9-16,6-7 16,8-6-16,0-6 15</inkml:trace>
  <inkml:trace contextRef="#ctx0" brushRef="#br0" timeOffset="16089.978">15552 16363 0,'0'0'0,"0"0"0,5 3 16,1 14 0,4 10-16,-2 6 0,1 13 15,-3 13-15,1 5 16,-3 3-16,-4 3 16,0-3-16,2-4 15,-3-5-15,3-9 16,-2-4-16,0-45 15,3 44-15,0-6 16,-3-38-16,4 34 16,-4-34-16,2 22 15,-4-14-15</inkml:trace>
  <inkml:trace contextRef="#ctx0" brushRef="#br0" timeOffset="16261.8485">15450 16885 0,'0'0'0,"0"0"0,4 0 0,6 0 15,18 0-15,13-1 16,17-3-16,10-1 16,13 1-16,1-1 15</inkml:trace>
  <inkml:trace contextRef="#ctx0" brushRef="#br0" timeOffset="17120.9863">16787 16863 0,'0'0'0,"0"0"0,0 0 15,3 0-15,-3 0 16,3-1-1,-2-6-15,-1 7 0,2-12 16,-4-4-16,2 16 16,-5-19-16,-9-1 15,-7 1-15,-2 3 16,-2 8-16,-3 7 16,-1 9-16,-2 6 15,3 10-15,1 2 16,2 8-16,3 3 15,9 3-15,5-1 16,11 2-16,4-3 16,15-3-16,6-3 0,8-6 15,8-10-15,6-5 16,4-3-16,-2-9 16</inkml:trace>
  <inkml:trace contextRef="#ctx0" brushRef="#br0" timeOffset="17495.9221">17157 16937 0,'0'0'0,"0"0"0,-2-4 0,2 4 16,-4-11-16,-7-1 15,-7-1-15,-5 3 16,-2 5-16,-2 7 15,2 11-15,-1 8 16,6 4-16,3 4 16,7 1-16,12-6 15,8-1-15,9-3 16,6 3-16,7-7 0,4-2 16,1-3-16,0-5 15,-4-8-15,-2-1 16,-31 3-16,23-7 15,-4-8-15,-9-6 16,-5-7-16,-8-3 16,-8 0-16,-6 2 15,-5 2-15,-1 6 16,23 21-16,-26-15 16,26 15-16</inkml:trace>
  <inkml:trace contextRef="#ctx0" brushRef="#br0" timeOffset="17902.0456">17364 16896 0,'0'0'0,"0"0"0,5 3 16,8 9-16,4 3 16,2 4-16,-2 2 15,-1 6-15,-7-2 16,-3 0-16,0-2 15,-6-23-15,6 22 16,-6-22-16,0 20 16,0-20-16,0 15 15,0-15-15,-2 10 0,1-6 16,1-10-16,6-7 16,-2-8-16,3-2 15,2-4-15,-9 27 16,12-25-16,0 1 15,-12 24-15,18-18 16,2 7-16,2 11 16,-1 10-16,-1 9 15,-4 9-15,-5 1 16,-6 2-16,0 1 16,-5-32-16,-5 27 15,5-27-15</inkml:trace>
  <inkml:trace contextRef="#ctx0" brushRef="#br0" timeOffset="18230.1469">17900 16501 0,'0'0'0,"3"12"0,2 8 15,0 18-15,-1 12 16,0 10-16,0 3 16,1 4-16,0-3 15,1-6-15,-1-3 16,2-9-16,-1-6 15,2-2-15,-2-6 16,-6-32-16,2 27 16,-2-27-16,0 19 15</inkml:trace>
  <inkml:trace contextRef="#ctx0" brushRef="#br0" timeOffset="18433.2208">17770 16436 0,'0'0'0,"9"-5"0,2-3 16,12-6-16,8 3 16,6-1-16,4 6 15,8 6-15,-2 6 16,2 6-16,-5 10 15,-6 5-15,-7 9 16</inkml:trace>
  <inkml:trace contextRef="#ctx0" brushRef="#br0" timeOffset="18761.2646">17922 16884 0,'0'0'0,"11"0"0,7-4 0,6 3 0,9 2 16,2 0-16,-2 0 16,-1 0-16,-32-1 15,27 1-15,-1 3 16,-26-4-16,20 9 15,-1 3-15,-5 8 16,-4 5-16,-3 2 16,-5 0-16,-1 3 15,0-2-15,-1-28 16,-1 27-16,1-27 16,-2 23-16</inkml:trace>
  <inkml:trace contextRef="#ctx0" brushRef="#br0" timeOffset="18917.4872">18130 16712 0,'0'0'0,"0"0"0,4 2 0,1 6 15,6 1-15</inkml:trace>
  <inkml:trace contextRef="#ctx0" brushRef="#br0" timeOffset="20792.0219">18685 16957 0,'0'0'0,"0"0"0,3-6 16,-2-9-16,-5-7 16,-4-5-16,-2 2 15,-6 0-15,-5 6 0,-5 6 16,-6 6-1,-1 11-15,1 10 0,1 10 16,1 9-16,13 2 16,8 1-16,9-3 15,11-4-15,10-3 16,3-4-16,2-3 16,5-6-16,2-4 15,-2-5-15,0-6 16,-3-1-16,-5-4 15,-23 7-15,17-13 16,-3-3-16,-6-5 16,-7-3-16,-1 24 15,-3-22-15,3 22 16,-6-19-16,6 19 16,-6-13-16,0 11 15,3 13-15,1 14 0,6 14 16,0 12-1,3 9-15,0 5 16,-2 3-16,-1 3 0,-1-1 16,-3 2-16,-5-5 15,-2-10-15,-3-4 16,-3-14-16,-5-7 16,0-5-16,-5-10 15,-4-10-15,1-9 16,0-8-16,0-10 15,0-5-15,3-10 16,4-5-16,5-4 16,8 1-16,10-2 15,6-1-15,9 1 16,4-2-16,7 4 16,9 4-16,-1 1 15,6 2-15,3 3 16,-2 1-16,-2-3 15,-3 0-15,-5 1 16,-3-1-16,-7 1 0,0-2 16,-7 3-16,-7-3 15,-4 5-15,-7 4 16,-5 2-16,5 25 16,-9-23-16,9 23 15,-17-18-15,0 7 16,-5 13-16,6 7 15,-2 15-15,8 7 16,2 1-16,5 7 16,3-1-16,5 1 15,5-1-15,1-4 16,0-3-16,1-3 16,-12-28-16,14 22 15,3-4-15,-17-18 16,16 10-16,2-6 15,1-10-15,-5-8 16,-14 14-16,12-20 0,-1-5 16,1-5-16,-12 30 15,5-30-15,-5 30 16,7-22-16,-7 22 16,5-15-16,-3 13 15,-2 16-15,0-14 16,-1 24-16,1 7 15,4 4-15,1-6 16,-5-29-16,13 23 16,-13-23-16,14 15 15,3-8-15,6-8 16,0-9-16,-5-4 16,0-5-16,-2-1 15,-1-2-15,-4-4 16,-2-4-16,1 3 15,-10 27-15,3-25 16,-3 25-16,1-24 16,-1 24-16,-3-21 15,3 21-15,-6-17 0,6 17 16,-6-14 0,6 2-16,6 3 0,6 5 15,7 0-15,1 4 16,-20 0-16,22 3 15,-1 2-15,-21-5 16,19 13-16,-3 4 16,-7 3-16,-9-20 15,1 23-15,-1-23 16,-4 23-16,4-23 16,-9 21-16,9-21 15,-6 21-15,6-3 16,12-3-16,6-4 15,8-8-15,6-4 16,0-2-16,2-4 16,3-1-16,-1-3 15,-2-6-15,2-2 0,-8-4 16,-3-2 0,-5 0-16,-20 25 0,15-20 15,-6 2-15,-9 18 16,-2-20-16,-10 7 15,-11 8-15,-9 5 16,-4 3-16,1 9 16,2 2-16,7 4 15,6 0-15,20-18 16,-11 22-16,6 2 16,12 5-16,5-4 15,6-4-15,5-5 16,5-6-16,-1-4 15,0-3-15,-27-3 16,26-3-16,-26 3 16,21-8-16,-21 8 15,15-14-15,-15 14 16,10-15-16,-10 15 16,3-12-16,-6 14 0,-2 8 15,5-10-15,-5 19 16,6 3-16,-1-22 15,9 25-15,12-5 16</inkml:trace>
  <inkml:trace contextRef="#ctx0" brushRef="#br0" timeOffset="21166.937">19974 16330 0,'0'0'0,"0"0"0,-1 7 0,2 12 15,0 13-15,1 5 16,3 10-16,-2 8 15,2 1-15,-2 6 16,1 6-16,-2 6 16,0-5-1,-2-3-15,0-6 0,3-5 16,-2-9-16,3-1 16,-4-45-16,6 36 15,-6-36-15,6 27 16,-3-16-16</inkml:trace>
  <inkml:trace contextRef="#ctx0" brushRef="#br0" timeOffset="21463.7078">19953 16852 0,'0'0'0,"0"0"0,7-3 0,13 0 15,12-2-15,5 5 16,4 1 0,1 2-16,-2 0 0,-7 1 15,-33-4-15,28 7 16,-2 4-16,-8 6 16,-2 7-16,-10 3 15,-3 5-15,-6 4 16,-4 1-16,1-3 15,6-34-15,-10 31 16,10-31-16,-6 30 16,6-30-16,-7 23 15,5-14-15</inkml:trace>
  <inkml:trace contextRef="#ctx0" brushRef="#br0" timeOffset="21619.9718">20282 16718 0,'0'0'0,"0"0"0,0 0 16,1 1-16,7 4 16,-8-5-16</inkml:trace>
  <inkml:trace contextRef="#ctx0" brushRef="#br0" timeOffset="22026.084">20749 16967 0,'0'0'0,"-3"-9"0,-4-4 16,-3-3-16,-10-6 16,-5 3-16,-4 7 15,-3 4-15,-4 8 16,5 4-16,0 7 16,5 6-16,7 5 15,9 3-15,8-2 0,10 4 16,6-5-16,8-2 15,4-1-15,5-6 16,1-4-16,-32-9 16,34 1-16,-5-4 15,-4-10-15,-10-7 16,-6-4-16,-9-4 16,-6-6-16,-5 1 15,-4 2-15,-7 8 16,22 23-16</inkml:trace>
  <inkml:trace contextRef="#ctx0" brushRef="#br0" timeOffset="22463.5288">20782 16892 0,'0'0'0,"3"5"0,1 8 0,1 8 16,1 3-16,-1 4 0,-5-28 16,5 25-16,-5-25 15,1 25-15,-1-25 16,-2 20-16,2-20 16,-2 15-16,-1-11 15,1-9-15,2-7 16,5-6-16,1-1 15,4-2-15,2 0 16,-12 21-16,13-21 16,3 2-16,-16 19 15,19-14-15,1 8 16,-2 12-16,3 6 16,-5 9-16,-3 2 15,-5 2-15,-2-1 16,-1 1-16,-5-25 15,3 24-15,-3-24 16,-1 24-16,1-24 0,-3 22 16</inkml:trace>
  <inkml:trace contextRef="#ctx0" brushRef="#br0" timeOffset="22900.9179">21601 16915 0,'0'0'0,"0"0"16,0 0-16,1-5 15,2-6-15,-5-5 16,-5-2-16,-4 1 15,-8 6-15,-3 6 16,-5 9-16,-2 5 0,1 5 16,1 10-1,7 1-15,5 4 16,8-1-16,7 1 16,10 0-16,2-3 15,11-2-15,1-7 0,6-1 16,0-6-16,0-4 15,-30-6-15,27-3 16,-3-3-16,-4-9 16,-9-6-16,-3-5 15,-6-6-15,-7-1 16,-7-1-16,-7 0 16,-4 4-16,1 0 15,22 30-15</inkml:trace>
  <inkml:trace contextRef="#ctx0" brushRef="#br0" timeOffset="23197.7324">21836 16600 0,'0'0'0,"0"0"16,3 2-16,-3 7 16,2 9-16,-1 5 15,1 7-15,0 8 16,0 7-16,0 1 16,-3 1-16,1 3 15,-2-4-15,-4-1 16,0-8-16,6-37 15,-9 34-15,9-34 16</inkml:trace>
  <inkml:trace contextRef="#ctx0" brushRef="#br0" timeOffset="23432.0432">21772 16515 0,'0'0'0,"0"0"0,3-6 15,4-5-15,7-3 16,7 3-16,6 4 16,4 4-16,8 9 15,1 6-15,0 9 16,0 4-16,-3 4 15,-13-1-15</inkml:trace>
  <inkml:trace contextRef="#ctx0" brushRef="#br0" timeOffset="23603.8294">21805 16832 0,'0'0'0,"7"1"0,11-1 0,14 0 15,16-1-15,12 1 16,-3-1-16</inkml:trace>
  <inkml:trace contextRef="#ctx0" brushRef="#br0" timeOffset="23994.4148">22525 16480 0,'0'0'0,"0"0"0,0 2 15,4 6-15,0 7 0,0 7 16,-1 10 0,2 5-16,-4 8 0,1 4 15,-3 5-15,-3 0 16,0-1-1,-2-5-15,0-3 0,3-7 16,0-3-16,3-35 16,-1 29-16,1-29 15,-1 23-15,-1-11 16</inkml:trace>
  <inkml:trace contextRef="#ctx0" brushRef="#br0" timeOffset="24431.8187">22456 16420 0,'0'0'0,"0"0"0,0 0 15,1 0-15,6 3 16,10 10-16,7 7 15,3 10-15,8 8 16,5 4-16,-4 6 16,-1 4-16,3-2 0,-6-1 15,-3-5-15,-3-5 16,-3-6-16,-2-5 16,-8-4-16,-13-24 15,15 21-15,-15-21 16,10 15-16,-10-15 15,9 10-15,-9-10 16,8 2-16,-4-10 16,-5-11-16,-1-5 15,2-7-15,-1 1 16,1-5-16,3 0 16,0-7-16,1-3 15,1 4-15,1-1 16,2 4-16,-1 7 15,-7 31-15,7-27 0,-2 7 16,-11 15-16</inkml:trace>
  <inkml:trace contextRef="#ctx0" brushRef="#br0" timeOffset="24900.4538">23202 16963 0,'0'0'0,"0"0"0,0 0 0,7 0 15,4 0-15,2-1 16,-13 1-16,16-6 15,1-3-15,2-7 16,-19 16-16,17-18 16,-6-7-16,-11 25 15,9-27-15,-4 0 16,-5 27-16,-3-23 0,-6 7 16,-9 5-16,-6 10 15,-10 12-15,-4 6 16,-2 8-16,6 3 15,3 5-15,11 0 16,10-2-16,4-1 16,13-1-16,9-2 15,11 3-15,8-6 16,9-2-16,-1-3 16,4-3-16</inkml:trace>
  <inkml:trace contextRef="#ctx0" brushRef="#br0" timeOffset="25087.8568">23611 16966 0,'0'0'0,"0"0"0,0 0 0</inkml:trace>
  <inkml:trace contextRef="#ctx0" brushRef="#br0" timeOffset="26993.71">4366 17853 0,'0'0'0,"0"0"16,-6-2-16,2-5 0,4 7 16,-6-12-16,3-5 15,-6-4 1,2-2-16,-7 0 0,1 1 16,-4 0-16,-4 3 15,-2-1-15,-2 4 16,-3 3-16,0 4 15,-5 8-15,-1 5 16,-3 8-16,-1 11 16,-6 9-16,3 9 15,-1 10-15,4 9 16,5 7-16,9 5 16,8-4-16,11-2 15,8-4-15,12-6 16,11-11-16,7-6 15,12-9-15,0-9 0,10-9 16,1-10-16,2-7 16,-4-6-1,-5-4-15</inkml:trace>
  <inkml:trace contextRef="#ctx0" brushRef="#br0" timeOffset="27321.7117">4492 17708 0,'0'0'0,"0"0"0,0 0 16,3 1-16,4 6 15,4 9-15,-2 6 0,-3 11 16,-3 7 0,-3 6-16,-3 7 0,-1 4 15,-4 2-15,-2 1 16,3-3-16,0-5 16,4-6-16,3-4 15,3-4-15,4-3 16,-7-35-16,9 29 15,7-6-15,8-9 16,6-10-16,1-12 16,4-11-16</inkml:trace>
  <inkml:trace contextRef="#ctx0" brushRef="#br0" timeOffset="27634.1944">4839 17650 0,'0'0'0,"0"0"0,0 0 0,2 0 16,9-1-16,11-5 16,13 2-16,6-1 15,6 1-15,6 1 16,5 0-16,-5 3 16</inkml:trace>
  <inkml:trace contextRef="#ctx0" brushRef="#br0" timeOffset="28165.3185">5837 17809 0,'0'0'0,"0"0"0,1 0 16,1 7-16,-2 6 15,5 8-15,-2 3 16,-1 8-16,1-3 16,-2 4-16,-1-33 15,-1 37-15,-3-3 0,0-3 16</inkml:trace>
  <inkml:trace contextRef="#ctx0" brushRef="#br0" timeOffset="28352.7149">5811 17569 0,'0'0'0,"0"0"0,0 0 0,0 0 16,0 1-16</inkml:trace>
  <inkml:trace contextRef="#ctx0" brushRef="#br0" timeOffset="28758.9178">6181 17749 0,'0'0'0,"0"0"0,0 0 0,-3 1 16,-11 0 0,-1 2-16,15-3 0,-21 5 15,8 2-15,13-7 16,-5 10-16,14 5 16,9 2-16,5 2 15,2 3-15,0 2 16,-4 1-16,-21-25 15,20 25-15,-3-4 16,-11 2-16,-9-6 16,-9-2-16,-8-5 15,-6-3-15,-6-4 16,-1-7-16,-5-3 16,7-3-16</inkml:trace>
  <inkml:trace contextRef="#ctx0" brushRef="#br0" timeOffset="29055.6744">6837 17433 0,'0'0'0,"0"0"0,4 8 16,2 13-16,6 8 15,-4 10-15,-7 10 16,1 8-16,-1 4 16,-1 1-16,-1-1 0,-2-5 15,-3-3-15,4-12 16,2-41-16,-1 34 15,1-34-15,0 25 16</inkml:trace>
  <inkml:trace contextRef="#ctx0" brushRef="#br0" timeOffset="29258.7938">6773 17322 0,'0'0'0,"7"-4"15,6-1-15,7 0 16,11 1-16,3 5 16,11 2-16,2 5 0,-1 6 15,-4 7-15,-9 5 16</inkml:trace>
  <inkml:trace contextRef="#ctx0" brushRef="#br0" timeOffset="29758.6712">6906 17733 0,'0'0'0,"0"0"0,11 1 16,16-2-16,11 1 15,0-1-15,1 0 16,-3-2-16,-36 3 16,30-2-16,-30 2 0,24-4 15,-24 4-15,21-3 16,-12 3-1,-9 5-15,-9 5 0,-9 4 16,-3 7-16,-3 2 16,5 2-16,5-1 15,4-2-15,7 3 16,8-4-16,7 0 16,6-6-16,5-2 15,3-3-15,4-5 16,2-4-16,0-3 15,-5-2-15,0-6 16,-5-5-16,-9-4 16,-5-1-16,-7-6 15,-8 2-15,-2-3 16,-11 2-16,-2 5 16,-3-1-16,-4 7 15,29 14-15,-27-11 0</inkml:trace>
  <inkml:trace contextRef="#ctx0" brushRef="#br0" timeOffset="30102.3053">7421 17732 0,'0'0'0,"0"0"0,9 5 0,9 6 15,5 4-15,-2 3 16,-21-18-16,23 20 16,-6 3-16,-17-23 15,13 25-15,-7-1 16,-6-24-16,-3 26 16,3-26-16,-12 24 15,12-24-15,-15 15 16,-2-7-16,0-14 15,7-8-15,6-10 16,9-6-16,2-7 16,12-5-16,2-2 15,6 6-15,0 5 0</inkml:trace>
  <inkml:trace contextRef="#ctx0" brushRef="#br0" timeOffset="30992.7717">7703 17751 0,'0'0'0,"4"7"0,8 4 0,1 4 16,-4 9-16,-9-24 16,14 26-16,-7 2 15,-7-28-15,6 29 16,-6-29-16,1 26 16,-1-26-16,0 18 15,0-18-15,-1 11 0,1-13 16,1-12-1,2-5-15,-1-4 16,6 1-16,-1 1 0,4-2 16,3 2-1,-14 21-15,15-19 0,3 6 16,1 9 0,-1 10-16,-1 5 0,-5 6 15,-2 4-15,-1 1 16,-5-1-16,-4-21 15,1 23-15,-1-23 16,1 18-16,-1-18 16,1 15-16,-1-15 15,0 9-15,0-8 16,0-1-16,2-10 16,3-4-16,-5 14 15,10-24-15,9 0 0,-19 24 16,23-21-16,0 8 15,-23 13-15,25-2 16,-4 12-16,-1 10 16,-4 3-1,-1 2-15,-2-1 0,-3-1 16,-10-23-16,14 19 16,2-3-16,6-2 15,0-6-15,0-6 16,4-2-16,0-4 15,-1-5-15,1-2 16,-3-5-16,-1-3 16,-4-4-16,-18 23 15,15-26-15,-2-3 16,-8-2-16,-5 31 16,-2-27-16,-8 5 15,-13 11-15,-1 11 16,-5 9-16,0 7 15,0 6-15,29-22 16,-23 26-16,9 0 16,11 4-16,10-5 0,14-4 15,13-9-15,5-4 16,8-6-16</inkml:trace>
  <inkml:trace contextRef="#ctx0" brushRef="#br0" timeOffset="31492.6384">8866 17326 0,'0'0'0,"0"0"0,2 7 16,2 18-16,2 9 0,-2 12 16,0 8-1,-3 10-15,0 2 0,-1 1 16,2-4-16,1-4 16,2-8-16,-1-8 15,0-11-15,2-4 16,-6-28-16,7 23 15,-7-23-15,6 17 16,-6-17-16,6 11 16,-4-11-16,-7-10 15,-1-5-15,-5-7 16,-4-5-16,-4 5 16,-2-4-16,-4 5 15,1 4-15,-3 7 16,-1 2-16,2 9 15,-2 8-15,2 11 16,4 7-16,2 8 16,10 0-16,7 3 0,11-7 15,17-2-15,13-4 16,14-4-16,10-6 16,10-7-16,4-4 15</inkml:trace>
  <inkml:trace contextRef="#ctx0" brushRef="#br0" timeOffset="31992.5391">9701 17434 0,'0'0'0,"0"0"0,2 4 0,1 13 16,2 12-16,1 10 15,-2 10-15,-2 6 16,-5 5-16,-3 3 15,-1-3-15,1-1 16,6-6-16,5-9 16,3-6-16,6-8 15,2-8-15,5-2 16,2-5-16,1-6 16,-1-6-16,-23-3 15,23-3-15,-1-6 16,-7-8-16,-2-3 15,-6-3-15,-8 1 16,-4-5-16,-8 2 16,-3 0-16,-7 1 15,-2 7-15,-5 7 16,0 2-16,11 9 0</inkml:trace>
  <inkml:trace contextRef="#ctx0" brushRef="#br0" timeOffset="32492.458">10162 17939 0,'0'0'0,"0"0"0,1 8 0,2 7 15,-3-15-15,3 20 16,3 0-16,4-2 15,-10-18-15,12 17 16,8-6-16,1-5 16,4-4-16,-25-2 15,26-4-15,-4-5 16,0-2-16,-22 11 16,15-15-16,-3-3 15,-5-5-15,-7 23 16,4-24-16,-4 24 15,0-22-15,0 22 16,-1-21-16,-1 10 16,-2 15-16,-2 11 0,5 15 15,1 11-15,1 11 16,1 3-16,5 4 16,-1 2-1,-1-3-15,-1-3 0,0-7 16,-6-10-16,-3-6 15,-4-9-15,-7-7 16,-2-2-16,-6-10 16,-4-9-16,-5-8 15,-3-10-15,-2-9 16,2-10-16,2-2 16</inkml:trace>
  <inkml:trace contextRef="#ctx0" brushRef="#br0" timeOffset="33492.2226">11598 17852 0,'0'0'0,"0"0"0,-2-5 16,-3-9-16,-8-10 15,-5-1-15,-4 1 16,-3 5-16,-6 8 15,-2 5-15,-1 8 16,-4 8-16,3 11 16,7 4-16,9 2 0,5 0 15,12 2 1,11-2-16,4-1 0,7-5 16,5-5-16,0-4 15,3-7-15,3-3 16,-31-2-1,25-5-15,0-5 0,-1-5 16,-6-3-16,-7-3 16,0 1-1,-11 20-15,6-22 0,-6 22 16,4-23-16,-4 23 16,2-20-16,0 8 15,0 12-15,1 11 16,4 15-16,0 12 15,1 12-15,-1 7 16,3 8-16,-3 1 16,3 0-16,-4-5 15,0-1-15,-2-12 16,-6-3-16,-3-7 16,-5-7-16,10-31 0,-15 25 15,-6-8-15,-8-9 16,-1-11-16,-1-8 15,0-11-15,3-6 16,3-6-16,8-5 16,4-3-16,8 1 15,9 1-15,9 6 16,3 1-16,9 0 16,6 2-16,6 3 15,5 0-15,5-2 16,4 8-16,-3-3 15,0 1-15,-5 4 16,-3-2-16,-5 0 16,-1 2-16,-3 2 15,-8-2-15,-23 20 16,20-20-16,-20 20 16,15-17-16,-15 17 0,8-15 15,-11 5-15,-11 8 16,-7 8-16,-4 7 15,0 9-15,3 3 16,1 3-16,7-2 16,6 1-16,8-1 15,5-2-15,10-2 16,9-5-16,10-2 16,5-11-16,5-5 15</inkml:trace>
  <inkml:trace contextRef="#ctx0" brushRef="#br0" timeOffset="33835.8612">12138 17341 0,'0'0'0,"0"0"0,2 5 16,6 9-16,2 9 16,3 12-16,-1 9 15,-3 7-15,-4 10 16,-4 3-16,-1 4 16,-1 0-16,1-6 15,0-4-15,4-8 16,1-10-16,4-7 15,-9-33-15,10 30 16,5-4-16,3-9 16,0-9-16,5-11 15,-3-7-15</inkml:trace>
  <inkml:trace contextRef="#ctx0" brushRef="#br0" timeOffset="34023.3224">12204 17811 0,'0'0'0,"0"0"0,2 0 0,12 2 16,6 0-16,8 0 15,12-3-15,4-2 16,6-5-16,4-1 15</inkml:trace>
  <inkml:trace contextRef="#ctx0" brushRef="#br0" timeOffset="34367.039">12601 17324 0,'0'0'0,"0"0"0,1 5 15,-2 13-15,2 10 16,1 8-16,-2 9 16,2 9-16,-1 4 15,1 10-15,-3 1 16,2-2-16,2-1 15,0-5-15,3-9 16,4-6-16,4-7 16,2-8-16,6-8 15,1-8-15,2-7 16,-1-8-16</inkml:trace>
  <inkml:trace contextRef="#ctx0" brushRef="#br0" timeOffset="34695.0643">12584 17811 0,'0'0'0,"0"0"0,5 0 0,11 0 0,11-4 16,11-2-16,4 3 15,4-1-15,-5 1 16,-2 5-16,-6-2 16,-7 4-16,-26-4 15,24 5-15,-9 4 16,-2 9-16,-4 1 16,-3 5-16,-2 1 15,1 4-15,-4-2 16,-1-1-16,0-26 15,2 23-15,-1-2 16,-1-21-16,2 21 16</inkml:trace>
  <inkml:trace contextRef="#ctx0" brushRef="#br0" timeOffset="34866.9138">12924 17594 0,'0'0'0,"0"0"16,0 0-16,6 3 16,3 6-16,-9-9 15</inkml:trace>
  <inkml:trace contextRef="#ctx0" brushRef="#br0" timeOffset="35226.1903">13156 17851 0,'0'0'0,"3"7"0,5 7 0,-8-14 15,9 21-15,0 1 16,-9-22-16,14 24 15,-14-24-15,11 22 16,-11-22-16,8 17 0,-2-8 16,-6-9-1,8 0-15,-3-10 0,0-8 16,4-6-16,2-1 16,0 1-16,4 1 15,2 0-15,2 3 16,-1 6-16,-18 14 15,25-9-15,-2 10 16,1 12-16,-4 5 16,-2 5-16,-4 2 15,-14-25 1,12 25-16,-12-25 0,6 25 16</inkml:trace>
  <inkml:trace contextRef="#ctx0" brushRef="#br0" timeOffset="35866.8667">13812 17708 0,'0'0'16,"0"0"-16,-3-8 0,-5-5 0,-6-1 15,-4-3 1,-2 2-16,-1 9 0,-3 8 16,-3 6-16,1 8 15,26-16-15,-19 20 16,3 5-16,9 3 16,10 0-16,4-3 15,8-5-15,2-4 16,5-4-16,0-5 15,-22-7-15,24 4 16,-1-5-16,1-4 16,-2-5-16,-7-4 15,-2-4-15,-13 18 16,10-19-16,-4-5 16,-6 24-16,1-22 15,-1 22-15,-1-16 0,-3 7 16,-1 12-1,-3 12-15,0 15 16,5 10-16,2 6 0,1 7 16,6 5-16,4-1 15,-3 5-15,4 0 16,-1 1-16,1-2 16,-5-4-16,-5-9 15,-6-5-15,-2-7 16,-6-8-16,-2-6 15,-7-5-15,-4-12 16,-3-9-16,-4-8 16,-2-14-16,0-10 0,-1-9 15,3-9 1</inkml:trace>
  <inkml:trace contextRef="#ctx0" brushRef="#br0" timeOffset="36554.2008">14579 17602 0,'0'0'0,"0"0"0,5-4 16,-5 4-16,5-10 16,-1-1-16,-6-4 15,-9-1-15,-9 6 16,-6 2-16,-5 10 15,-3 5-15,-3 8 16,-1 5-16,5 9 16,0 4-16,7 9 15,11-1-15,10 3 16,10-1-16,12-7 0,12-7 16,6-2-16,4-7 15,0-5-15,3-5 16,1-9-1,-3-3-15,-4-7 0,-5-5 16,-31 14-16,26-16 16,-7-4-16,-5-3 15,-4-9-15,-8 2 16,-8-4-16,0-1 16,-8-1-16,-3-3 15,1 0-15,-2 9 16,-4 2-16,22 28 15,-19-15-15</inkml:trace>
  <inkml:trace contextRef="#ctx0" brushRef="#br0" timeOffset="36897.8751">15096 17667 0,'0'0'0,"0"0"0,-4-5 16,-9-5-16,-5-2 15,18 12-15,-21-10 16,-7 4-16,-3 12 15,5 5-15,2 13 16,3 7-16,9 5 16,2 2-16,8 4 15,8-2-15,8-5 16,6-3-16,9-8 16,7-8-16,5-4 15</inkml:trace>
  <inkml:trace contextRef="#ctx0" brushRef="#br0" timeOffset="37194.6328">15296 17285 0,'0'0'0,"0"0"0,0 2 16,1 3-16,-2 11 16,2 5-16,2 12 15,-1 4-15,-1 12 16,1 6-16,1 7 16,-5 2-16,0 1 15,-3-1-15,4-9 16,0-6-16,0-9 15,7-8-15,-3-6 0,-3-26 16,4 24 0,-1-10-16</inkml:trace>
  <inkml:trace contextRef="#ctx0" brushRef="#br0" timeOffset="37600.782">15255 17724 0,'0'0'0,"10"-1"0,2 2 16,11 4-16,12 0 16,4-1-16,5 2 15,0-3-15,-4-1 16,-3-2-16,-37 0 15,34-1-15,-34 1 16,28 0-16,-28 0 16,22-3-16,-22 3 15,14-6-15,-9-2 0,-5 8 16,-4-9-16,-9 3 16,-8 3-16,-2 11 15,-3 8-15,-1 7 16,7 3-16,6 0 15,5 0-15,5-1 16,10-2-16,9-5 16,10 0-16,9-6 15,3-8-15</inkml:trace>
  <inkml:trace contextRef="#ctx0" brushRef="#br0" timeOffset="37928.8275">15832 17367 0,'0'0'0,"0"0"0,0 10 15,-1 15-15,0 11 16,0 6 0,0 7-16,2 5 0,-3-1 15,1 2-15,3 0 16,1-4-16,3-9 16,0-3-16,4-8 15,2-3-15,-12-28 16,16 20-16,1-2 15,10-14-15,0-7 16,-1-4-16</inkml:trace>
  <inkml:trace contextRef="#ctx0" brushRef="#br0" timeOffset="38131.9571">15824 17709 0,'0'0'0,"4"4"0,7 2 16,8 1-16,11-2 16,13-2-16,6-1 15,12-2-15</inkml:trace>
  <inkml:trace contextRef="#ctx0" brushRef="#br0" timeOffset="38631.8439">16961 17562 0,'0'0'0,"0"0"0,0-3 16,0 3-16,-3-12 15,-5-1-15,-6-1 16,-3 1-16,-6 4 16,-1 11-16,-5 8 15,-2 7-15,0 10 16,2 7-16,0 1 15,6 5-15,8 2 16,6-4-16,11-2 16,9 0-16,10-5 15,8-5-15,8-7 0,2-4 16,4-5-16,3-6 16</inkml:trace>
  <inkml:trace contextRef="#ctx0" brushRef="#br0" timeOffset="38959.889">17208 17691 0,'0'0'0,"-1"-7"0,-9 2 15,-1-5-15,-11 2 16,0 4-16,-3 5 16,25-1-16,-26 8 15,0 5-15,4 8 16,7 3-16,8 0 15,6 0-15,6 0 16,9-3-16,9-1 16,5-5-16,4-5 15,2-1-15,-2-6 16,-32-3-16,33 0 16,-3-4-16,-30 4 15,25-15-15,-6-8 16,-14-6-16,-9-5 15,-12-1-15,-5 6 0,-6 0 16,-6 9-16,5 6 16,28 14-16,-28-12 15</inkml:trace>
  <inkml:trace contextRef="#ctx0" brushRef="#br0" timeOffset="39334.7829">17344 17720 0,'0'0'0,"3"8"16,5 5-16,0 2 15,-8-15-15,10 23 16,-1 3-16,0-1 16,-9-25-16,6 24 15,-6-24-15,2 19 16,-2-19-16,1 14 15,-1-14-15,0 8 16,1-8-16,1-7 0,4-7 16,2-2-16,0-2 15,1-3-15,-9 21 16,9-21-16,4 7 16,-13 14-16,20-10 15,-2 10-15,0 10 16,-18-10-16,17 18 15,-4 6-15,0 7 16,-13-31-16,6 30 16,-2-3-16,-4-27 15</inkml:trace>
  <inkml:trace contextRef="#ctx0" brushRef="#br0" timeOffset="39662.918">17743 17488 0,'0'0'0,"0"0"0,1 1 0,5 12 16,-2 8-16,2 12 15,0 4-15,-2 5 16,2 3-16,0 5 16,0-1-16,-3 1 15,-4-3-15,0-4 16,0-7-16,1-36 16,-4 34-16,4-34 15,-2 27-15,2-27 16</inkml:trace>
  <inkml:trace contextRef="#ctx0" brushRef="#br0" timeOffset="39866.0528">17702 17429 0,'0'0'0,"0"0"0,3-4 0,4-4 15,8 0-15,4 2 16,8 2-16,5 4 16,9 5-16,8 7 15,-3 3-15,-1 8 16,-6-1-16,-10 10 16</inkml:trace>
  <inkml:trace contextRef="#ctx0" brushRef="#br0" timeOffset="40194.1015">17748 17733 0,'0'0'0,"0"0"0,10-1 16,10-1-16,7 1 15,4-1-15,4-1 0,-3 3 16,-32 0-16,29 0 16,-2 0-16,-27 0 15,28 2-15,-8 6 16,-7 5-16,-6 7 16,-4 3-16,-2 1 15,-3-2-15,2-22 16,-3 22-16,1 3 15,2-25-15,-2 23 16,2-23-16,-4 22 16,4-22-16</inkml:trace>
  <inkml:trace contextRef="#ctx0" brushRef="#br0" timeOffset="40365.9926">17990 17614 0,'0'0'0,"0"0"0,5 3 0,0 4 0,-5-7 16,12 10-16</inkml:trace>
  <inkml:trace contextRef="#ctx0" brushRef="#br0" timeOffset="41022.0836">18482 17829 0,'0'0'0,"0"0"0,-2-8 0,-2-8 16,-5-1-16,-6-2 16,0 1-16,-7 2 15,0 5-15,-5 5 16,-3 6-16,-2 6 16,32-6-16,-28 12 15,3 7-15,25-19 16,-17 26-16,14-2 0,14 2 15,7-6-15,9-4 16,3-5-16,0-5 16,-3-6-16,-27 0 15,26-3-15,-26 3 16,24-5-16,-5-6 16,-19 11-16,13-18 15,-13 18-15,12-17 16,-12 17-16,4-21 15,-4 21-15,2-18 16,-3 8-16,-5 17 16,3 11-16,1 7 15,1 12-15,-1 9 16,2 0-16,0 5 16,-2 1-16,4 2 15,-4 2-15,-2-4 0,-1-3 16,-1-7-1,0-6-15,6-36 0,-8 28 16,8-28-16,-10 22 16,-2-6-1,-4-12-15,-2-10 0,0-8 16,-2-15-16,2-4 16,2-8-16,2-5 15,3-5-15</inkml:trace>
  <inkml:trace contextRef="#ctx0" brushRef="#br0" timeOffset="42131.151">18707 17791 0,'0'0'0,"0"6"0,-1 6 16,1-12-16,-1 21 16,0 5-16,-1 4 15,2-30-15,0 27 16,5-2-16,-5-25 16,12 22-16,5-7 15,-17-15-15,24 9 16,4-7-16,1-7 15,-3-4-15,-26 9 16,19-15-16,-2-5 16,-17 20-16,9-24 15,-9 24-15,3-23 16,-3 23-16,1-21 16,-1 21-16,-6-11 15,-4 11-15,-1 11 16,7 3-16,4-14 15,3 18-15,7-2 16,8-3-16,4 2 0,1-5 16,-23-10-16,23 1 15,-1 0-15,0-6 16,-22 5-16,18-14 16,-2-1-16,-2-5 15,-14 20-15,9-26 16,-7 1-16,-2 25 15,-1-28-15,1 28 16,-3-25-16,3 25 16,-2-21-16,2 5 15,0 16-15,8-14 16,8 6-16,5 5 16,4 6-16,-25-3 15,25 8-15,-1 5 16,-4 8-16,-20-21 15,9 23-15,-7 2 16,-8 4-16,6-29 0,-9 30 16,9-30-16,-7 27 15,0-2-15,9-2 16,-2-23-16,11 15 16,4-6-16,8-6 15,4-6-15,4-3 16,0-4-16,2-4 15,1-3-15,0-3 16,-4 0-16,-4-1 16,0-1-16,-26 22 15,19-20-15,-19 20 16,14-21-16,-8-2 16,-10 4-16,-10 5 15,-4 7-15,-3 4 16,-4 4-16,-1 5 15,3 5-15,23-11 16,-20 14-16,1 0 0,19-14 16,-6 20-16,6 3 15,0-23-15,12 19 16,5-2-16,-17-17 16,27 14-16,-27-14 15,24 5-15,-24-5 16,22 0-16,-22 0 15,18-3-15,-18 3 16,12-8-16,-12 8 16,5-5-16,-3 6 15,-2-1-15,2 9 16,2 7-16,-4-16 16,9 24-16,9-1 15,7-6-15,3-1 16</inkml:trace>
  <inkml:trace contextRef="#ctx0" brushRef="#br0" timeOffset="42490.4695">19763 17305 0,'0'0'0,"0"0"0,2 8 0,1 8 16,0 9-16,0 4 16,1 6-16,-2 10 15,0 4-15,-2 8 16,-3 0-16,-2 0 15,3-6-15,1-1 16,1-6-16,1-3 16,1-4-16,3-6 15,-5-31-15,3 25 0,-3-25 16,1 22-16,-1-22 16</inkml:trace>
  <inkml:trace contextRef="#ctx0" brushRef="#br0" timeOffset="42787.2789">19690 17744 0,'0'0'0,"0"0"0,4 1 15,9-1-15,8 0 16,2 3-16,6 0 15,2-1-15,2 0 16,-4 1-16,-29-3 16,27 3-16,0 3 15,-27-6-15,26 13 16,-12 2-16,-5 9 16,-3 2-16,-6-26 15,1 27-15,-1-27 16,-3 27-16,3-27 15,-5 26-15,5-26 0</inkml:trace>
  <inkml:trace contextRef="#ctx0" brushRef="#br0" timeOffset="42974.731">19914 17601 0,'0'0'0,"0"0"0,0 0 0,5 2 15,-5-2-15,6 1 16,5 2-16,-11-3 16</inkml:trace>
  <inkml:trace contextRef="#ctx0" brushRef="#br0" timeOffset="43396.526">20344 17792 0,'0'0'0,"0"0"0,-5-5 15,-3-6-15,-6-4 16,-5 4-16,-4 1 16,-4 8-16,-2 4 15,-3 10-15,7 2 16,6 4-16,4 4 16,8 0-16,11 1 15,7-1-15,5-1 16,7-2-16,3-3 15,1-4-15,4-4 16,-31-8-16,29 2 16,-2-3-16,-5-9 15,-5-7-15,-6-2 16,-6-4-16,-7-2 16,-9-2-16,-5 0 15,-5 4-15,0 3 16</inkml:trace>
  <inkml:trace contextRef="#ctx0" brushRef="#br0" timeOffset="43865.1625">20468 17745 0,'0'0'0,"2"7"0,2 6 15,4 4-15,-1 4 16,2 2-16,-9-23 16,5 22-16,-5-22 15,4 20-15,-4-20 16,2 19-16,-2-19 16,-1 12-16,1-12 15,0 7-15,0-7 16,0 3-16,2-9 15,-2 6-15,0-16 16,4-5-16,0-1 0,2-2 16,-6 24-16,8-21 15,-8 21-15,10-19 16,-10 19-16,17-14 16,0 4-16,6 9 15,-1 10-15,-3 6 16,-1 3-16,-5 5 15,-3 4-15,-4-1 16,-1 3-16,-5-29 16,5 28-16,-5-28 15,2 25-15,-2-25 16</inkml:trace>
  <inkml:trace contextRef="#ctx0" brushRef="#br0" timeOffset="44365.0534">21466 17747 0,'0'0'0,"0"0"0,-1-2 15,-2-10-15,3 12 16,-6-15-16,-3 1 16,-6-2-16,-6 6 15,0 9-15,-4 5 16,-2 9-16,4 6 15,3 1-15,7 2 16,7 5-16,7-2 16,6 1-16,7 3 0,7-2 15,3-5-15,5-4 16,3-6-16,-4-1 16,-2-9-16,-26-2 15,24 0-15,-6-8 16,-1-9-16,-5-6 15,-5-4-15,-4-5 16,-8-2 0,-3 0-16,-4 0 0,-8 6 15,-1 3-15,21 25 16</inkml:trace>
  <inkml:trace contextRef="#ctx0" brushRef="#br0" timeOffset="44693.0966">21802 17488 0,'0'0'0,"0"0"15,0 5-15,0 7 16,-5 3-16,2 9 16,5 7-16,-1 7 15,1 4-15,0 2 16,-1 4-16,-1-1 16,-1-1-16,-3-7 15,1-1-15,3-38 16,-2 34-16,2-34 15,-2 30-15,2-30 16,-4 23-16</inkml:trace>
  <inkml:trace contextRef="#ctx0" brushRef="#br0" timeOffset="44927.4004">21648 17484 0,'0'0'0,"0"0"0,3-9 0,-3 9 15,13-17-15,5-5 16,13 1-16,2 4 16,5 2-16,3 9 15,0 3-15,1 5 16,4 7-16,-6 5 15,-7 3-15,-7 8 16</inkml:trace>
  <inkml:trace contextRef="#ctx0" brushRef="#br0" timeOffset="45130.4989">21750 17683 0,'0'0'0,"0"0"0,12 0 16,11 4-16,17 3 16,5-2-16,8 2 15,2 0-15</inkml:trace>
  <inkml:trace contextRef="#ctx0" brushRef="#br0" timeOffset="45489.7676">22641 17390 0,'0'0'0,"0"0"0,0 0 16,0 1-16,-3 10 16,-3 10-16,-3 12 15,-6 6-15,-2 9 16,-1 5-16,-1 0 15,2 2-15,5-5 16,2-4-16,3-3 16,5 0-16,3-6 15,1-4-15,-2-33 16,3 31-16,-3-31 16,3 23-16,-4-9 15</inkml:trace>
  <inkml:trace contextRef="#ctx0" brushRef="#br0" timeOffset="45895.9229">22626 17294 0,'0'0'0,"6"-3"0,11 4 0,8 3 16,8 3-16,-1 5 15,6 3-15,-6 3 16,2 4-16,-4 2 16,-2 2-16,-8 5 15,-5 4-15,-8 2 16,-6 8-16,-4 5 15,-5-3-15,-4 1 16,-2-2-16,1-5 16,3-4-16,10-37 0,-11 32 15,-2-2-15,2-5 16,11-25-16,-14 20 16,2-8-16,12-12 15,-13 6-15</inkml:trace>
  <inkml:trace contextRef="#ctx0" brushRef="#br0" timeOffset="46067.7735">22582 17691 0,'0'0'0,"6"3"0,4 0 15,8 5-15,16-1 16,10 3-16,2-1 16,6-6-16,2-1 15</inkml:trace>
  <inkml:trace contextRef="#ctx0" brushRef="#br0" timeOffset="46598.883">23038 17701 0,'0'0'0,"0"0"0,3 2 16,9 1-16,7 4 16,5 2-16,4 7 15,1-1-15,-2 2 16,-4 1-16,1 2 16,-6 1-16,-5 1 15,-7 1-15,-9-6 0,-3 1 16,-7-7-16,1 0 15,12-11 1,-16 9-16,16-9 0,-16 6 16,16-6-16,-17 0 15,1-4-15,16 4 16,-11-9-16,11 9 16,-6-12-16,7-4 15,8-2-15,6-4 16,8 1-16,5-2 15,9 1-15,-3 2 16,-4 1-16,-30 19 16,28-16-16,-28 16 15</inkml:trace>
  <inkml:trace contextRef="#ctx0" brushRef="#br0" timeOffset="129063.0788">28109 2034 0,'0'0'0,"0"0"0,0 0 16,0 0 0,0 0-16,2-2 0,-2 2 15,4-2-15,-1 9 16,2 5-16,-1 8 0,-1 12 15,-3 4-15,0 10 16,1 8-16,-1 8 16,-2 8-1,1 6-15,-3 3 0,-2 2 16,3-2-16,-2-3 16,1-6-16,-3-9 15,4-8-15,-1-12 16,5-8-16,-1-33 15,-1 28-15,1-10 16,0-18-16,-5 3 16,-3-15-16</inkml:trace>
  <inkml:trace contextRef="#ctx0" brushRef="#br0" timeOffset="129422.4214">27823 2156 0,'0'0'0,"3"-13"0,-1-8 0,4-12 0,5-3 15,8-1-15,6 2 0,11 6 16,10 4-16,4 5 16,4 10-16,1 8 15,-2 7-15,-2 6 16,0 5-16,-7 8 15,-3 4-15,-6 6 16,-10 4-16,-10 3 16,-10 5-16,-7 4 15,-11-1-15,-13-2 16,-4-6-16,-10-3 16,-6-6-16,-4 0 15,3-8-15,4-3 16,43-21-16,-38 16 15</inkml:trace>
  <inkml:trace contextRef="#ctx0" brushRef="#br0" timeOffset="129766.0699">28587 2513 0,'0'0'0,"0"0"0,2 11 16,1 12-16,4 5 15,-3 7-15,2 0 16,-6 1-16,-3-3 16,3-33-16,-7 32 15,-3-4-15,10-28 16,-18 22-16,0-11 15,-2-7-15,5-9 16,2-13-16,8-10 16,9-7-16,5-9 0,9-7 15,7 1-15,8 2 16,2 8-16,2 10 16,-37 30-16</inkml:trace>
  <inkml:trace contextRef="#ctx0" brushRef="#br0" timeOffset="130187.8647">29018 2525 0,'0'0'0,"0"0"0,-1-5 0,-2-6 16,-6 1-16,-9 0 15,-2 9-15,-8 9 16,0 6-16,-2 4 16,7 9-16,1 2 0,10 2 15,6-2-15,14-3 16,7-5-1,11-5-15,8-8 0,6-5 16,-2-7-16,1-6 16,-3-4-16,-7-5 15,-7-1-15,-4-5 16,-14-1-16,-11 0 16,-8-3-16,-10 5 15,-12 11-15,-5 8 16,-6 9-16,-1 8 15,49-12-15,-41 15 16</inkml:trace>
  <inkml:trace contextRef="#ctx0" brushRef="#br0" timeOffset="130422.1823">29130 2480 0,'0'0'0,"-1"6"0,1 14 16,-1 11-16,3 14 16,0 11-16,-7 8 15,2 0-15,-1 4 16,-3-2-16,-1-2 16,5-1-16,0-6 15,2-6-15,1-51 16,1 40-16</inkml:trace>
  <inkml:trace contextRef="#ctx0" brushRef="#br0" timeOffset="130734.6166">29118 2413 0,'0'0'0,"8"-5"0,10 2 16,16-3-16,7 9 15,7 5-15,-1 8 16,-4 3-16,-11 9 16,-10-3-16,-10 5 15,-13 2-15,-15-2 16,-6-1-16,-13-3 15,-5-2-15,-7-2 16,3-4-16,44-18 16,-40 11-16,13-8 15</inkml:trace>
  <inkml:trace contextRef="#ctx0" brushRef="#br0" timeOffset="131328.2033">29527 2507 0,'0'0'0,"0"0"0,2 1 15,5 4-15,5-1 16,-12-4-16,21 2 16,4-2-16,5-6 15,-30 6-15,29-12 16,-8-4-16,-21 16 15,10-21-15,-10-2 16,0 23-16,-13-22 16,-5 11-16,-12 11 15,-4 13-15,3 11 16,0 8-16,5 4 16,5 2-16,9-5 15,8-3-15,11-7 16,7-6-16,9-5 15,8-8-15,3-5 16,1-2-16,1-4 16,1-8-16,-4-1 0,-5-6 15,-7-3-15,-10 0 16,-7-3-16,-3 1 16,-9 4-16,8 23 15,-12-21-15,12 21 16,-12-18-16,12 18 15,-8-12-15,7 1 16,11 1-16,8 2 16,6 5-16,4 3 15,0 7-15,-3 5 16,-3 3-16,-3 2 16,-3 5-16,-11 3 15,-4 3-15,-2 2 16,-4 3-16,0-4 0,5-29 15,2 23-15,10-8 16,12-14-16</inkml:trace>
  <inkml:trace contextRef="#ctx0" brushRef="#br0" timeOffset="131625.0088">30214 1756 0,'0'0'0,"3"6"0,-2 10 15,-1 17-15,-1 16 16,3 11-16,-3 8 15,0 3-15,2 2 16,1-2-16,-1-4 0,1-7 16,3-7-16,0-6 15,-1-7-15,2-5 16,-6-35-16,5 32 16,-5-32-16,8 30 15</inkml:trace>
  <inkml:trace contextRef="#ctx0" brushRef="#br0" timeOffset="131890.542">30145 2335 0,'0'0'0,"6"-3"0,6-1 0,12-5 16,7 0-16,3 0 15,7-1-15,-3 6 16,-5 4-16,-4 8 16,-3 1-16,-9 8 15,-3 7-15,-7 8 16,-8 5-16,-1-2 0,-4 0 16,6-35-16,-9 32 15,2-10 1</inkml:trace>
  <inkml:trace contextRef="#ctx0" brushRef="#br0" timeOffset="132046.7507">30398 2148 0,'0'0'0,"0"0"0,1 1 0,9 5 16</inkml:trace>
  <inkml:trace contextRef="#ctx0" brushRef="#br0" timeOffset="132687.2609">30692 2334 0,'0'0'0,"0"0"0,6 0 16,9-5-16,7-3 15,4-3-15,1-3 0,-27 14 16,21-15 0,-21 15-16,16-16 15,-9-3-15,-9 3 0,-11 9 16,-8 11-16,-7 10 15,-10 11-15,3 8 16,1 2-16,-1 4 16,12-4-16,7-5 15,11-6-15,9-3 16,10-6-16,6-5 16,8-2-16,7-8 15,4-6-15,3-6 16,1-6-16,2-6 15,-3-6-15,-1-3 16,-6-3-16,-9 2 16,-3 0-16,-7-2 15,-8 2-15,-5 1 16,-4 4-16,1 29 16,-4-25-16,4 25 0,-9-18 15,-1 13-15,-2 14 16,1 11-16,6 8 15,7 4-15,9 2 16,8-2-16,4 0 16,6 1-16,1-3 15,1-1-15,-6-3 16,-3 3-16,-5-4 16,-3 0-16,-14-25 15,5 23-15,-7-2 16,-8-3-16,-10-6 15,-6-4-15,-7-3 16,-5-5-16,0-9 16</inkml:trace>
  <inkml:trace contextRef="#ctx0" brushRef="#br0" timeOffset="133624.513">26878 3913 0,'0'0'0,"0"0"0,6-3 15,12-2-15,15 1 16,7 1-16,6-3 15,6 3-15,-2 0 0,-4 0 16,-3 0-16,-9 1 16,-34 2-16,30 0 15,-30 0-15,21-1 16,-21 1-16,17-2 16</inkml:trace>
  <inkml:trace contextRef="#ctx0" brushRef="#br0" timeOffset="133968.2609">27228 3652 0,'0'0'0,"6"4"0,7 0 0,7 6 16,11 1-16,6 1 16,6 2-16,-3 2 15,-1 2-15,-6 4 0,-12 0 16,-5 5-16,-11 3 16,-10 3-16,-8 5 15,-8 1-15,-5 1 16,-4 2-16,0-3 15,-2-6-15,32-33 16,-31 32-16,4-3 16,27-29-16,-20 26 15</inkml:trace>
  <inkml:trace contextRef="#ctx0" brushRef="#br0" timeOffset="134468.239">28093 3545 0,'0'0'0,"0"0"0,1-8 0,-1-7 16,0 15-16,-5-16 16,-8-2-16,-9 8 15,-7 6-15,-2 11 16,1 0-16,3 8 16,5 3-16,9 3 15,4 4-15,9 4 16,10 2-16,11 1 15,7-1-15,6-3 16,3 2-16,-1 1 16,2-2-16,-5 4 15,-8-3-15,-8-2 16,-12 0-16,-8 2 16,-10-2-16,-8-3 15,-11-1-15,-5-4 16,-5-1-16,-1-7 15,-2-7-15,5-5 0,4-9 16,7-7-16,29 16 16</inkml:trace>
  <inkml:trace contextRef="#ctx0" brushRef="#br0" timeOffset="134827.5271">28381 3794 0,'0'0'0,"0"0"0,-5 3 16,-6 4-16,-11 7 0,-2 6 15,-7 6 1,4 2-16,2 4 0,7-1 15,6-4-15,11 0 16,10-9-16,9-5 16,8-7-16,4-6 15,1-6-15,2-5 16,-1-2-16,-5-7 16,-27 20-1,23-20-15,-5-3 0,-8-3 16,-9 1-16,-7 0 15,-13 5-15,-3 5 16,-4 1-16,-7 6 16</inkml:trace>
  <inkml:trace contextRef="#ctx0" brushRef="#br0" timeOffset="135093.1357">28608 3359 0,'0'0'0,"-1"5"0,0 8 16,3 15-16,0 9 16,4 9-16,-1 14 15,-5 7-15,2 0 16,-2 3-16,0-6 15,-1-7-15,2-7 16,-1-50-16,0 41 16,6-10-16,4-10 15,5-12-15</inkml:trace>
  <inkml:trace contextRef="#ctx0" brushRef="#br0" timeOffset="135858.6348">28805 3789 0,'0'0'0,"0"0"0,0 6 0,-2 12 15,4 7-15,1 3 16,2-1-16,-5-27 16,5 25-16,8-6 15,7-8-15,2-11 16,6-9-1,1-5-15,-1-10 0,-28 24 16,24-27-16,-24 27 16,21-27-16,-21 27 15,13-24-15,-6 8 16,-2 12-16,-8 11 16,-1 10-16,1 6 15,3-23-15,-2 30 16,4-2-16,11 0 15,2-8-15,6-8 16,2-12-16,4-4 16,2-10-16,2-11 15,1-4-15,-4-9 0,0-3 16,-4-7-16,-5-1 16,-7-3-16,-3-1 15,0-6-15,-4 3 16,-3 2-16,-5 2 15,-2 2-15,-3 7 16,8 43-16,-7-39 16,7 39-16,-10-27 15,10 27-15,-7-18 16,-3 18-16,5 21 16,1 15-16,5 11 15,-2 13-15,-3 8 16,4 5-16,-2-2 15,-3 3-15,4-11 16,1-11-16,3-7 16,4-12-16,5-8 0,6-7 15,0-9-15,7-6 16,0-4-16,3-11 16,-4-4-16,0-3 15,-24 19-15,16-24 16,-6 2-16,-10 22 15,6-25-15,-11 7 16,-11 6-16,-12 9 16,-4 8-16,-4 6 15,36-11-15,-34 12 16</inkml:trace>
  <inkml:trace contextRef="#ctx0" brushRef="#br0" timeOffset="136030.4693">29626 3749 0,'0'0'0,"2"7"0,-4 14 0,0 7 16,-1 6-1,2 10-15,0-2 0,-1-7 16</inkml:trace>
  <inkml:trace contextRef="#ctx0" brushRef="#br0" timeOffset="136202.2553">29570 3584 0,'0'0'0,"0"0"0,0 0 16,1 1-16,-1-1 15</inkml:trace>
  <inkml:trace contextRef="#ctx0" brushRef="#br0" timeOffset="136499.0912">29855 3195 0,'0'0'0,"4"10"0,-2 17 16,3 12-16,0 13 15,0 12-15,-3 6 16,2 3-16,-6-4 15,-2-4-15,2-9 16,-2-6-16,3-7 16,3-8-16,6-1 15,-8-34-15,6 30 0,-6-30 16,12 24-16</inkml:trace>
  <inkml:trace contextRef="#ctx0" brushRef="#br0" timeOffset="136655.3211">30074 3668 0,'0'0'0,"0"0"0,0 9 0,-3 9 16,2 8-16,0 5 15,-2-2-15,3-29 16,-5 31-16</inkml:trace>
  <inkml:trace contextRef="#ctx0" brushRef="#br0" timeOffset="136811.5375">30059 3508 0,'0'0'0,"0"0"0,0 0 0,1-1 16,4 0-16</inkml:trace>
  <inkml:trace contextRef="#ctx0" brushRef="#br0" timeOffset="137139.5313">30327 3099 0,'0'0'0,"0"0"0,0 9 0,1 21 16,-1 14-16,3 13 15,-9 17-15,0 4 16,-7 4-16,0-3 15,-3-10-15,7-9 16,0-11-16,2-11 16,6-11-16,7-2 15,-6-25-15,10 17 16,6-6-16,13-14 16,6-11-16,1-10 0,-2-8 15</inkml:trace>
  <inkml:trace contextRef="#ctx0" brushRef="#br0" timeOffset="137295.7533">30243 3624 0,'0'0'0,"0"0"0,0 0 0,-4 2 15,8-1-15,10 0 16,10-2-16,11-8 15,10-2-15</inkml:trace>
  <inkml:trace contextRef="#ctx0" brushRef="#br0" timeOffset="137764.4192">30516 3666 0,'0'0'0,"0"0"0,-2 5 0,6 5 16,6 7-16,7-3 0,2-6 16,5-3-1,1-1-15,2-9 0,-2-4 16,0-3-16,-25 12 16,24-18-16,-1-3 15,-23 21-15,22-27 16,-22 27-16,14-27 15,-14 27 1,11-19-16,-7 6 0,-7 16 16,-3 15-16,-2 12 15,-3 16-15,-1 10 16,2 7-16,0 9 16,3 0-16,0 2 15,0-3-15,1-4 16,1-3-16,0-8 15,-4-9-15,-3-8 16,-3-10-16,-2-5 0,-6-6 16,-1-10-16,-4-5 15,-1-13-15,-4-18 16,4-11-16,5-13 16</inkml:trace>
  <inkml:trace contextRef="#ctx0" brushRef="#br0" timeOffset="137967.5126">31053 3542 0,'0'0'0,"3"13"0,-1 4 15,1 13-15,-2 9 16,0 2-16,-4 2 0,3-43 16,-9 38-16</inkml:trace>
  <inkml:trace contextRef="#ctx0" brushRef="#br0" timeOffset="138123.6738">31080 3338 0,'0'0'0,"0"0"16,4 2-16</inkml:trace>
  <inkml:trace contextRef="#ctx0" brushRef="#br0" timeOffset="138498.6217">31246 3541 0,'0'0'0,"4"6"0,1 11 0,2 4 0,-7-21 16,7 25-16,3 3 15,-10-28-15,8 27 16,-8-27-16,6 19 16,-6-19-16,5 12 15,-1-13-15,5-13 16,1-11-16,4-8 16,2 1-16,3 2 15,-1 3-15,4 11 16,-1 8-16,-2 8 15,0 10-15,-2 7 16,-2 7-16,-4 6 16,-5 6-16,-4-4 15,-2-32-15,0 33 16,0-33-16,-2 29 16</inkml:trace>
  <inkml:trace contextRef="#ctx0" brushRef="#br0" timeOffset="139029.9319">31873 3471 0,'0'0'0,"-1"10"0,-1 8 0,0 9 15,3 3-15,0-1 16,7-4-16,6-4 16,-14-21-16,15 15 15,7-7-15,7-7 16,0-10-16,1-3 16,-2-7-16,-4 1 15,-24 18-15,21-19 16,-21 19-16,13-15 15,-13 15-15,8-11 16,-4 5-16,-4 6 16,0 7-16,-3 8 0,3-15 15,-4 25-15,8 0 16,10-3-16,6-8 16,7-5-1,2-13-15,3-9 0,-4-2 16,-2-2-16,-3-4 15,-2-4-15,-5 2 16,-5-5-16,-7-3 16,-1 1-16,-6-1 15,-9 6-15,-4 3 16,-5 7-16,-7 6 16,0 5-16,28 4 15,-24 0-15</inkml:trace>
  <inkml:trace contextRef="#ctx0" brushRef="#br0" timeOffset="139467.4353">32669 3409 0,'0'0'0,"0"0"0,-2-7 0,-3-10 16,-11 5-16,-5-1 16,-4 5-16,-4 5 15,2 9-15,2 5 16,-1 5-16,2 7 16,2 3-16,4 5 15,6 1-15,10-3 16,10-6-16,-8-23 15,12 17-15,9-8 16,7-9-16,-1-5 16,-6-5-16,3-2 15,-4-3-15,-20 15 16,14-18-16,-14 18 0,11-13 16,-6 7-16,-3 10 15,0 13-15,1 7 16,-1 4-16,3-2 15,9-3-15,6-7 16,9-15-16,6-7 16</inkml:trace>
  <inkml:trace contextRef="#ctx0" brushRef="#br0" timeOffset="139795.4829">32833 2783 0,'0'0'0,"0"0"0,0 4 15,0 11-15,2 4 16,-3 15-16,2 8 15,-2 12-15,0 4 16,1 8-16,-3 7 16,-2 1-16,3-2 15,-1-4-15,2-11 16,4-8-16,2-7 16,1-6-16,2-5 15,-1-3-15,-7-28 16,3 26-16,-3-26 15</inkml:trace>
  <inkml:trace contextRef="#ctx0" brushRef="#br0" timeOffset="140467.3147">32818 3371 0,'0'0'0,"11"0"0,11-1 16,10-4-16,6 0 15,3-3-15,2-2 16,-4-1-16,-5-1 16,-6-1-16,-28 13 15,26-15-15,-26 15 16,16-15-16,-16 15 15,10-16-15,-10 2 16,-10 10-16,-10 7 16,-5 8-16,-1 10 15,-1 13-15,-2 5 16,5 5-16,6-4 16,9-3-16,8-5 0,7-5 15,7-10 1,6-1-16,2-7 0,7-4 15,0-7-15,3-7 16,-1-5-16,-2-5 16,-4-4-16,-2-3 15,-4-2-15,-4 0 16,-7-2-16,-7 30 16,7-30-16,-7 30 15,2-26-15,-2 3 16,0 23-16,1-23 15,-1 23-15,6-19 16,6 6-16,5 4 16,-17 9-16,21-6 15,2 7-15,-23-1 0,20 7 16,-1 7-16,-11 9 16,-7 6-16,-2 4 15,-7 4-15,1-1 16,-6 2-16,6-3 15,3-4-15,7 0 16,7-4-16,13-2 16</inkml:trace>
  <inkml:trace contextRef="#ctx0" brushRef="#br0" timeOffset="159556.5774">26784 5113 0,'0'0'0,"0"0"0,0 0 0,-1-2 16,1 2-1,-3-1-15,3 1 0,0-2 16,3 5-16,8-1 16,5-1-16,5 3 15,3-4-15,7-1 0,5-2 16,4 2-16,7-5 15,8 3-15,0-1 16,-2 2-16,-2-1 16,-7 3-16,-7 0 15,-37 0-15,31 0 16,-31 0-16,21 4 16,-21-4-16,16 5 15,-16 2-15</inkml:trace>
  <inkml:trace contextRef="#ctx0" brushRef="#br0" timeOffset="159962.6832">27172 4850 0,'0'0'0,"0"0"0,7 2 15,6 1-15,18 2 16,4 3-16,3 2 15,3 1-15,1 1 16,-4 4-16,-5-1 16,-2 6-16,-10 4 15,-3 1-15,-8 4 16,-11 4-16,-8 1 0,-9 0 16,-12 4-16,-8-2 15,-8 1 1,-4 2-16,-1-6 15,1 1-15,7-3 0,43-32 16,-37 26-16,37-26 16,-26 17-16,15-8 15</inkml:trace>
  <inkml:trace contextRef="#ctx0" brushRef="#br0" timeOffset="160431.3642">28130 4624 0,'0'0'0,"-2"7"0,-3 7 16,3 15-16,0 11 16,-3 7-16,2 6 15,-1 10-15,0 5 16,-2-3-16,3 4 0,-1-2 16,1-6-16,2-8 15,-1-4-15,2-49 16,-1 40-16,1-4 15,0-36-15,4 33 16,2-15-16</inkml:trace>
  <inkml:trace contextRef="#ctx0" brushRef="#br0" timeOffset="160759.4074">28418 4627 0,'0'0'0,"0"8"0,-1 9 0,4 17 16,-2 14-1,-1 10-15,-1 6 0,4 0 16,-4 0-16,2-6 16,1-6-1,-1-8-15,-1-44 0,-1 37 16,1-6-16,0-31 16,1 27-1,-1-27-15,-1 19 0</inkml:trace>
  <inkml:trace contextRef="#ctx0" brushRef="#br0" timeOffset="161087.4733">28225 5068 0,'0'0'0,"10"-2"0,5-3 15,16-3-15,7-3 0,6 3 16,4-3-16,1 3 16,-1 3-16,-8 4 15,-3-3-15,-37 4 16,26 5-16,-3 3 16,-10 5-16,-1 6 15,-5 5-15,-6 1 16,2 4-16,-3-29 15,-2 31-15,2-1 16,0-30-16,-5 32 16,5-32-16,-4 27 15</inkml:trace>
  <inkml:trace contextRef="#ctx0" brushRef="#br0" timeOffset="161243.6905">28645 4858 0,'0'0'0,"0"0"0,3 5 16,8 4-16</inkml:trace>
  <inkml:trace contextRef="#ctx0" brushRef="#br0" timeOffset="162399.647">29102 4976 0,'0'0'0,"0"-6"16,0 6-16,2-13 15,-2 13-15,-2-15 16,-9 3-16,-13 4 16,-4 4-16,-7 9 15,-5 8-15,1 7 0,7 3 16,3 7-16,4-1 16,14-2-16,8-3 15,8 0-15,10-8 16,8-6-16,9-5 15,4-5-15,0-6 16,-2-1-16,-5-4 16,-5-2-16,-2-3 15,-22 16-15,17-17 16,-5-4-16,-12 21 16,10-23-16,-10 23 15,6-21-15,-3 5 16,-3 14-16,-2 9 15,1 11-15,0 11 16,0 14-16,3 5 16,1 10-16,1 4 15,-1 0-15,1 5 0,-1-4 16,-3-2-16,2-4 16,-5-6-16,-3-3 15,-3-3-15,-5-9 16,-7-2-16,-4-5 15,-2-10-15,-6-9 16,-3-6-16,-3-11 16,2-11-16,5-7 15,2-10-15,12-8 16,7-12-16,15-7 16,14-4-16,14-7 15,10-1-15,14 4 16,7-5-16,5 6 15,9-3-15,2-5 16,-4 6-16,-4 2 16,-5-2-16,-13 6 15,-8 5-15,-7 2 0,-9 4 16,-12 4-16,-11 5 16,-12 3-1,-14 4-15,-11 5 0,-8 7 16,-3 8-16,-1 7 15,4 6-15,4 11 16,9 10-16,2 11 16,6 14-16,0 14 15,-1 11-15,4 3 16,3-1-16,8-1 16,3-4-16,2-5 15,-1-6-15,1-4 16,-1-8-16,-1-4 15,1-36-15,-5 35 16,5-35-16,-3 27 16,3-27-16,-4 20 15,2-12-15,2-17 0,5-12 16,1-6-16,3-8 16,8-1-16,0 4 15,6 11-15,0 6 16,5 9-16,-3 12 15,3 10-15,-1 9 16,-1 7-16,-6 5 16,-2 0-16,-2 3 15,-2-4-15,-2-2 16,-12-34-16,6 29 16,-6-29-16,5 27 15,-3-4-15</inkml:trace>
  <inkml:trace contextRef="#ctx0" brushRef="#br0" timeOffset="163024.4743">29951 4898 0,'0'0'0,"0"0"0,2 5 16,1 14-16,4 7 16,1 4-16,-1 3 15,-2-2-15,-5-31 16,6 27-16,-6-27 16,0 20-16,0-20 15,-5 14-15,5-14 16,-2 8-16,0-12 15,5-12-15,-3 16 16,6-22-16,2-8 16,6-8-16,4 7 15,2 4-15,0 9 16,0 7-16,-20 11 16,21 0-16,-1 10 0,2 8 15,-22-18-15,18 23 16,-18-23-16,15 26 15,-15-26-15,10 25 16,-10-25-16,6 22 16,-6-22-16,-1 13 15,1-13-15,-6 2 16,1-14-16,-1-8 16,6-9-16,0 29 15,5-27-15,9 1 16,-14 26-16,20-19 15,0 6-15,-20 13 16,21-2-16,-3 7 16,-1 11-16,-8 4 15,-9-20-15,8 21 16,0 4-16,-8-25 16,5 28-16,0-3 15,-5-25-15,6 24 16,5-9-16</inkml:trace>
  <inkml:trace contextRef="#ctx0" brushRef="#br0" timeOffset="163399.4119">30514 4986 0,'0'0'0,"0"0"0,6 1 16,5-2-16,9-7 16,4 4-16,3-7 15,-2-2-15,0-2 16,-4-3-16,-21 18 16,15-20-16,-15 20 15,10-22-15,-7 2 16,-9 8-16,-7 12 15,-8 9-15,-8 14 16,-2 1-16,1 9 16,2 0-16,28-33 0,-19 34 15,10-4-15,18-2 16,8-8-16,13-8 16,10-15-16,3-5 15</inkml:trace>
  <inkml:trace contextRef="#ctx0" brushRef="#br0" timeOffset="163727.4603">30855 4384 0,'0'0'0,"-3"12"0,2 12 16,-4 24-16,-2 11 0,2 11 16,2 1-16,1-1 15,-1-5 1,5-8-16,-5-5 0,3-7 15,1-10-15,-1-35 16,4 32-16,5-7 16,7-13-1,2-12-15</inkml:trace>
  <inkml:trace contextRef="#ctx0" brushRef="#br0" timeOffset="164024.2354">31074 4272 0,'0'0'0,"-4"10"0,-5 13 16,3 15-16,2 13 15,-3 14-15,3 2 16,-4 0-16,3-3 16,-3-6-16,2-12 15,4-4-15,1-8 16,2-4-16,5-4 16,1-1-16,2-2 15,2-4-15,7-8 16,-18-11-16</inkml:trace>
  <inkml:trace contextRef="#ctx0" brushRef="#br0" timeOffset="164336.6671">30945 4756 0,'0'0'0,"7"-3"0,7-2 0,13 0 16,6 0-16,-1-1 15,-32 6-15,31-5 16,-31 5-16,30-3 16,-7 5-16,-8 7 15,-3 5-15,-3 5 16,-7 5-16,-1 1 15,-1-25-15,3 25 16,-1-1-16,-2-24 16,-3 23-16,3-23 15,-4 20-15</inkml:trace>
  <inkml:trace contextRef="#ctx0" brushRef="#br0" timeOffset="164477.2495">31145 4587 0,'0'0'0,"0"0"0,0 0 0,0 0 0,0 1 0,5 2 16</inkml:trace>
  <inkml:trace contextRef="#ctx0" brushRef="#br0" timeOffset="164867.8603">31307 4731 0,'0'0'0,"0"7"0,1 5 16,1 5-16,-1 2 15,-1-19-15,3 21 16,-3-21-16,2 21 15,-2-21-15,1 19 16,-1-19-16,0 13 16,2-7-16,0-11 15,6-8-15,1-5 16,4-9-16,-1 2 16,1 0-16,-13 25 15,15-17-15,1 7 16,-2 14-16,1 9 0,-6 7 15,-2 5-15,-7-25 16,4 24-16,-2 0 16,-2-24-16,2 24 15,-2-24-15,2 18 16,4-8-16,8-6 16</inkml:trace>
  <inkml:trace contextRef="#ctx0" brushRef="#br0" timeOffset="165398.9878">31811 4686 0,'0'0'0,"0"0"0,-2-2 15,-6-3-15,-6 6 0,-3 3 16,-4 4-16,-4 7 15,-3 4-15,0 3 16,28-22-16,-21 23 16,8 0-16,13-23 15,1 18-15,10-2 16,12-8-16,5-3 16,2-5-16,-1-7 15,-4-3-15,-25 10 16,21-14-16,-21 14 15,17-15-15,-17 15 16,13-16-16,-13 16 16,6-12-16,-3 4 15,-8 10-15,-3 9 16,0 11-16,-1 7 16,3 9-16,1 8 15,4-1-15,3 3 16,5 1-16,2-3 15,2 1-15,0-3 0,2-1 16,1-1 0,-7-6-16,-5 2 0,-7-2 15,-9-3-15,-6-5 16,-7-6-16,-5-11 16,-5-6-16,-3-14 15,0-9-15,9-11 16,1-11-16</inkml:trace>
  <inkml:trace contextRef="#ctx0" brushRef="#br0" timeOffset="165695.7618">32256 4597 0,'0'0'0,"0"0"0,0 4 15,3 8-15,2 12 16,-3 9-16,-1 13 16,-2 8-16,-4 6 15,-5 1-15,-5-4 16,0-6-16,0-8 15,15-43-15,-15 35 16,15-35-16,-10 28 16,10-28-16</inkml:trace>
  <inkml:trace contextRef="#ctx0" brushRef="#br0" timeOffset="165992.6131">32281 4548 0,'0'0'0,"14"1"0,9 3 0,13 9 15,-2 6-15,-34-19 16,25 22-16,-5 2 15,-18 1-15,-10-4 16,-13-6-16,-11 0 16,-3-5-16,-4-3 15,1-3-15,2-7 16,10-5-16</inkml:trace>
  <inkml:trace contextRef="#ctx0" brushRef="#br0" timeOffset="166336.2393">32633 4091 0,'0'0'0,"0"0"0,-1 5 0,4 13 16,-1 13-16,-1 7 16,-6 11-16,-1 7 15,-1 5-15,-2 0 16,2 3-16,-3-1 16,4-5-16,3-13 15,6-7-15,2-5 16,-5-33-16,7 29 15,2-9-15,13-2 16,5-7-16,5-7 16,7-8-16,0-8 15</inkml:trace>
  <inkml:trace contextRef="#ctx0" brushRef="#br0" timeOffset="166508.067">32517 4551 0,'0'0'0,"0"0"0,5-3 0,17-6 16,16 0-16,9-2 15,9 0-15</inkml:trace>
  <inkml:trace contextRef="#ctx0" brushRef="#br0" timeOffset="166648.6674">32905 4612 0,'0'0'0,"0"0"0,6 5 0,-6-5 15</inkml:trace>
  <inkml:trace contextRef="#ctx0" brushRef="#br0" timeOffset="200093.9668">26744 6442 0,'0'0'0,"0"0"0,0 0 15,1 0-15,-1 0 16,4-1-16,4 1 16,4 1-16,4 0 15,4-1-15,0 3 16,2-2-16,8 1 15,3 1-15,8-6 16,7 1-16,7-3 16,3 1-16,9-5 0,-4 2 15,-1-1-15,-1 0 16,-6 6-16,-5-2 16,-9 3-1,-41 1-15,34 1 0,-34-1 16,27-1-16,-27 1 15,22-2-15,-15 4 16,-8 1-16,1-3 16</inkml:trace>
  <inkml:trace contextRef="#ctx0" brushRef="#br0" timeOffset="200500.1152">27299 6128 0,'0'0'0,"0"0"0,0 0 16,2 3-1,11 4-15,13 2 0,3 7 16,7 2-16,1-2 16,2 0-16,2 2 15,-4-2-15,-1 1 16,-4 2-16,-6-1 16,-4 5-16,-9 2 15,-5 1-15,-7 5 16,-10 6-16,-14 1 15,-6 2-15,-14 2 16,-12 1-16,-1-3 16,-8-1-16,0-4 15,5 0-15,3-4 16,9-6-16,47-25 16,-36 24-16</inkml:trace>
  <inkml:trace contextRef="#ctx0" brushRef="#br0" timeOffset="220490.8187">28224 5899 0,'0'0'0,"0"0"0,-2-1 16,2 1-16,-5-6 15,5 6-15,-5-5 16,5 5-16,-9-5 15,9 5-15,-9-6 16,9 6-16,-7-3 16,2 3-16,-2 9 15,7 6-15,2 6 16,1 11-16,0 8 0,0 9 16,0 8-16,-1 11 15,-1 6-15,-3 2 16,-2 4-16,0 4 15,-2-9-15,5-3 16,-1-11-16,3-12 16,-1-11-16,1-8 15,-1-30-15,3 24 16,3-7-16,6-11 16,5-13-1,1-11-15</inkml:trace>
  <inkml:trace contextRef="#ctx0" brushRef="#br0" timeOffset="220834.4563">28629 5875 0,'0'0'0,"-1"8"0,-3 8 16,1 18-16,4 13 15,-2 11-15,1 13 16,0 4-16,-3 2 16,5-3-16,-1-2 15,-4-5-15,1-9 16,2-9-16,0-9 15,0-40-15,2 33 16,-2-33-16,3 28 16,-3-28-16,3 21 15,4-14-15</inkml:trace>
  <inkml:trace contextRef="#ctx0" brushRef="#br0" timeOffset="221162.5555">28396 6443 0,'0'0'0,"5"-7"0,12 0 0,15-5 16,14-2-16,8 2 15,1 1-15,1 3 16,-4 2-16,-6 4 15,-5 5-15,-3 2 16,-10 5-16,-4 5 16,-7 7-16,-5 5 15,-7 8-15,-4 3 16,-2 3-16,-4-2 16,-1-2-16,3-7 15,3-30-15,-3 27 16,3-27-16,-2 23 15</inkml:trace>
  <inkml:trace contextRef="#ctx0" brushRef="#br0" timeOffset="221318.7276">28902 6238 0,'0'0'0,"0"0"0,0 0 0,4-1 16,4 6-16</inkml:trace>
  <inkml:trace contextRef="#ctx0" brushRef="#br0" timeOffset="222505.9383">29373 6400 0,'0'0'0,"0"0"0,1-4 15,-2-6 1,-5-4-16,-6-2 0,-8 5 15,-6 1-15,-12 3 16,-1 7-16,-1 3 16,2 9-16,1 7 15,10 9-15,4 3 16,10 1-16,10-2 16,11-4-16,8-3 15,11-6-15,6-6 16,2-6-16,3-6 15,1-3-15,-6-5 16,-33 9-16,32-12 16,-5-5-16,-27 17 15,23-20-15,-23 20 16,17-20-16,-17 20 16,9-19-16,-9 19 15,3-17-15,-6 13 16,-6 16-16,-2 11 0,3 7 15,3 12-15,2 13 16,2 6-16,1 5 16,0 6-16,1 3 15,1-2-15,4-3 16,-5-3-16,1-8 16,-5-7-16,-3-8 15,-5-8-15,-4-5 16,15-31-16,-18 23 15,-4-10-15,-4-10 16,2-12-16,-6-13 16,6-11-16,0-10 15,5-9-15,11 0 16,5-3-16,15-4 16,16-4-16,9-8 0,14-4 15,7-4 1,6-3-16,5-4 0,3-3 15,-2 2-15,-5 5 16,-7-4-16,-4 5 16,-11 6-16,-7 6 15,-13 2-15,-8 8 16,-16 5-16,-7 9 16,-11 3-16,-6 11 15,-9 5-15,-4 5 16,2 8-16,36 13 15,-37-3-15,7 6 16,4 19-16,9 14 16,0 12-16,9 9 15,3 13-15,0 6 16,1 8-16,5-4 16,-1-1-16,-2-4 15,3-9-15,0-8 16,-4-9-16,1-6 15,2-43-15,-4 38 16,4-38-16,-3 34 0,3-34 16,-4 25-16,3-9 15,5-14-15,0-13 16,6-10-16,2-8 16,3-7-16,4 2 15,1 4-15,0 5 16,-20 25-16,21-16 15,0 9-15,1 8 16,-2 8-16,-1 7 16,-4 7-16,-3 2 15,-2 7-15,-5 0 16,-2 3-16,-3-35 16,-1 35-16,2-6 15,4-11-15</inkml:trace>
  <inkml:trace contextRef="#ctx0" brushRef="#br0" timeOffset="223162.0553">30477 6197 0,'0'0'0,"0"0"0,0 0 16,-1-5-16,-9-3 15,-11 7-15,-11 1 16,-3 8-16,-6 8 16,-5 9-16,2 6 15,2 9-15,7 6 16,11-2-16,12-5 0,11-3 15,17-6-15,8-4 16,11-7-16,8-5 16,7-7-1,5-8-15,0-6 0,1-4 16,0-5-16,-4-6 16,-7-3-16,-2 0 15,-9-4-15,-8-4 16,-8 4-16,-18 29 15,14-28-15,-13 5 16,-9 3-16,-8 10 16,-8 6-16,-2 9 15,-2 7-15,0 10 16,6 5-16,4 7 16,7 0-16,9-7 15,9-4-15,6-5 16,10-8-16,2-6 15,0-6-15,3-3 0,-1-6 16,-5-1-16,-1-5 16,-8-3-16,-9-5 15,-5 0-15,-7-1 16,-4 7-16,-14 4 16,-6 7-16,-5 5 15,37 3-15,-39-2 16,39 2-16,-35 3 15</inkml:trace>
  <inkml:trace contextRef="#ctx0" brushRef="#br0" timeOffset="223568.2458">30897 6274 0,'0'0'0,"4"7"0,-1 4 0,2 13 0,2 5 16,0 1 0,-2-2-16,0-2 0,-3-3 15,-2-23-15,-1 20 16,1-20-16,-2 14 16,2-14-16,-2 9 15,-1-7-15,0-10 16,2-7-16,2-6 15,1-5-15,3-1 16,6-1-16,-11 28 16,11-25-16,2 6 15,-13 19-15,20-10 16,1 10-16,-1 12 16,-2 9-16,-2 0 15,-6 6-15,-5-2 16,-3-2-16,-2-23 15,-3 23-15,3-23 16</inkml:trace>
  <inkml:trace contextRef="#ctx0" brushRef="#br0" timeOffset="224068.1228">31254 5734 0,'0'0'0,"4"13"15,-4 21-15,1 13 16,-2 14-16,-1 9 15,0-1-15,1-5 16,2-4-16,-2-10 0,0-9 16,2-7-16,-2-8 15,1-26-15,1 24 16,-1-24-16,2 18 16,-2-18-16,2 15 15,-2-15-15,1 10 16,-1-10-16,1 6 15,-3-11-15,2 5 16,-8-10-16,-5-1 16,-3 1-16,-5 6 15,-2 10-15,-3 6 16,-2 5-16,2 5 16,5 4-16,21-26 15,-15 26-15,8-3 16,17-2-16,7-7 15,13-9-15,13-8 16,1-9-16</inkml:trace>
  <inkml:trace contextRef="#ctx0" brushRef="#br0" timeOffset="224427.4189">31387 6340 0,'0'0'0,"0"0"0,1 7 0,-1-7 15,-1 18-15,1-18 16,3 16-16,6 0 16,-9-16-16,14 11 15,2-13-15,-16 2 16,19-15-16,-2-7 15,-17 22-15,13-26 16,-13 26-16,7-26 16,-7 26-16,4-18 15,-5 15-15,-3 10 16,4-7-16,-5 17 0,4 5 16,1 3-16,8-8 15,8-6-15,4-9 16,7-4-16,-27 2 15</inkml:trace>
  <inkml:trace contextRef="#ctx0" brushRef="#br0" timeOffset="224692.9592">31765 6204 0,'0'0'0,"0"0"0,0 0 0,-3 0 16,-7 4-16,-11 8 15,-6 7-15,2 6 16,-3 3-16,6 3 16,22-31-16,-17 29 15,12-3-15,14-5 16,9-6-16,11-9 15,6-7-15,10-8 0,-3-7 16</inkml:trace>
  <inkml:trace contextRef="#ctx0" brushRef="#br0" timeOffset="225021.0276">31911 5651 0,'0'0'0,"0"0"0,2 9 16,0 16-16,6 8 15,-1 14-15,-2 11 16,-2 10-16,-1-2 15,-3 7-15,0-4 16,1-5-16,-2-6 0,0-7 16,2-8-16,1-6 15,4-7-15,-5-30 16,5 26-16,-5-26 16,4 23-16,-2-9 15,-2-14-15,7-3 16</inkml:trace>
  <inkml:trace contextRef="#ctx0" brushRef="#br0" timeOffset="225302.2135">31909 6216 0,'0'0'0,"0"0"0,5-4 15,12-4-15,7 1 16,2-2-16,3 1 15,-3 5-15,-2-3 16,-24 6-16,21 0 16,-4 8-16,-3 7 15,-5 4-15,-4 6 16,-2 2-16,-4 0 16,1 1-16,0-28 15,-3 23-15,3-23 0,-3 17 16,0-7-16</inkml:trace>
  <inkml:trace contextRef="#ctx0" brushRef="#br0" timeOffset="225411.5069">32092 6019 0,'0'0'0,"0"0"0,0 3 0,0-3 16</inkml:trace>
  <inkml:trace contextRef="#ctx0" brushRef="#br0" timeOffset="225723.982">32197 6214 0,'0'0'0,"0"0"0,5 7 16,4 6-16,1 2 16,-10-15-16,15 18 15,-15-18-15,13 18 16,-13-18-16,15 14 16,-15-14-16,15 11 15,-4-7-15,-11-4 16,13-4-16,-3-9 15,0-14-15,-1-2 16,2-5-16,0 0 16,-11 34-16,8-34 15,-8 34-15</inkml:trace>
  <inkml:trace contextRef="#ctx0" brushRef="#br0" timeOffset="225911.4424">32428 6191 0,'0'0'0,"0"0"0,-1 7 0,1 5 0,0-12 15,-3 18-15,0 5 16,3-23-16,-10 26 15,10-26-15</inkml:trace>
  <inkml:trace contextRef="#ctx0" brushRef="#br0" timeOffset="226067.661">32360 5984 0,'0'0'0,"0"0"0,0 0 16,1-2-16,0 1 15,-1 1-15</inkml:trace>
  <inkml:trace contextRef="#ctx0" brushRef="#br0" timeOffset="226426.9306">32601 5513 0,'0'0'0,"0"7"16,2 14-16,1 10 15,-1 11-15,-1 12 16,-1 9-16,-5 4 16,-3 1-16,2-2 15,-3-2-15,-3-3 0,2-8 16,8-6-16,2-6 16,5-6-16,6-7 15,3-10-15,5-5 16,2-7-16,5-6 15,4-10-15,4-6 16,3-8-16</inkml:trace>
  <inkml:trace contextRef="#ctx0" brushRef="#br0" timeOffset="226598.7812">32571 6084 0,'0'0'0,"0"0"0,5-2 0,12-3 15,17-3-15,13-4 16</inkml:trace>
  <inkml:trace contextRef="#ctx0" brushRef="#br0" timeOffset="227098.6745">32910 6121 0,'0'0'0,"2"6"16,4 10-16,0 3 15,5 2-15,-11-21 16,17 21-16,5-3 15,-22-18-15,23 7 16,3-5-16,0-10 16,-3-11-16,-5-3 15,-18 22-15,14-23 16,-6-3-16,-8 26 16,1-28-16,-1 28 15,-2-24-15,2 24 0,-3-17 16,-1 12-1,-4 21-15,-7 18 0,-1 11 16,1 12-16,-1 9 16,3 3-16,2 1 15,2-1-15,5-4 16,0-4-16,-2-5 16,3-4-1,0-2-15,-3-6 0,0-7 16,-4-5-16,-6-2 15,-2-8-15,-6-5 16,-9-6-16,-13-6 16,-9-8-16,-7-8 15,-8-6-15</inkml:trace>
  <inkml:trace contextRef="#ctx0" brushRef="#br0" timeOffset="276555.7919">2736 984 0,'0'0'0,"0"0"0,0 0 15,-3-4-15,3 4 16,3-2-16,3 4 16,3 8-16,-3 4 15,2 10-15,-5 5 16,3 12-16,-2 8 16,-4 6-16,-4 10 15,-4 2-15,2 6 0,-2 4 16,1 2-16,2 4 15,2-2-15,-1-3 16,2-7-16,-7-5 16,6-7-16,-2-2 15,4-5-15,-8-7 16,9-45-16,-6 37 16,-4-8-16,4-18 15,1-18-15</inkml:trace>
  <inkml:trace contextRef="#ctx0" brushRef="#br0" timeOffset="277055.6677">2791 960 0,'0'0'0,"0"0"0,0-5 16,0 5-16,6-9 15,2 5-15,4 3 16,5 10-16,5 7 16,0 8-16,1 6 15,4 12 1,4 11-16,-2 6 0,2 9 15,3 7-15,-5 5 16,2 0-16,-3-1 16,-1-6-16,-5-6 15,-2-6-15,-5-8 16,-5-12-16,-10-41 16,9 31-16,-9-31 15,7 21-15,-1-9 16,-2-14-16,-1-17 15,0-11-15,-3-8 16,-3-12-16,4-8 16,-2-6-16,-1-9 0,1-3 15,1-6 1,-3 1-16,4 4 0,1 4 16,4 12-16,0 8 15,-6 53-15,9-41 16,-9 41-16,8-27 15,-8 21-15</inkml:trace>
  <inkml:trace contextRef="#ctx0" brushRef="#br0" timeOffset="277633.6742">3918 1586 0,'0'0'0,"0"0"0,3-3 15,-3 3 1,7-13-16,-7-5 0,-7-2 15,-5 0-15,-7 6 16,-8 3-16,-12 11 16,-3 8-16,-2 8 15,1 9-15,1 13 16,5 12-16,8 5 16,7 4-16,12-3 15,14-4-15,7-10 16,11-14-16,4-7 15,3-12-15,0-5 16,0-10-16,-1-1 16,3-6-16,-6-9 15,-2 0-15,0-5 16,-5-2-16,-8-1 16,-10 30-16,13-25 15,-13 25-15,7-18 0,-7 6 16,0 14-16,-2 10 15,0 9-15,2 8 16,2 5-16,6-1 16,5-1-16,9-4 15,13-7-15,6-11 16,7-14-16,4-11 16</inkml:trace>
  <inkml:trace contextRef="#ctx0" brushRef="#br0" timeOffset="277992.9179">4992 973 0,'0'0'0,"0"0"0,-1-11 16,-2-7-16,3 18 16,-16-23-1,-1 3-15,-15 5 0,-7 12 16,-4 7-16,-3 10 16,-3 11-16,1 14 15,-1 10-15,-2 16 16,5 15-16,2 9 15,8 1-15,13 0 16,12-7-16,17-9 16,14-11-16,8-13 15,11-10-15,10-11 16,9-8-16,5-10 16,4-11-16,1-17 15</inkml:trace>
  <inkml:trace contextRef="#ctx0" brushRef="#br0" timeOffset="278321.0149">5438 833 0,'0'0'0,"1"7"0,-2 4 16,-2 11-16,0 14 16,-3 10-16,-4 12 15,0 10-15,-2 3 16,7 8-16,2 2 16,0-4-16,3-3 15,0-7-15,0-11 16,0-7-16,3-4 15,0-5-15,-1-4 0,-2-36 16,4 35 0</inkml:trace>
  <inkml:trace contextRef="#ctx0" brushRef="#br0" timeOffset="279258.2403">8292 753 0,'0'0'0,"-2"-6"0,-2-6 16,4 12-16,-6-16 15,-6-5-15,-4 0 16,-5 3-16,-1 7 16,-11 2-16,-3 5 15,-5 9-15,-7 9 16,-5 10-16,-9 8 16,-2 14-16,2 15 15,-5 14-15,1 17 16,1 11-16,7 8 15,11 5-15,14-7 16,14-13-16,21-14 0,17-12 16,10-12-16,12-10 15,9-4-15,4-7 16,5-7-16,2-8 16,-2-11-16,-2-8 15</inkml:trace>
  <inkml:trace contextRef="#ctx0" brushRef="#br0" timeOffset="279758.1652">8649 1413 0,'0'0'0,"0"0"0,0 0 15,3-4-15,-5-3 0,-4-6 16,-6-3-16,-4 3 16,-8 2-16,-4 1 15,-3 5-15,-2 8 16,-1 6-16,-1 11 16,-2 15-16,3 5 15,2 11-15,1 4 16,6 3-16,1 0 15,8-13-15,16-45 16,-6 38-16,10-8 16,12-15-16,10-10 15,5-12-15,4-13 16,2-6-16,-1-7 16,-5-3-16,-5 2 15,-26 34-15,22-35 16,-22 35-16,15-28 15,-15 28-15,8-19 16,-3 13-16,1 14 16,-4 10-16,3 9 15,6 9-15,4 3 0,6-2 16,6-9-16,9-6 16,9-13-16,3-18 15,6-13-15</inkml:trace>
  <inkml:trace contextRef="#ctx0" brushRef="#br0" timeOffset="280164.2817">9622 772 0,'0'0'0,"-4"-3"0,-5-8 0,-10-4 16,-3 1 0,-10 3-16,-2 3 15,-5 8-15,-1 6 0,-6 10 16,-2 11-16,-8 13 15,0 19-15,0 13 16,4 10-16,6 3 16,11 4-16,9 1 15,14-7-15,15-7 16,9-5-16,11-13 16,11-10-16,11-9 15,7-10-15,9-7 16,3-14-16,1-10 15,-8-13-15</inkml:trace>
  <inkml:trace contextRef="#ctx0" brushRef="#br0" timeOffset="280461.1369">9868 751 0,'0'0'0,"4"7"0,-4 13 0,-4 19 16,3 14-16,-5 11 16,-3 10-16,4 1 15,-3 4-15,2-5 16,3-7-16,0-3 15,3-12-15,-2-9 16,5-3-16,-1-7 16,-2-33-16,6 29 15</inkml:trace>
  <inkml:trace contextRef="#ctx0" brushRef="#br0" timeOffset="280992.2572">10136 1613 0,'0'0'0,"2"-5"0,1-7 16,5-3-16,6-2 15,6-5-15,-20 22 16,20-20-16,3 0 15,1 5-15,-24 15 16,23-7-16,-4 10 16,1 19-16,-5 10 15,-3 9-15,-4 5 16,-7 7-16,-6 0 16,-9 8-16,-4-3 15,-8 2-15,-4-10 16,-3-5-16,-1-7 15,1-8-15,-1-8 16,1-6-16,-3-7 0,5-8 16,1-13-16,5-4 15,5-9-15,4-5 16,10-3-16,8-2 16,8 6-16,6 10 15,6 8-15,3 10 16,4 17-16,5 9 15,3 10-15,0 5 16,6 4-16,1-1 16,3 4-16,6-1 15,3-6-15,6-10 16,6-13-16</inkml:trace>
  <inkml:trace contextRef="#ctx0" brushRef="#br0" timeOffset="282070.1216">13930 813 0,'0'0'0,"0"0"16,8-1-16,-8 1 0,12-1 15,-12 1-15,13 0 16,-13 0-16,16 2 16,-5 2-16,-2 10 15,-5 3-15,-4 11 16,1 12-16,-1 10 15,-3 14-15,-3 12 16,4 7-16,-6 5 16,-1 3-16,-4-12 15,5 0-15,1-13 16,-1-7-16,0-11 16,3-5-16,1-8 15,4-35-15,-6 30 16,1-11-16,1-14 15</inkml:trace>
  <inkml:trace contextRef="#ctx0" brushRef="#br0" timeOffset="282366.9495">13941 758 0,'0'0'0,"10"-3"0,10-3 0,9 2 16,8 7-16,13 5 15,1 9-15,-1 7 16,-8 10-16,-4 7 16,-4 8-16,-11 8 15,-1 10-15,-5 8 16,-5 3-16,-2 3 15,-4 0-15,-2-10 16,-1-6-16,0-2 16,-2-10-16,-1-9 15,2-4-15,-2-40 16,-2 30-16</inkml:trace>
  <inkml:trace contextRef="#ctx0" brushRef="#br0" timeOffset="282523.1484">14145 1435 0,'0'0'0,"0"0"0,8 0 0,16 0 0,10-3 15,18-1-15,8 2 16,4-5-16</inkml:trace>
  <inkml:trace contextRef="#ctx0" brushRef="#br0" timeOffset="282866.8138">14745 819 0,'0'0'0,"0"7"0,5 8 0,2 20 15,-2 13-15,-4 16 16,-3 11-16,-2 9 15,-5 3-15,0 3 0,-2-5 16,4-3-16,2-10 16,3-9-16,7-9 15,2-11-15,6-11 16,7-5-16,8-11 16,8-9-16</inkml:trace>
  <inkml:trace contextRef="#ctx0" brushRef="#br0" timeOffset="283366.7085">15048 1774 0,'0'0'0,"0"0"0,1 0 0,0-6 15,4-4 1,3-6-16,7-2 0,2-1 16,5 5-1,-3 4-15,2 14 0,-2 7 16,0 9-16,-2 12 16,-4 7-16,-2 8 15,-5 7-15,-4 2 16,-6-1-16,-6 2 15,-7-3-15,-4-9 16,-5-5-16,-1-8 16,0-7-16,-1-8 15,0-12-15,0-8 16,5-6-16,6-11 16,3-3-16,11 0 15,6 1-15,9 5 16,10 4-16,3 5 15,8 9-15,2 6 16,10 11-16,-1 2 16,5 3-16,1 3 0,2-6 15,-4-6-15</inkml:trace>
  <inkml:trace contextRef="#ctx0" brushRef="#br0" timeOffset="283725.9953">15987 797 0,'0'0'0,"-8"-3"0,-5 1 0,-7 3 16,-8 9-16,-6 10 0,-7 9 16,0 11-16,-1 16 15,-5 16-15,-4 9 16,6 10-16,1 11 15,7 5-15,10-3 16,11-4-16,6-4 16,13-19-16,12-13 15,14-15-15,11-19 16</inkml:trace>
  <inkml:trace contextRef="#ctx0" brushRef="#br0" timeOffset="284163.3479">16346 995 0,'0'0'0,"-5"-4"0,-5-4 0,-5-1 15,-9 2-15,-8 4 16,-3 4-16,-3 12 16,1 3-16,5 3 15,4 1-15,8 4 16,20-24-16,-17 27 16,9 5-16,10 5 15,5-3-15,13 2 16,10-1-16,3-2 15,4 0-15,0 2 16,-4 2-16,-8-1 16,-5 1-16,-11 1 15,-7-4-15,-10 0 16,-7 1-16,-8-4 0,-7-6 16,-4 2-16,-4-8 15,-1-5-15,-3-11 16,-3-4-16,6-10 15</inkml:trace>
  <inkml:trace contextRef="#ctx0" brushRef="#br0" timeOffset="284632.0076">16678 1034 0,'0'0'0,"0"0"0,-4-6 0,-5-1 16,-11 3-16,-6 13 0,-3 2 15,-3 15-15,-4 10 16,2 20-16,-2 16 15,4 10-15,8 0 16,15-2-16,15-17 16,15-11-16,6-18 15,4-13-15,6-12 16,-3-8-16,0-10 16,-2-7-16,3-8 15,-1-9-15,-4-5 16,-3-4-16,-3-3 15,-11-7-15,-7-2 16,-9-1-16,-8-4 16,-8 4-16,-12 5 15,-10 4-15,-6 12 16,-4 12-16,-2 18 0,4 12 16,2 15-16,47-23 15</inkml:trace>
  <inkml:trace contextRef="#ctx0" brushRef="#br0" timeOffset="285163.1326">17031 1486 0,'0'0'0,"0"10"0,-6 10 16,-11 5-16,-5 14 16,-7-3-16,-4 2 15,0 3-15,0-8 0,33-33 16,-24 29-16,7-8 16,13 2-16,15-14 15,15-2-15,10-8 16,8-5-16,-2-2 15,-6-1-15,-36 9 16,32-6-16,-32 6 16,24-4-16,-24 4 15,16-2-15,-16 2 16,7-1-16,-3-2 16,-4 3-16,-6-7 15,6 7-15,-5-8 16,5 8-16,-9-7 15,5 3-15,3 8 16,3 9-16,3 15 16,2 10-16,3 14 15,-5 13-15,1 8 16,0-4-16,-1-1 16,1-14-16,-6-54 15,5 42-15,0-12 0,-1-21 16,-2-20-16,0-15 15</inkml:trace>
  <inkml:trace contextRef="#ctx0" brushRef="#br0" timeOffset="285569.2596">17224 715 0,'0'0'0,"0"0"0,4 7 0,6 17 16,10 10-16,0 9 15,3 10-15,1 13 16,1 4-16,-5 5 16,-4 8-16,-2-2 15,-4-9-15,0-3 16,-7-5-16,1-9 16,-7-6-16,-1 0 15,-7-8-15,-7-2 16,-4-4-16,-6 1 15,-6-9-15</inkml:trace>
  <inkml:trace contextRef="#ctx0" brushRef="#br0" timeOffset="286100.4329">17656 1539 0,'0'0'0,"0"0"0,0-2 0,0 2 15,8-6-15,1 1 16,-9 5-16,17-2 15,6 3-15,7 9 16,-6 5-16,0 5 16,-7 10-16,-5 5 15,-13 6-15,-5 0 16,-9-1-16,-3-3 16,-4-7-16,22-30 15,-20 23-15,20-23 16,-21 19-16,21-19 0,-16 10 15,4-4-15,13-13 16,13-2-16,9 0 16,9 1-16,1 7 15,-4 10-15,-4 4 16,-25-13-16,18 21 16,-5 8-16,-6 10 15,-9 3-15,-8 3 16,-8 2-16,-13-8 15,-6-1-15,-8-3 16,-10-2-16,-8-2 16,-6-6-16,-10-10 15</inkml:trace>
  <inkml:trace contextRef="#ctx0" brushRef="#br0" timeOffset="334198.5155">3605 2384 0,'0'0'0,"0"0"0,0 0 15,-4-3-15,4 3 16,-2-7-16,2 7 15,-3-7-15,3 7 16,-1-7-16,-2 4 16,3 3-16,0 7 15,-1 3-15,-1 7 16,0 5-16,0 6 16,4 2-16,-2 8 15,4 5-15,-3 4 0,2 5 16,-3 3-1,4 6-15,1-1 16,-2 0-16,0-3 0,0-7 16,-3-6-1,0-5-15,0-6 0,-3 1 16,1-1-16,-2 0 16,-1-6-16,5-27 15,0 30-15,0-30 16,-1 22-16</inkml:trace>
  <inkml:trace contextRef="#ctx0" brushRef="#br0" timeOffset="334667.1297">3302 3203 0,'0'0'0,"0"0"0,7 7 16,7 10-16,5 12 15,6 3-15,-1 5 16,1 2-16,-2-3 16,-6-2-16,-17-34 15,22 28-15,-22-28 16,16 25-16,-16-25 16,20 19-16,-20-19 15,17 12-15,-17-12 16,18 6-16,2-6 15,4-4-15,-7-9 16,-3-8-16,-1-5 16,-4-3-16,1-7 15,0-5-15,0-1 16,-1-3-16,-1-1 0,0 1 16,-2 2-16,2 4 15,-8 39-15,12-34 16,-12 34-1,13-28-15</inkml:trace>
  <inkml:trace contextRef="#ctx0" brushRef="#br0" timeOffset="335526.3039">2431 4001 0,'0'0'0,"0"0"0,0 0 0,1-2 16,-1 2-16,2-4 16,-2 4-16,3-2 15,4 9-15,3 13 16,-4 11-16,-2 13 15,-2 11-15,-4 9 16,2 3-16,-6 1 16,0-3-16,1-1 15,2-8-15,-1-7 0,4-49 16,-3 42-16,1-6 16,2-36-16,2 32 15,-2-32 1,3 24-16,2-17 0</inkml:trace>
  <inkml:trace contextRef="#ctx0" brushRef="#br0" timeOffset="335963.7158">2470 4042 0,'0'0'0,"6"1"0,11 5 15,9 13-15,4 10 16,8 12-16,0 7 16,2 11-16,-1-2 15,-3 0-15,-4-5 16,-4-7-16,-5-9 15,-6-7-15,-17-29 16,16 25-16,-16-25 16,13 20-16,-13-20 15,10 19-15,-10-19 16,7 11-16,-4-11 0,-3-15 16,0-9-16,-1-12 15,-2-12-15,1-6 16,2-2-16,0-2 15,-1-2-15,1 6 16,3 10-16,-3 44 16,1-35-16,4 18 15</inkml:trace>
  <inkml:trace contextRef="#ctx0" brushRef="#br0" timeOffset="336463.5971">3282 4338 0,'0'0'0,"0"0"0,3-7 16,-3 7-16,3-14 15,-3 14-15,0-14 16,-11 4-16,-12 8 16,-6 9-16,-3 6 15,1 8-15,3 3 16,2 5-16,8 2 16,18-31-16,-14 29 15,5-3-15,9-1 16,0-25-16,7 20 15,9-5-15,7-5 16,2-9-16,-3-4 16,-2-4-16,-1-7 15,-19 14-15,14-16 16,1-7-16,-15 23 16,10-26-16,-10 26 0,6-23 15,-6 23 1,1-14-16,-2 11 0,1 3 15,0 11-15,0 11 16,10 2-16,4-3 16,11-9-16,1-8 15,3-4-15</inkml:trace>
  <inkml:trace contextRef="#ctx0" brushRef="#br0" timeOffset="336901.0167">3307 3640 0,'0'0'0,"0"0"16,0 0-16,2 0 15,-2 0-15,4 1 16,2 8-16,0 9 15,-2 8-15,-1 7 16,-3 4-16,0 2 16,-2-1-16,-2 1 15,4-39-15,-4 35 0,4-35 16,-2 30-16,2-30 16,-1 25-16,2-8 15</inkml:trace>
  <inkml:trace contextRef="#ctx0" brushRef="#br0" timeOffset="337135.3351">3182 3905 0,'0'0'0,"0"0"0,9 0 0,13-2 16,12-2-16,9 0 15,6-7-15,11 3 16,2-2-16,1 0 16</inkml:trace>
  <inkml:trace contextRef="#ctx0" brushRef="#br0" timeOffset="337791.429">4590 3914 0,'0'0'0,"0"0"0,0 0 0,2-2 15,-2 2-15,0-9 16,0 9-16,0-7 0,0 7 16,0-12-16,-6-5 15,6 17-15,-11-17 16,-7 5-16,-8 1 16,-4 7-16,-2 6 15,-4 8-15,1 8 16,-4 7-16,-3 10 15,1 12-15,5 8 16,3 5-16,7 6 16,7-7-16,12-3 15,10-9-15,6-4 16,8-8-16,9-5 16,5-5-16,7-7 15,6-9-15,5-11 16,9-10-16,1-7 15</inkml:trace>
  <inkml:trace contextRef="#ctx0" brushRef="#br0" timeOffset="338166.322">4904 3837 0,'0'0'0,"0"0"0,2 4 16,-2 7-16,0 8 15,0 7-15,-3 13 16,0 2-16,-3 7 0,1 1 15,-2 4 1,-1-3-16,3-5 16,1-3-16,4-42 0,-3 41 15,6-5 1,-3-36-16,9 29 16,3-4-16,8-9 0,3-11 15,6-11-15,4-14 16,2-13-16</inkml:trace>
  <inkml:trace contextRef="#ctx0" brushRef="#br0" timeOffset="338463.1436">5032 3638 0,'0'0'0,"0"0"0,5 0 0,5-4 16,12-2-16,8 3 15,11-7-15,4 0 16,5 0 0,4 2-16,-1-1 0,-2 1 15</inkml:trace>
  <inkml:trace contextRef="#ctx0" brushRef="#br0" timeOffset="347367.2937">3325 4952 0,'0'0'0,"0"0"0,-6 4 16,-13 12-16,-8 11 15,-5 10-15,-10 15 16,-3 16-16,2 12 15,0 6-15,0 7 16,13-5-16,5-12 16,17-4-16,11-13 15,11-9-15,13-6 16,14-10-16,5-8 0,8-7 16,5-13-16</inkml:trace>
  <inkml:trace contextRef="#ctx0" brushRef="#br0" timeOffset="347898.4341">3484 5173 0,'0'0'0,"0"-10"0,3-5 16,8-9-16,4-1 16,5 0-16,6 7 15,2 7-15,1 5 16,2 12-16,0 8 16,-4 11-16,-5 9 15,-2 8-15,-14 8 0,-3 7 16,-12 1-1,-10 1-15,-5 0 0,-2-6 16,-9-2-16,-1-10 16,-3-4-16,-2-10 15,2-4-15,4-10 16,4-6-16,8-9 16,2-12-16,7-8 15,6-6-15,7-5 16,10 3-16,5 5 15,12 6-15,2 14 16,4 6-16,8 10 16,-2 10-16,4 5 15,2 5-15,-2 4 16,0-1-16,-1-6 16,-2-11-16,-3-13 15</inkml:trace>
  <inkml:trace contextRef="#ctx0" brushRef="#br0" timeOffset="348195.2175">4067 4849 0,'0'0'0,"11"9"0,14 9 16,16 11-16,5 11 15,5 13-15,-4 4 16,-2 8-16,-9 4 16,-7 1-16,-13-1 0,-8-2 15,-13 1 1,-7-4-16,-11 4 0,-9 3 15,-10 9-15,-14 7 16,-6 3-16</inkml:trace>
  <inkml:trace contextRef="#ctx0" brushRef="#br0" timeOffset="384655.4091">7340 2912 0,'0'0'0,"-3"-6"0,0-3 16,3 9-16,-3-15 16,3 15-16,-4-19 15,-4-2-15,8 21 16,-10-23-16,2 7 16,-6 5-16,-7 10 0,-3 8 15,-5 11-15,-9 10 16,-10 9-16,-2 12 15,-7 13-15,-5 15 16,1 13-16,0 10 16,8 0-16,10-1 15,15-15-15,21-13 16,17-11 0,13-14-16,19-7 0,10-9 15,10-12-15,5-8 16,11-10-16,1-10 15</inkml:trace>
  <inkml:trace contextRef="#ctx0" brushRef="#br0" timeOffset="385155.3094">7551 3329 0,'0'0'0,"0"0"0,-4-4 16,-7 2-16,-5-1 16,-6 2-16,-1 7 15,-7 11-15,-2 11 16,-6 12-16,-1 7 15,7 6-15,4-1 16,13-3-16,12-9 16,12-9-16,12-9 15,8-9-15,7-7 16,3-6-16,2-7 16,2-5-16,-3-3 15,-5-4-15,-3-1 16,-11-4-16,-5 0 15,-16 24-15,10-25 16,-10 25-16,2-24 16,-6 8-16,-4 14 15,-3 12-15,1 11 0,3 9 16,4 2-16,4-3 16,9 2-16,10-13 15,8-8-15</inkml:trace>
  <inkml:trace contextRef="#ctx0" brushRef="#br0" timeOffset="385764.5361">7582 2520 0,'0'0'0,"0"0"0,-1-11 0,1-5 15,5-5-15,-5 21 16,9-17-16,8 4 16,10 6-16,7 11 15,2 6-15,2 5 16,-4 9-16,-11 4 16,-1 7-16,-8 10 15,-11 3-15,-7 0 16,-5 1-16,-4-7 15,-3-7-15,-1-6 16,-3-7-16,0-6 16,-5-5-16,-3-4 15,28-7-15,-25 4 16,3-5-16,11-9 16,11-8-16,11 0 0,11 0 15,6 6 1,2 6-16,1 6 0,-4 7 15,0 4-15,-6 2 16,1 4-16,-1 1 16,-3 2-16,1-4 15,-19-16-15,19 18 16,2-5-16,1-3 16</inkml:trace>
  <inkml:trace contextRef="#ctx0" brushRef="#br0" timeOffset="386030.0851">8189 2557 0,'0'0'0,"0"0"0,0 8 0,-7 18 15,0 8-15,1 6 16,0 8-16,-2 3 16,0-3-16,1-1 15,7-47-15,-6 38 16,6-38-16,-3 31 16,3-31-16,2 25 15,6-9-15,-1-15 16</inkml:trace>
  <inkml:trace contextRef="#ctx0" brushRef="#br0" timeOffset="386201.9186">8039 2803 0,'0'0'0,"12"-5"0,19-2 15,16-3-15,16-3 16,8 0-16</inkml:trace>
  <inkml:trace contextRef="#ctx0" brushRef="#br0" timeOffset="386998.6078">8927 3074 0,'0'0'0,"0"0"0,7-1 0,11-7 16,3 5-16,8 3 15,3 5-15,-1 8 16,-4 9-16,-2 4 16,-2 9-16,-8 5 15,-12 5-15,-1 3 16,-10 2-16,-7-1 16,-7-2-16,-2-7 15,-1-6-15,0-5 16,-5-7-16,-1-3 15,3-5-15,-2-7 16,30-7-16,-28 6 16,4-8-16,5-14 15,6-7-15,6-7 16,11-2-16,6 4 16,7 6-16,4 9 15,1 7-15,0 6 16,0 4-16,-1 7 0,2 2 15,0 6-15,1 0 16,4 2-16,-1 3 16,3-2-16,0-1 15,-1-7-15,-2-7 16</inkml:trace>
  <inkml:trace contextRef="#ctx0" brushRef="#br0" timeOffset="387357.9158">9868 2961 0,'0'0'0,"0"0"0,-5-2 0,-11-5 0,-4 1 15,-7 6-15,-10 6 16,-6 8-16,-3 11 16,-7 10-16,-2 14 15,4 10-15,7 4 16,9 2-16,16-1 15,13-9-15,14-6 16,13-9-16,12-4 16,9-9-16,8-5 15,5-7-15,4-9 16</inkml:trace>
  <inkml:trace contextRef="#ctx0" brushRef="#br0" timeOffset="387654.7231">10083 3012 0,'0'0'0,"4"6"0,-6 14 0,-1 15 15,-3 14-15,0 7 16,-2 1-16,3 2 16,1-8-16,0-3 15,3-7-15,1-41 16,1 38-16,-1-38 16,4 31-16,-4-31 15,8 24-15,2-13 16</inkml:trace>
  <inkml:trace contextRef="#ctx0" brushRef="#br0" timeOffset="387935.8526">10262 2656 0,'0'0'0,"0"0"0,6-1 0,7-4 16,6-1-16,14-6 15,8 4-15,7 1 16,17 2-16,7 2 15,0 3-15,-4 1 16,-6 0-16</inkml:trace>
  <inkml:trace contextRef="#ctx0" brushRef="#br0" timeOffset="388935.6536">6748 4311 0,'0'0'0,"0"0"0,-1-2 0,1 2 16,-10-2-16,0 2 15,-7 8-15,-3 9 0,-3 12 16,-6 19-16,-5 11 16,-3 7-16,0 9 15,4 4-15,8 0 16,12-5-16,10-13 16,9-11-16,17-7 15,9-15-15,10-10 16,7-9-16,3-5 15</inkml:trace>
  <inkml:trace contextRef="#ctx0" brushRef="#br0" timeOffset="389435.5501">6907 4454 0,'0'0'0,"0"0"0,6-6 15,17-4-15,3-1 0,6 7 16,2 6-16,-1 9 16,-7 8-16,-26-19 15,23 23-15,-9 6 16,-9 6-16,-10 0 15,-6 0-15,-8-4 16,-3-4-16,-2-4 16,24-23-16,-24 17 15,24-17-15,-23 14 16,9-8-16,9-5 16,11-9-16,7-4 15,-13 12-15,23-11 16,4 4-16,0 9 15,-1 7-15,-6 6 16,-7 12-16,-8 6 16,-5 4-16,-5 2 0,-6 2 15,-5-9-15,-7 1 16,0-6-16,-2-5 16,-3-7-1,-2-4-15,0-8 0,-1-8 16,1-12-16,4-5 15,6-9-15</inkml:trace>
  <inkml:trace contextRef="#ctx0" brushRef="#br0" timeOffset="389701.1226">7265 4180 0,'0'0'0,"11"7"0,9 13 0,5 11 16,5 30-16,0 17 16,-8 9-16,-14 6 15,-14 5-15,-10-3 16,-14-2-16,-13 5 15,-5 1-15,-3 4 0,-5 3 16</inkml:trace>
  <inkml:trace contextRef="#ctx0" brushRef="#br0" timeOffset="398324.0413">14977 3398 0,'0'0'0,"0"0"0,-1-3 0,1 3 15,2-7-15,-2 7 16,2-9-16,-2 9 16,2-9-16,-2 9 15,2-7-15,-2 7 16,-3-8-16,3 8 16,-4-6-16,4 6 15,-5-8-15,-1-3 0,6 11 16,-5-15-16,1-2 15,3-4-15,1 21 16,4-21-16,4 0 16,12-3-16,3 7 15,3 6-15,1 6 16,3 8-16,-4 8 16,2 4-16,-2 9 15,-6 12-15,-3 7 16,-10 13-16,-14 7 15,0 4-15,-9 4 16,-7-1-16,-8-7 16,-2-3-16,-8-7 15,-2-4-15,-4-4 16,2-6-16,-2-3 16,1-11-16,0-2 0,4-9 15,6-8-15,5-7 16,5-8-16,10-14 15,7-9-15,7-2 16,8-3-16,-6 37 16,15-31-16,6 8 15,-21 23-15,25-15 16,3 7-16,-28 8 16,30 6-16,-1 8 15,-3 7-15,-2 6 16,5-1-16,-3-1 15,0 1-15,2-3 16,6-3-16,5-5 16,3-6-16</inkml:trace>
  <inkml:trace contextRef="#ctx0" brushRef="#br0" timeOffset="398636.5026">15589 3288 0,'0'0'0,"0"0"0,2 4 0,0 21 16,-7 10-16,6 15 15,-4 8-15,-1 10 16,1 5-16,-3 0 16,-4-3-16,6-5 15,-1-6-15,0-7 16,5-52-16,-3 42 16,3-6-16,0-36 0,2 32 15</inkml:trace>
  <inkml:trace contextRef="#ctx0" brushRef="#br0" timeOffset="398995.906">15614 3237 0,'0'0'0,"-2"-7"0,8-2 16,11-2-16,12 4 16,9 7-16,0 8 15,3 6-15,-7 11 16,-8 6-16,-8 13 16,-4 6-16,-5 10 15,-7 1-15,-8 2 16,0-1-16,-3-2 15,0-9-15,6-3 0,0-6 16,1-8 0,2-34-16,-3 30 0,3-30 15,-2 25-15,-1-4 16</inkml:trace>
  <inkml:trace contextRef="#ctx0" brushRef="#br0" timeOffset="399198.9856">15591 3674 0,'0'0'0,"0"0"0,3-4 16,14-4-16,10-2 15,3 3-15,11 0 16,6 5-16,0 3 15,0 0-15,-4-1 16,-5-3-16</inkml:trace>
  <inkml:trace contextRef="#ctx0" brushRef="#br0" timeOffset="399495.7394">16118 3242 0,'0'0'0,"0"0"0,1 2 16,1 11-16,4 12 16,-3 9-16,-1 10 15,-2 11-15,-2 5 16,-2 4-16,-7 2 15,-1-3-15,-3-2 16,6-7-16,4-6 16,4-9-16,3-6 15,12-5-15,4-5 16,3-9-16,12-5 16,7-16-16</inkml:trace>
  <inkml:trace contextRef="#ctx0" brushRef="#br0" timeOffset="400089.4729">16265 2819 0,'0'0'0,"0"0"0,0 0 0,0-8 0,5-5 15,7-1-15,6 3 16,1 4-16,3 7 15,-5 11-15,-1 4 16,-9 3-16,1 4 16,-5 4-16,-3-26 15,-4 26-15,-4 2 16,8-28-16,-12 29 16,12-29-16,-15 25 15,15-25-15,-12 19 16,12-19-16,-10 13 15,10-13-15,-6 5 16,10-3-16,-4-2 16,15 1-16,5 3 15,9 7-15,-29-11 16,28 17-16,-5 4 16,-4 5-16,-8 1 15,-10-4-15,-1-23 0,-8 22 16,-8-4-16,-11-1 15,-2-3-15,-1-1 16,0-4-16,4-2 16,26-7-16,-24 1 15,3-6-15</inkml:trace>
  <inkml:trace contextRef="#ctx0" brushRef="#br0" timeOffset="400355.0541">16641 2925 0,'0'0'0,"0"0"0,1 2 0,-1 10 16,1 11-16,5 7 15,-8 7-15,4 1 0,-3-2 16,-2-1-16,1-1 16,2-34-1,-5 29-15,5-29 0,-5 27 16</inkml:trace>
  <inkml:trace contextRef="#ctx0" brushRef="#br0" timeOffset="400558.0773">16517 3089 0,'0'0'0,"0"0"0,5 0 0,19 4 16,13-3-1,7-2-15,16 1 0,7 0 16,6-2-16</inkml:trace>
  <inkml:trace contextRef="#ctx0" brushRef="#br0" timeOffset="401495.4109">17555 3171 0,'0'0'0,"0"0"0,1-4 15,9-6-15,3-1 16,5 0-16,-18 11 16,28-8-16,5 10 15,0 10-15,-1 7 16,-5 13-16,-7 0 15,-10 5-15,-10 0 16,-9 0-16,-3-2 16,-7-1-16,19-34 15,-27 33-15,-2-8 0,-7 0 16,36-25-16,-34 19 16,34-19-16,-25 11 15,25-11-15,-16 8 16,7-10-16,9 2 15,14-11-15,8-3 16,15 2-16,1 3 16,-5 9-16,-4 8 15,-4 9-15,-8 6 16,-4 9-16,-6 4 16,-5 5-16,-7-1 15,-4 4-15,-9 0 16,-3-6-16,-6 3 15,-6-10-15,-4-8 16,-1-3-16,1-5 16,1-8-16,-1-3 0,5-4 15,0-7-15,3-10 16,7-7-16</inkml:trace>
  <inkml:trace contextRef="#ctx0" brushRef="#br0" timeOffset="401964.0085">18412 3150 0,'0'0'0,"0"0"0,-7-1 15,-4-7-15,11 8 0,-22-13 16,-6 5-16,-9 2 16,0 9-16,-4 7 15,6 9-15,0 5 16,8 2-16,4 1 15,15 5-15,5-1 16,9 2-16,12 0 16,6 2-16,5-4 15,6-2-15,3 1 16,-3-1-16,-7-1 16,-4 1-16,-7 4 15,-4-3-15,-12-1 16,-8 1-16,-13-2 15,-6-3-15,-8 0 16,-6-7-16,-3-6 16,-3-5-16,2-5 15,-2-10-15,12-4 16</inkml:trace>
  <inkml:trace contextRef="#ctx0" brushRef="#br0" timeOffset="402463.8846">18818 3181 0,'0'0'0,"0"0"16,4-4-16,-1-6 15,-3 10-15,-3-12 16,-3-5-16,-7 6 16,-16 7-16,-9 11 15,-5 11-15,-4 11 16,0 13-16,2 12 0,7 4 16,9 7-16,12 1 15,12-10-15,16-6 16,5-7-16,20-14 15,-1-7-15,2-10 16,0-10 0,0-5-16,1-8 0,-5-6 15,1-7-15,-3-4 16,-3-6-16,-1-8 16,-6 2-16,-5-7 15,-5 1-15,-8-3 16,-11 6-16,-1 4 15,-14 8-15,0 7 16,-8 15-16,2 6 16,-12 16-16,6 5 15,10 7-15</inkml:trace>
  <inkml:trace contextRef="#ctx0" brushRef="#br0" timeOffset="402995.0097">19152 3659 0,'0'0'0,"-5"6"0,-4 9 0,-2 10 15,-10 7 1,-13 8-16,2 1 0,-5 1 15,1-5-15,36-37 16,-35 31-16,35-31 16,-28 25-16,28-25 15,-22 17-15,13-7 16,20-6-16,12-7 16,12-2-16,8 0 15,0 2-15,-43 3 0,38-3 16,-38 3-16,35-5 15,-35 5-15,27-5 16,-27 5-16,17-4 16,-10-2-1,-7 6-15,4-13 0,-4-1 16,0 14-16,-3-21 16,3 21-16,-3-16 15,0 3-15,1 12 16,3 11-16,-4 11 15,-1 13-15,4 11 16,-2 10-16,-3 7 16,2 2-16,2 2 15,-3-4-15,3-9 16,2-10-16,-1-43 16,2 34-16,1-16 15</inkml:trace>
  <inkml:trace contextRef="#ctx0" brushRef="#br0" timeOffset="403635.5335">19200 2704 0,'0'0'0,"0"0"0,0-5 0,0 5 16,6-11-16,-2-1 0,5 0 16,8 0-16,-17 12 15,18-2-15,4 7 16,4 10-16,-7 11 16,0 5-16,-6 4 15,-6 8-15,-9 1 16,-10 3-16,-8 2 15,-1-4-15,-5-7 16,3-7-16,2-6 16,-1-4-16,0-9 15,22-12-15,-22 7 16,6-3-16,5-11 16,11 7-16,0-12 15,9-3-15,10-2 16,5 7-16,-24 10 15,29-8-15,-2 11 16,2 9-16,-2 6 16,-5-1-16,1 2 0,2-1 15,-3-5-15,3-1 16,-25-12-16</inkml:trace>
  <inkml:trace contextRef="#ctx0" brushRef="#br0" timeOffset="403869.8097">19568 2901 0,'0'0'0,"0"0"0,0 0 0,0 1 0,10-1 16,10 0-1,11-2-15,9 0 0,6 3 16,9-3-16,2-1 16,1 0-16</inkml:trace>
  <inkml:trace contextRef="#ctx0" brushRef="#br0" timeOffset="404697.7674">18910 4485 0,'0'0'0,"0"0"0,-2 6 16,-4 19-16,-6 9 16,-7 16-16,-2 11 15,-1 9-15,-1 2 16,-1 3-16,4-6 16,7-6-16,4-12 15,8-4-15,13-9 16,17-5-16,8-4 15,16-5-15,10-8 16</inkml:trace>
  <inkml:trace contextRef="#ctx0" brushRef="#br0" timeOffset="405322.6374">19407 4514 0,'0'0'0,"0"0"0,-6-1 16,-9-2-16,-4 2 15,-8 2-15,-7 5 16,0-1-16,1 4 0,33-9 16,-30 7-16,0 2 15,30-9-15,-26 16 16,5 2-16,7 7 16,5 7-16,11 0 15,2 1-15,2 1 16,2 0-16,2-4 15,3-2-15,-13-28 16,9 29-16,-9-29 16,9 21-16,-9-21 15,7 14-15,-7-14 16,4 8-16,0-5 16,-2-13-16,5-5 15,0-5-15,5 1 16,6 3-16,1 3 15,-19 13-15,22-10 16,-2 13-16,8 5 16,-6 10-16,-7 3 15,-1 7-15,-3 6 0,-10 1 16,-3 0-16,-3 1 16,-10-4-16,-3-4 15,-4-4-15,-4-8 16,0-3-16,-4-2 15,2-8-15,0-3 16,3-4 0,2-9-16</inkml:trace>
  <inkml:trace contextRef="#ctx0" brushRef="#br0" timeOffset="405635.0466">19530 4378 0,'0'0'0,"4"5"0,2 10 0,13 8 15,5 11-15,4 11 16,3 8-16,-2 8 15,-4 4-15,-6 4 16,-11-3-16,-8 4 16,-13-1-16,-13-1 15,-8 0-15,-11 0 16,-13 3-16,-9 5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6T08:11:09.113"/>
    </inkml:context>
    <inkml:brush xml:id="br0">
      <inkml:brushProperty name="width" value="0.05292" units="cm"/>
      <inkml:brushProperty name="height" value="0.05292" units="cm"/>
      <inkml:brushProperty name="color" value="#FF0000"/>
    </inkml:brush>
  </inkml:definitions>
  <inkml:trace contextRef="#ctx0" brushRef="#br0">22406 2589 0,'0'0'0,"0"0"0,3-3 0,-3 3 16,4-10-16,-4 10 16,4-7-16,-4 7 15,4-6-15,-3 7 16,-10 16-16,-1 13 15,-5 10-15,-7 16 16,-7 15-16,-3 12 16,0 16-16,1 9 15,3 4-15,6-4 16,5-7-16,12-11 16,15-9-16,11-14 15,9-12-15,6-9 16,4-15-16,1-11 15,2-10-15,-4-12 16,2-13-16,-4-11 16,-2-11-16,-2-12 15,-8-13-15,2-8 16,-8 1-16,-3 0 16,-7 6-16,-9 63 0,7-51 15,-7 51-15,1-37 16,-2 14-16,-4 20 15,2 22-15,4 16 16,-5 13-16,4 11 16,4 1-16,4-2 15,6-11-15,7-5 16,3-16-16,5-8 16,4-8-16,5-4 15,0-13-15,3-7 16,2-11-16,0-10 15,-3-8-15,-1-7 16,-3-9-16,-2-4 16,-7-1-16,-8-3 15,-5 5-15,-7-7 16,-10 3-16,-9 0 16,-4 1-16,-8 1 15,-6 9-15,-1 7 0,0 7 16,31 41-16,-30-27 15,10 16-15,4 23 16,13 18-16,4 18 16</inkml:trace>
  <inkml:trace contextRef="#ctx0" brushRef="#br0" timeOffset="499.8825">23746 3150 0,'0'0'0,"5"-9"0,0-7 0,-2-4 16,-6-4-16,-5 6 15,-13-1-15,-7 8 16,-12 10-16,-4 12 15,-12 11-15,0 9 16,2 16-16,6 6 16,8 4-16,9 4 15,14-8-15,9-6 16,13-8-16,10-11 16,10-13-16,5-9 15,8-6-15,3-11 16,-1-6-16,-1-7 15,-3-6-15,-7-3 16,-6-2-16,-23 35 16,15-33-16,-15 33 15,4-24-15,-7 9 16,-4 15-16,-3 12 0,2 19 16,3 12-16,0 3 15,7-1-15,10-5 16,9-10-16,11-10 15,13-12-15,8-17 16,6-13-16,0-5 16</inkml:trace>
  <inkml:trace contextRef="#ctx0" brushRef="#br0" timeOffset="796.6555">24074 2387 0,'0'0'0,"0"0"0,0 11 0,4 24 15,1 15-15,-3 12 16,-1 16-16,-4 4 0,-2 5 15,1-3-15,-1 2 16,2-8-16,3-2 16,-1-10-1,1-4-15,4-8 0,-1-7 16,1-5-16,-4-42 16,5 36-1,-5-36-15</inkml:trace>
  <inkml:trace contextRef="#ctx0" brushRef="#br0" timeOffset="999.7656">23963 3155 0,'0'0'0,"0"0"0,14-2 16,20-3-1,16-5-15,9-1 16,9 1-16,4 1 0</inkml:trace>
  <inkml:trace contextRef="#ctx0" brushRef="#br0" timeOffset="1702.7238">24581 3267 0,'0'0'0,"10"-2"0,7-4 16,11-1-16,5-4 16,7-3-16,-6-4 15,0-5-15,-10-3 16,-2 1-16,-11-3 15,0 0-15,-9 2 16,-4 2-16,2 24 0,-8-20 16,-9 7-16,-13 11 15,-8 12-15,-7 11 16,0 18 0,-1 11-16,5 10 0,4 4 15,11 0-15,9-6 16,13-11-16,9-8 15,12-8-15,10-8 16,7-2-16,4-10 16,10-9-16,1-5 15,0-10-15,4-7 16,-1-6-16,-6-5 16,-8-1-16,-7-2 15,-10-1-15,-6 4 16,-5-3-16,-9 3 15,-1 31-15,-6-31 16,6 31-16,-8-27 0,-2 0 16,10 27-16,-6-24 15,8 2-15,14-2 16,6 5-16,7 2 16,4 3-16,1 5 15,-34 9-15,36-3 16,-4 5-16,-3 6 15,-6 9-15,-13 9 16,-8 11-16,-7 8 16,-7 6-16,-8 6 15,2 2-15,0-1 16,9-6-16,10-5 16,17-8-16,15-8 15,19-9-15,16-12 16</inkml:trace>
  <inkml:trace contextRef="#ctx0" brushRef="#br0" timeOffset="2296.3173">26897 2013 0,'0'0'0,"0"0"0,0 0 0,2-3 16,-2 3-16,1-5 15,-1 1-15,-11 3 16,-9 6-16,-10 11 16,-13 11-16,-12 12 15,-10 11-15,-3 12 16,-13 16-16,-5 11 16,-3 14-16,7 9 15,4 17-15,13 7 16,19 0-16,15-1 15,21-14-15,12-17 0,14-11 16,19-14-16,11-11 16,9-10-16,11-13 15,1-15-15,8-17 16,3-18-16,-1-18 16</inkml:trace>
  <inkml:trace contextRef="#ctx0" brushRef="#br0" timeOffset="2640.0167">27249 2164 0,'0'0'0,"0"0"0,0 2 0,4 14 16,-2 11 0,-4 14-16,-1 13 15,-3 16-15,-2 9 0,1 12 16,-3 3-16,-3 5 16,6-4-16,-1-3 15,2-4-15,7-9 16,-4-8-16,2-8 15,1-10-15,-1-6 16,1-47-16,0 41 16,4-17-16,2-29 15</inkml:trace>
  <inkml:trace contextRef="#ctx0" brushRef="#br0" timeOffset="2936.8166">27715 2234 0,'0'0'15,"2"11"-15,-2 17 0,-3 20 0,-4 21 16,-7 14-16,-1 6 15,-2 5-15,0-3 16,-1-5-16,5-6 16,0-8-16,2-7 15,0-10-15,6-5 16,0-11-16,5-39 16,-6 33-16,-3-13 15</inkml:trace>
  <inkml:trace contextRef="#ctx0" brushRef="#br0" timeOffset="3108.6159">27253 2956 0,'0'0'0,"8"-2"0,10-6 0,20-4 16,14-3-1,16-4-15,10 1 0</inkml:trace>
  <inkml:trace contextRef="#ctx0" brushRef="#br0" timeOffset="3639.7703">27844 3262 0,'0'0'0,"0"0"0,0-6 0,1-18 16,0-6-16,7-2 15,9 0-15,5 4 16,6 11-16,4 9 15,1 11-15,1 9 0,-4 9 16,-2 8-16,-7 5 16,-5 2-16,-7 4 15,-6 2-15,-7 5 16,-9 0-16,-7 3 16,-10-4-16,-1-1 15,-6-4-15,-5-4 16,-5-9-16,4-5 15,43-23-15,-44 13 16,9-13 0,3-22-16,10-7 0,22 29 15,-7-31-15,7 1 16,12 4-16,10 8 16,5 12-16,5 2 15,8 9-15,3 8 16,1 3-16,0 3 15,0 6-15,-2 1 0,3 0 16,-3-1 0,3-9-16,-3-9 15,-2-13-15</inkml:trace>
  <inkml:trace contextRef="#ctx0" brushRef="#br0" timeOffset="4170.9036">29034 2422 0,'0'0'0,"0"-8"0,-6-2 0,-4-5 15,-11 2-15,-2 2 16,-7 6-16,-6 10 0,-8 11 16,-2 8-16,-6 18 15,1 17-15,-1 13 16,5 16-16,5 4 16,14 0-16,11-11 15,13-10-15,14-17 16,11-12-16,9-10 15,7-10-15,8-10 16,1-8-16,1-10 16,4-11-16,-1-7 15,-2-9-15,-3-7 16,0-6-16,-11-3 16,-3-2-16,-3-5 15,-8-1-15,-6 1 16,-8-4-16,-7-1 15,-16 0-15,-8-1 16,-13 6-16,-13 8 16,-7 15-16,-3 8 0,-3 13 15,64 12-15</inkml:trace>
  <inkml:trace contextRef="#ctx0" brushRef="#br0" timeOffset="4467.7285">29261 1888 0,'0'0'0,"10"10"0,14 6 0,7 18 15,15 9-15,4 14 16,1 9-16,-4 9 16,-2 7-16,-10 4 15,-5 9-15,-12-1 16,-13 6-16,-7 0 0,-12 5 16,-9 6-16,-15 7 15,-7 8-15,-21 12 16,-19 11-16</inkml:trace>
  <inkml:trace contextRef="#ctx0" brushRef="#br0" timeOffset="76529.0223">24325 7440 0,'0'0'0,"0"0"0,0 0 0,0-4 15,0 0-15,0 4 16,0-11-16,0 11 15,0-10-15,0 10 16,-3-9-16,3 9 16,-7-9-16,7 9 15,-9-10-15,-2 1 16,11 9-16,-18-9 16,18 9-16,-16-7 15,-5-1-15,21 8 16,-21-5-16,-2 3 15,23 2-15,-23-1 16,-1 4-16,0 2 0,24-5 16,-22 6-16,0 1 15,0 1-15,22-8 16,-18 12-16,1 4 16,-2 5-16,2 3 15,2 4-15,5 4 16,2-2-16,2 3 15,-1 0-15,4 2 16,-1-3-16,4 1 16,6-3-16,-1-2 15,-5-28-15,7 27 16,6-1-16,10 2 16,1-3-16,5-7 15,2-2-15,0-6 16,2-5-16,-1-4 15,4-4-15,-3-5 16,3-5-16,-2-3 0,-1-4 16,-4 0-1,-3-3-15,-3 2 0,-2-5 16,-4 1-16,-3-4 16,-3 1-16,-5-3 15,-1-2-15,-8-2 16,0 4-16,-3-3 15,-4-1-15,-6 2 16,0 4-16,-4 4 16,-1 1-16,-8 4 15,-4 8-15,-4 8 16,-6 5-16,-5 9 16</inkml:trace>
  <inkml:trace contextRef="#ctx0" brushRef="#br0" timeOffset="79293.9895">23809 10644 0,'0'0'0,"0"0"0,0 0 0,0-2 15,0 2-15,1-4 16,-1 4-16,3-6 16,-3 6-16,4-7 15,-4 7-15,3-6 16,-3 6-16,5-5 16,-5 5-16,1-5 15,-1 5-15,-1-8 16,1 8-16,-2-8 15,-1-5-15,3 13 0,-8-13 16,-2-1-16,-3-1 16,-2 1-16,15 14 15,-20-10-15,-1 1 16,-2 0-16,-2 3 16,-2 2-16,-2 2 15,2 2-15,-1 6 16,-1 3-16,0 6 15,0-1-15,-2 7 16,0-2-16,3 1 16,1 4-16,3 5 15,1-3-15,7 3 16,4-1-16,4 3 16,5 0-16,7 0 15,3 5-15,8-3 16,6 2-16,3-3 15,5-1-15,9-5 16,-2-1-16,4-3 16,0-3-16,1-4 0,-2-8 15,1-2-15,-1-8 16,-1-4-16,-1-4 16,-1-5-16,-7-6 15,-1-3-15,-6-3 16,-6-4-1,-4-3-15,-7-2 0,-5-2 16,-4-2-16,-7-4 16,-2 0-16,-7 2 15,-4 5-15,-6 2 16,-8 5-16,-5 7 16,-12 9-16</inkml:trace>
  <inkml:trace contextRef="#ctx0" brushRef="#br0" timeOffset="123861.6676">27895 5281 0,'0'0'0,"0"0"0,2-5 0,-2 5 15,6-12-15,-6 12 16,5-14-16,-5 14 16,5-12-16,-5 12 15,7-11-15,-7 11 16,4-3-16,-1 10 15,-1 10-15,3 8 16,-2 12-16,-4 7 16,-6 8-16,2 6 15,-5 5-15,2 2 16,-1 0-16,2 2 16,1-9-16,2 2 15,3-9-15,1-8 16,0-43-16,1 35 15,-1-35-15,1 30 0,-1-30 16,3 23 0,3-13-16,7-20 0</inkml:trace>
  <inkml:trace contextRef="#ctx0" brushRef="#br0" timeOffset="124236.5582">28420 5138 0,'0'0'0,"-3"6"0,2 9 0,0 11 15,0 9-15,-1 10 16,-3 11-16,3 9 16,-4 7-16,-3 6 15,3-1-15,1-5 16,-3-7-16,2-9 0,3-5 16,2-11-16,0-3 15,1-37-15,0 32 16,0-32-16,0 30 15,0-30-15,0 25 16,-2-8-16,-8-16 16,10-1-16</inkml:trace>
  <inkml:trace contextRef="#ctx0" brushRef="#br0" timeOffset="124471.0253">27752 5767 0,'0'0'0,"16"-3"0,13-6 0,17-5 15,22 0-15,13 1 16,5-2-16,10 1 15,3 3-15,-2-4 16,-3 1-16</inkml:trace>
  <inkml:trace contextRef="#ctx0" brushRef="#br0" timeOffset="129079.329">28892 6084 0,'0'0'0,"0"0"0,0 0 0,0-2 15,0 2-15,2-2 16,-1 6-16,2 7 15,0 4-15,6 7 16,4 3-16,2 2 16,3-2-16,5 0 15,3 0-15,0-2 16,4-3-16,-30-20 16,29 21-16,1-2 15,-4 0-15,-26-19 16,24 20-16,-3-1 15,-21-19-15</inkml:trace>
  <inkml:trace contextRef="#ctx0" brushRef="#br0" timeOffset="129329.3175">29168 6092 0,'0'0'0,"0"0"0,-7 3 0,-15 13 0,-7 15 16,-8 6-16,-7 13 15,-12 8-15,-4 0 16,4 0-16,-4-1 15,9-2-15</inkml:trace>
  <inkml:trace contextRef="#ctx0" brushRef="#br0" timeOffset="130797.7096">30137 7852 0,'0'0'0,"0"0"0,-1-6 0,1 6 15,-3-17 1,0-3-16,-4-4 0,7 24 16,-8-24-16,-6 3 15,-3-1-15,-2 4 16,1-1-16,-3 3 16,-3 5-16,24 11 15,-26-12-15,-5 5 16,-8 3-16,-1 4 15,-1 4-15,0 7 16,-1 6-16,0 11 16,1 9-16,-5 9 15,0 7-15,8 4 0,6 4 16,3 0 0,7-4-16,8 0 15,8-3-15,11 0 0,7-4 16,10-5-16,5-2 15,12-7-15,5-5 16,11-5-16,4-7 16,4-8-16,0-5 15,3-7-15,-4-7 16,0-7-16,0-5 16,-6-6-16,-5-8 15,-5-4-15,-5-2 16,-8-7-16,-8-1 15,2-1-15,-9-6 0,-2-3 0,-10-1 16,-9 1-16,-9 1 16,-13 2-16,-9 11 15,-16 10-15,-13 5 0,-17 13 32</inkml:trace>
  <inkml:trace contextRef="#ctx0" brushRef="#br0" timeOffset="132172.3738">28738 6967 0,'0'0'0,"0"0"0,0 0 0,0-3 15,0 3-15,0-3 0,-3-4 16,3 7-16,-10-4 16,10 4-16,-9-5 15,9 5-15,-7-7 16,7 7-16,-9-9 16,9 9-16,-6-11 15,6 11-15,-7-10 16,7 10-1,-3-10-15,3 10 0,-2-10 16,2 10-16,-2-10 16,2 10-16,-2-8 15,2 8-15,-3-7 16,3 7-16,-3-5 16,3 5-16,-6-1 15,-2 5-15,8-4 16,-11 10-16,11-10 15,-10 14-15,2 4 16,8-18-16,0 19 0,0-19 16,3 16-16,7-5 15,-10-11-15,17 4 16,-17-4-16,13-1 16,-13 1-16,13-4 15,-13 4-15,13-10 16,-13 10-16,8-13 15,-8 13-15,1-14 16,-4 2-16,-12 3 16,15 9-16,-18-1 15,-3 7-15,21-6 16,-21 11-16,3 4 16,18-15-16,-12 18 15,12-18-15,-5 18 16,5-18-16,6 14 15,5-8-15,-11-6 16,17-3-16,0-9 16,-17 12-16,15-20 15,-9-4-15,-6 24 0,-2-22 16,-10 8-16,-12 15 16</inkml:trace>
  <inkml:trace contextRef="#ctx0" brushRef="#br0" timeOffset="157135.2891">19089 14254 0,'0'0'0,"0"0"0,0 0 15,1-2-15,-1 2 16,2-1-16,-2 1 16,3-3-16,-3 3 15,6-3-15,-6 3 16,7-2-16,-7 2 0,5-1 16,-5 1-16,2-2 15,-2 2-15,2-3 16,-2 3-16,1-3 15,-1 3-15,-1-5 16,1 5-16,-1-8 16,1 8-16,-1-11 15,1 11-15,-1-12 16,1 12-16,0-14 16,0 14-16,-2-13 15,-2-2-15,4 15 16,-6-15-16,6 15 15,-9-15-15,9 15 16,-12-15-16,-5 1 16,17 14-16,-17-13 15,-2 6-15,19 7 16,-22-5-16,-3 4 0,2 5 16,-2 3-16,-1 1 15,2 6-15,-4 2 16,2 3-16,0 1 15,-3 3-15,2 1 16,7 0-16,1 4 16,7 0-16,4 2 15,6 5-15,0-3 16,9 3-16,2-3 16,4 0-16,4-5 15,1-3-15,3-6 16,2-1-16,1-6 15,0-4-15,2-3 16,0-2-16,2-2 16,-1-5-16,2 0 15,0-5-15,-6-5 16,0-2-16,-2-2 0,-3-5 16,-4-4-16,0 0 15,-6-2-15,-2-2 16,-5-2-16,-2 2 15,-4-2-15,-4 0 16,-8 3 0,1 3-16,-11 5 0</inkml:trace>
  <inkml:trace contextRef="#ctx0" brushRef="#br0" timeOffset="158228.7336">18444 14896 0,'0'0'0,"0"0"0,0 0 16,4-2-16,-4 2 15,6-7-15,1-5 16,-7 12-16,12-13 15,-12 13-15,9-16 16,-3-1-16,-6 17 16,3-18-16,-1 0 15,-2 18-15,-3-19 16,-5 2-16,-1 0 16,9 17-16,-13-15 15,-5 2-15,18 13 0,-25-9 16,-1 4-16,-9 6 15,-2 5 1,3 4-16,0 6 16,1 3-16,5 3 15,3 7-15,1 3 0,6 5 16,2 1-16,9-1 16,5 5-16,8-2 15,3-4-15,12 0 16,2-6-16,2-4 15,3-5-15,7-4 16,1-10-16,-36-7 16,38 6-16,1-7 15,2-5-15,-6-6 16,-3-7-16,-11-5 16,-2-5-16,-5-6 15,-2-2-15,-5-4 16,-5-3-16,-10-1 15,-5 2-15,-9 0 16,-8 3-16,-12 6 16,-7 5-16</inkml:trace>
  <inkml:trace contextRef="#ctx0" brushRef="#br0" timeOffset="163899.3239">18985 14147 0,'0'0'0,"0"0"0,0 0 15,0-5-15,0 5 16,-3-9-16,3 9 16,-4-10-16,-7 2 15,-8 4-15,0 8 16,-5 7-16,-7 6 16,-2 7-16,-1 5 15,5-3-15,5 2 16,8 1-16,10-1 15,3-1-15,7 0 16,6-2-16,7-3 16,7-1-16,4-7 0,0-3 15,-1-6-15,5-2 16,-3-4-16,-29 1 16,30-4-16,0-6 15,-4-7-15,-3-1 16,-4-6-16,-19 24 15,9-26-15,-3 0 16,-9-1-16,3 27 16,-12-24-16,-4 1 15,-14 1-15,-3 9 16,-7 11-16,0 3 16,-2 7-16,6 5 15,2 2-15,7 2 16,27-17-16,-22 18 15,8 0-15,14-18 16,-5 19-16,8-2 16,12-2-16,9-6 15,2-3-15,5-6 16,0-5-16,0-5 0,-3-5 16,1-3-16,-3 1 15,-5-3-15,-21 20 16,20-19-16,-6 1 15,-14 18-15,10-18 16,-10 18-16,5-15 16,-13 4-16,-12 10 15,-8 9-15,-6 7 16,-1 3-16,2 4 16,6 1-16,27-23 15,-22 24-15,10-3 16,6 0-16,6-21 15,2 21-15,8-4 16,13-2-16,3-7 16,5-8-16,2-4 15,0-4-15,1-4 16,-1-2-16,-6-2 16,-2-6-16,-25 22 15,19-19-15,-4-2 0,-11 1 16,-8 4-16,-10-1 15,-5 3-15,-9 5 16,-8 8-16,-2 4 16,-3 5-16,-1 5 15,5 5-15,5 2 16,32-20-16,-23 21 16,7 3-16,11 4 15,9-6-15,10-3 16,3-5-16,-17-14 15,24 9-15,4-6 16,4-7-16,0-6 16,-3-4-16,-5-4 15,-4 0-15,-2-6 16,-5 1-16,-13 23 0,12-24 16,-5-1-16,-7 25 15,-1-26-15,-11 2 16,-8 6-16,-7 11 15,-1 14-15,-5 8 16,-2 9-16,-2 9 16,8 3-16,5 3 15,9-3-15,11-2 16,6-4-16,10-2 16,1-5-16,10-4 15,1-7-15,2-1 16,2-9-16,0-3 15,4-8-15,-4-4 16,-2-7-16,-3-2 16,-5-6-16,-6 0 15,-5-2-15,-5 0 16,-2 30-16,-5-30 16,-8 3-16,-9 5 15,-6 8-15,-8 7 16,1 10-16,-5 12 15,4 5-15,4 2 0,8 4 16,24-26-16,-11 28 16,6 1-16,14-3 15,7-6-15,5-2 16,5-7-16,1-4 16,1-6-16,3-4 15,1-7-15,-2-4 16,-30 14-16,25-18 15,-6 0-15,-19 18 16,10-20-16,-13 5 16,-17 2-16,-12 5 15,-8 8-15,-3 4 16,43-4-16,-41 12 16,3 1-16,38-13 15,-28 20-15,10 2 16,14 6-16,11-3 0,13-2 15,6-6-15,7-6 16,3-4-16,3-5 16,-5-7-16,-2-4 15,-4-3-15,-5-2 16,-5-5-16,-7 0 16,-11 19-16,7-22 15,-6-1-15,-9-2 16,-7 2-16,-11 4 15,-4 6-15,-10 6 16,0 3-16,40 4 16,-37 3-16,37-3 15,-32 8-15,9 5 16,11 5-16,12-18 16,2 17-16,9-3 15,12-4-15,4-9 16,3-6-16,-5-7 15,-3-3-15,-2-6 16,-4-4-16,-6-1 16,-2-6-16,-2-2 0,-6 3 15,-7 4 1,-10 1-16,-5 9 0,-9 6 16,-4 6-16,-5 9 15,3 5-15,3 4 16,8 7-16,9 0 15,6 1-15,7 3 16,4-24-16,6 25 16,4-4-16,8-1 15,5-3-15,6-3 16,3-5-16,-1-5 16,-31-4-16,30-3 15,-3-4-15,-27 7 16,23-13-16,-10-1 15,-10-1-15,-13 0 16,-9 4-16,-14 7 16,-5 2-16,-7 12 15,0 9-15,-4 8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6T08:19:58.941"/>
    </inkml:context>
    <inkml:brush xml:id="br0">
      <inkml:brushProperty name="width" value="0.05292" units="cm"/>
      <inkml:brushProperty name="height" value="0.05292" units="cm"/>
      <inkml:brushProperty name="color" value="#FF0000"/>
    </inkml:brush>
  </inkml:definitions>
  <inkml:trace contextRef="#ctx0" brushRef="#br0">3167 9140 0,'0'0'0,"0"0"0,-2-4 0,-5-1 16,-9-2-16,-8 0 16,-9 1-16,-5 2 15,-10 3-15,-5-1 16,-10 2-16,-6 0 16,-2 1-16,2 1 15,1 1-15,0 3 16,3-3-16,6 3 15,5 1-15,5-3 16,11 2-16,5-4 0,33-2 16,-29 4-16,29-4 15,-25 6-15,25-6 16,-24 5-16,24-5 16,-16 9-16,16-9 15,-13 11-15,6 3 16,7-14-16,-8 17 15,4 3-15,-2 8 16,4 0-16,-1 5 16,0 6-16,3 6 15,-5 5-15,1 11 16,-1 5-16,-4 5 16,0 10-16,-1 4 15,-3-2-15,1 4 16,2-4-16,-3 0 15,1 1-15,3-3 16,-3-4-16,0-1 16,5-4-16,1-5 15,3-6-15,5-4 0,-1-11 16,-1-46-16,2 40 16,5-7-1,6-8-15,7-7 0,6-8 16,10-10-1,11-7-15,10-7 0,14-8 16,18-5-16,10 0 16,8-4-16,9 2 15,10 0-15,5 4 16,0 1-16,-3 5 16,-10 5-16,-7 1 15,-17 6-15</inkml:trace>
  <inkml:trace contextRef="#ctx0" brushRef="#br0" timeOffset="3546.0505">24453 11357 0,'0'0'0,"0"0"0,5-2 0,6 1 16,12-2-16,5 2 15,6 1-15,3 0 16,9 1-16,2 3 16,-3 3-16,5 2 15,-7 0-15,-5 3 16,-3-2-16,-7 2 16,1 2-16,-4 0 15,-7 4-15,0 1 0,-3 2 16,-4 1-1,1 4-15,1 2 0,-3 5 16,3 2-16,-1 6 16,4 3-16,-1 3 15,3 2-15,-2 6 16,0 1-16,-5 5 16,0 4-16,1 2 15,-4 2-15,-3 3 16,3 2-16,-7-2 15,-2-4-15,-1-2 16,-6-4-16,-5-1 16,-1-6-16,-5-4 15,-4-10-15,-2-5 16,-6-9-16,-5-7 16,-10-4-16,-11-7 15,-12-9-15,-13-7 16,-18 0-16,-12-6 0,-15 1 15</inkml:trace>
  <inkml:trace contextRef="#ctx0" brushRef="#br0" timeOffset="46645.3209">3239 12598 0,'0'0'0,"0"0"0,8-3 15,7-2-15,7-1 16,0 1-16,5-1 15,1 2-15,-2-1 16,4 3-16,3 2 16,5 0-16,4-2 15,4 2-15,2-2 16,6 2-16,8 0 16,-3 3-16,9-4 0,3 1 15,6 0-15,6 0 16,6 0-16,2-3 15,6 1-15,6 1 16,3 0-16,2 1 16,6 1-16,-2-1 15,1 0-15,2 1 16,5 1-16,0 1 16,2-3-16,1 3 15,2 0-15,1 2 16,-2-1-16,3 2 15,1-2-15,2 0 16,-3 0-16,5 0 16,0 1-16,-1-3 15,5-1-15,2 2 16,3 0-16,1 2 16,-5-1-16,5 0 15,-5 0-15,1-3 16,-6 4-16,-4 1 0,-6-2 15,-4 4-15,-9-2 16,-5 3-16,-4-2 16,-10 2-16,-11-1 15,-10 1 1,-11 0-16,-58-9 0,49 9 16,-49-9-16,37 6 15,-13 0-15,-20 2 16,-21-7-16</inkml:trace>
  <inkml:trace contextRef="#ctx0" brushRef="#br0" timeOffset="47301.3955">4023 12456 0,'0'0'0,"-8"-2"0,8 2 16,-11-4-16,11 4 15,-11-5-15,1 2 16,8 3-16,11 5 16,11-1-16,11 0 15,3 5-15,17-4 16,4 1-16,13-1 15,7-1-15,9-3 16,12 1-16,12-2 0,3 0 16,9 0-16,12-1 15,4 2-15,7-1 16,6 4-16,5-2 16,9 4-16,2-2 15,4 1-15,2 1 16,4 0-16,1 3 15,2-3-15,3 0 16,-2 1-16,8-1 16,-4-2-16,3 5 15,0 3-15,1 3 16,-8-1-16,0 4 16,-6-2-16,-7 3 15,-12-2-15,-14 1 16,-15-6-16,-16-1 15,-23-4-15,-86-7 16,67 4-16,-24-2 16,-21-7-16,-27-1 15</inkml:trace>
  <inkml:trace contextRef="#ctx0" brushRef="#br0" timeOffset="137842.6396">23063 5174 0,'0'0'0,"0"0"0,0 0 0,0 0 15,0 0-15,0 0 16,0 0-16,1 3 16,7 3-16,6 0 15,4 5-15,5-1 16,9-3-16,9-2 15,5 1-15,10 2 16,5-3-16,9 2 16,6-3-16,7-4 0,5 0 15,10-2 1,5 0-16,10-3 0,5 4 16,4-2-16,-1-2 15,1 0-15,-3 3 16,-6-2-16,-5 2 15,-13 1-15,-12-2 16,-15 3-16,-68 0 16,51 0-16,-51 0 15,35 1-15,-18-1 16,-17 2-16,-10 1 16</inkml:trace>
  <inkml:trace contextRef="#ctx0" brushRef="#br0" timeOffset="138451.9375">27412 5146 0,'0'0'0,"0"0"0,0 0 0,-2 1 16,2-1-16,2 3 16,10 0-16,22 3 15,13-5-15,18-3 16,17-2-16,17-2 15,2-3-15,13 1 16,16-3-16,5-2 16,8 2-16,8 3 15,7-3-15,2 4 16,3 1-16,-3 1 16,0 1-16,-5 3 15,-7 0-15,-6 0 16,-12 2-16,-10 0 15,-15 3-15,-11-2 16,-17-1-16,-18 1 16,-59-2-16,46 0 0,-46 0 15,33 0 1,-14 3-16</inkml:trace>
  <inkml:trace contextRef="#ctx0" brushRef="#br0" timeOffset="149902.5141">23309 2714 0,'0'0'0,"0"0"0,0 0 0,3-5 15,-3 5-15,9-6 16,-9 6-16,11-9 16,-11 9-16,8-10 15,-1 0-15,-7 10 16,5-14-16,-5 14 16,2-15-16,-2 15 15,-1-13-15,-2 0 16,-5-5-16,8 18 15,-18-15-15,1 2 16,-12 2-16,-3 5 16,3 6-16,-4 4 15,1 6-15,-1 5 16,-3 6-16,-1 5 16,-3 6-16,-2 8 15,-1 8-15,3 9 16,-1 8-16,1 6 0,5 1 15,5 2-15,3-4 16,17-5-16,7-6 16,9-6-16,8-7 15,14-5-15,6-4 16,6-8-16,6-3 16,4-4-16,3-6 15,0-6-15,2-4 16,0-10-16,0-14 15,-2-10-15</inkml:trace>
  <inkml:trace contextRef="#ctx0" brushRef="#br0" timeOffset="150308.6527">23599 2553 0,'0'0'0,"0"0"0,0 0 15,0 0-15,0 6 16,3 7-16,0 7 15,1 9-15,-2 7 16,-4 7-16,0 7 16,-1 3-16,0 3 15,-2 2-15,-2 2 16,-3 1-16,2-5 16,2-4-16,2-7 15,3-5-15,5-8 16,0 0-16,-4-32 15,10 29-15,5-7 0,11-3 16,3-10 0,4-13-16,6-9 0,-2-9 15</inkml:trace>
  <inkml:trace contextRef="#ctx0" brushRef="#br0" timeOffset="150636.7135">23909 3040 0,'0'0'0,"0"0"0,1 0 15,8 0-15,4 0 16,9-1-16,9-6 16,2 4-16,5-6 15,1 2-15,5 1 16,-5 4-16,-2-2 16,-3 1-16,-1-1 15,-4-1-15,-29 5 16,33-4-16,-2 0 15,2 2-15</inkml:trace>
  <inkml:trace contextRef="#ctx0" brushRef="#br0" timeOffset="151136.5999">25143 2592 0,'0'0'0,"0"0"0,0-7 16,0 7-16,-3-15 16,-3-4-16,-7-1 15,-4 0-15,-7 8 16,1 4-16,-8 5 16,-4 3-16,-2 7 15,-2 6-15,-5 7 16,0 9-16,2 10 15,-1 9-15,3 7 16,4 5-16,6 4 0,5-1 16,15 0-16,7-8 15,10-3-15,7-9 16,11-7-16,4-1 16,7-8-16,5-7 15,1-6-15,5-7 16,5-14-16,-2-12 15,5-5-15</inkml:trace>
  <inkml:trace contextRef="#ctx0" brushRef="#br0" timeOffset="151542.7128">25352 2434 0,'0'0'0,"0"0"0,0 0 0,0 1 15,1 8-15,3 6 16,-4 9-16,0 6 15,2 7-15,-1 2 16,-4 4-16,3 6 16,-3 2-16,-2 0 15,6 2-15,-1-4 16,-3-3-16,3-1 16,0-6-16,3-1 15,-3-38-15,4 35 16,-2-4-16,-2-31 15,3 30-15,-3-30 16,4 25-16,-4-25 16,1 18-16,-1-18 15</inkml:trace>
  <inkml:trace contextRef="#ctx0" brushRef="#br0" timeOffset="173834.3993">27987 2692 0,'0'0'0,"0"0"0,0 0 16,-1 0-16,1 0 16,0 0-16,0 0 15,1 0-15,-1 0 16,6 0-16,-6 0 16,5 6-16,1 3 15,2 7-15,-1 3 16,-6 9-16,0 8 15,0 5-15,0 8 16,-2 6-16,-1 8 16,1 0-16,-7 6 15,2-1-15,0-2 0,1-1 16,-3-1-16,3-5 16,0-4-16,2-7 15,4-8-15,-1-40 16,-1 34-16,1-34 15,-1 22-15,3-9 16,6-17-16,4-13 16,8-14-16</inkml:trace>
  <inkml:trace contextRef="#ctx0" brushRef="#br0" timeOffset="174178.0239">28522 2650 0,'0'0'0,"0"0"0,2 4 15,-1 13 1,-2 11-16,-1 11 16,4 11-16,-5 9 0,-2 7 15,2-1-15,-2 6 16,1-4-16,-2-3 16,2-6-16,2-6 15,2-8-15,-2-8 16,2-36-16,-2 29 15,2-29-15,0 24 16,0-24-16,1 21 16,-2-7-16,-3-12 15,-2-10-15</inkml:trace>
  <inkml:trace contextRef="#ctx0" brushRef="#br0" timeOffset="174412.3408">28078 3208 0,'0'0'16,"0"0"-16,0 0 0,1-2 0,13-2 15,23 1-15,10-3 16,10 2-16,6 3 15,4-1-15,-5 1 16,2 0-16,-6-2 16,-9-2-16</inkml:trace>
  <inkml:trace contextRef="#ctx0" brushRef="#br0" timeOffset="174740.3982">28917 3125 0,'0'0'0,"0"0"0,12 0 16,17 2-16,14-6 16,3 1-16,6 1 15,-4-2-15,1 2 16,-7-2-16,-2 2 16,-5-1-16,-35 3 15,34 0-15,-6-3 16,-28 3-16</inkml:trace>
  <inkml:trace contextRef="#ctx0" brushRef="#br0" timeOffset="175209.0773">30245 2691 0,'0'0'0,"0"0"0,0-4 15,0-12-15,-7 0 16,-7-1-16,-6-2 15,-8 3-15,-4 9 0,-9 2 16,-6 5-16,-3 9 16,2 7-16,-8 9 15,5 9-15,4 11 16,-5 13-16,6 9 16,3 7-16,4 1 15,6-1-15,8-4 16,14-9-16,10-7 15,5-8 1,14-10-16,9-7 0,11-6 16,9-5-16,11-14 15,6-7-15,10-10 16,11-14-16</inkml:trace>
  <inkml:trace contextRef="#ctx0" brushRef="#br0" timeOffset="175646.47">30487 2553 0,'0'0'0,"0"0"0,0 0 0,1 2 15,-1 4-15,0 10 16,-3 9-16,-2 0 16,0 8-16,2 3 15,0 7-15,0 2 16,-3 5-16,1 2 15,-2 3-15,1-4 16,6-2-16,-1 3 16,1-4-16,1-3 15,3-6-15,-1-5 16,-3-34-16,3 28 0,-3-28 16,8 25-1,-8-25-15,7 20 16,-7-20-16,9 13 0</inkml:trace>
  <inkml:trace contextRef="#ctx0" brushRef="#br0" timeOffset="184972.3976">27851 1195 0,'0'0'0,"0"0"0,0 0 16,2-3-16,-2 3 16,7-7-16,-7 7 15,4-9-15,-4 9 16,6-9-16,-6 9 0,7-10 16,-7 10-16,5-6 15,-5 6-15,4-5 16,-4 5-16,2 1 15,-2-1-15,3 5 16,-3-5-16,2 5 16,1 5-16,-1 5 15,-1 3-15,0 4 16,0 7-16,1 6 16,0 8-16,3 6 15,-4 7-15,1 5 16,1-4-16,-2 8 15,-4-2-15,-1-6 16,2-2-16,1-6 16,-1-4-16,2-45 15,-2 39-15,1-1 16,1-38-16,-2 35 0,4-10 16,6-20-16</inkml:trace>
  <inkml:trace contextRef="#ctx0" brushRef="#br0" timeOffset="185409.8044">28418 1029 0,'0'0'0,"0"0"0,2 2 0,0 9 15,1 4 1,-2 8-16,-1 4 15,-1 7-15,-1 1 0,-3 5 16,-1 6-16,-1 5 16,3 0-16,-2 12 15,2 1-15,3 4 16,-3-4-16,1-4 16,-1-9-16,-1-7 15,1-8-15,4-36 16,-3 31-16,-1-5 15,4-26-15,-3 24 16,2-13-16,1-14 16</inkml:trace>
  <inkml:trace contextRef="#ctx0" brushRef="#br0" timeOffset="185644.1349">28058 1679 0,'0'0'0,"0"0"0,11-4 0,19-2 15,16 0-15,12-2 16,10-1-16,2-2 15</inkml:trace>
  <inkml:trace contextRef="#ctx0" brushRef="#br0" timeOffset="186237.7316">28562 1658 0,'0'0'0,"0"0"15,-7 0-15,7 0 0,-11-4 16,-2-1 0,6-3-16,7-7 0,11-3 15,9-5-15,9-4 16,11-5-16,7-5 16,9-4-16,4-2 15,8-3-15,-3 1 16,-1 2-16,-6 8 15,-5 2-15,-9 7 16,-44 26-16,38-20 16,-38 20-16,29-16 15,-29 16-15,19-10 16,-12 5-16,-7 5 16,-7 1-16</inkml:trace>
  <inkml:trace contextRef="#ctx0" brushRef="#br0" timeOffset="186768.8658">29879 708 0,'0'0'0,"0"0"0,0 0 15,0-5-15,-4-6 16,-8-1-16,12 12 16,-16-9-16,-5 5 15,-6 6-15,-4 9 16,-6 5-16,-1 6 15,2 6-15,-3 4 0,-2 7 16,10 4-16,3 5 16,7 2-16,6 0 15,13-4-15,8-7 16,13-9-16,7-4 16,6-9-16,3-3 15,1-9-15,4-5 16,-2-7-16,-1-5 15,-1-5-15,-4-5 16,-3-3-16,-7 0 16,-2-1-16,0-5 15,-6-1-15,-9-2 16,-4 1-16,-4 0 16,-6-2-16,-4 5 15,-10 1-15,-6 1 16,-2 9-16,0 9 15,1 7-15,2 7 0</inkml:trace>
  <inkml:trace contextRef="#ctx0" brushRef="#br0" timeOffset="187175.0251">29996 1037 0,'0'0'0,"0"0"0,3 4 0,2 7 16,7 3-16,4 7 15,6 7-15,4 3 0,2 3 16,5 2 0,1 4-16,4-1 0,3 1 15,1-2-15,3-2 16,-4-4-16,0-1 16,-4-5-16,-5-4 15,-32-22-15,28 17 16,-28-17-16,23 12 15,-23-12-15,16 7 16,-6-10-16,-4-13 16</inkml:trace>
  <inkml:trace contextRef="#ctx0" brushRef="#br0" timeOffset="187471.775">30891 1264 0,'0'0'0,"0"6"0,0 11 0,-2 13 15,3 13-15,-2 9 16,-2 8-16,-4 5 15,1-1-15,1 0 16,1-8-16,-2 0 16,5-10-16,1-2 15,-3-5-15,3-39 16,-1 38-16,2-7 16,9-11-16,-1-16 15,8-16-15</inkml:trace>
  <inkml:trace contextRef="#ctx0" brushRef="#br0" timeOffset="187737.3431">31203 1385 0,'0'0'0,"0"0"0,0 4 0,-2 14 15,4 8-15,2 12 16,-2 5-16,-2 12 16,2-1-16,-1 2 15,2-4-15,-4-3 16,1-6-16,0-43 16,0 37-16,1-5 15,-1-32-15,2 28 16,4-11-16</inkml:trace>
  <inkml:trace contextRef="#ctx0" brushRef="#br0" timeOffset="187940.4713">30860 1717 0,'0'0'0,"16"-2"0,19-4 0,26 2 15,18 0-15,18-2 16</inkml:trace>
  <inkml:trace contextRef="#ctx0" brushRef="#br0" timeOffset="293275.7143">10575 14112 0,'0'0'0,"0"0"0,0 0 0,1 2 16,-3 4-16,-5 12 0,-5 2 16,-10 9-1,-7 5-15,-8 3 0,-9 3 16,-7 5-16,-10 2 16,-5-1-16,-1 4 15,-2 3-15,-3-2 16,4 4-16,0 3 15,0 1-15,8-1 16,3-1-16,1-1 16,4-4-16,9-5 15,2 0-15,5-8 16,6-5-16,32-34 16,-28 32-16,5-7 15,23-25-15,-22 21 16,7-11-16,10-12 15</inkml:trace>
  <inkml:trace contextRef="#ctx0" brushRef="#br0" timeOffset="293900.573">12383 14116 0,'0'0'0,"5"5"0,2 6 16,3 8-16,8 7 16,2 8-16,6 9 15,0 5-15,4 8 16,4 6-16,4 8 15,5 1-15,7 5 0,3 5 16,3 3 0,5 2-16,-3 2 15,6 1-15,-5-2 0,1-1 16,-3-5-16,-2-9 16,-9-6-16,-6-11 15,-10-11-15,-30-44 16,19 35-16,-19-35 15,15 24-15,-8-12 16,-7-17-16,-7-13 16</inkml:trace>
  <inkml:trace contextRef="#ctx0" brushRef="#br0" timeOffset="294681.6964">15488 14163 0,'0'0'0,"10"6"0,3 6 0,3 10 16,13 7-16,8 6 15,8 6-15,13 6 16,5 5-1,6 6-15,12 9 0,6 6 16,7 5-16,12 7 16,6 5-16,2 3 15,3 3-15,3 1 16,0-1-16,-5 2 16,-3-7-16,-6 0 15,-8-7-15,-6-5 16,-13-14-16,-10-8 15,-9-12-15,-14-11 16,-10-9-16,-36-25 16,27 10-16</inkml:trace>
  <inkml:trace contextRef="#ctx0" brushRef="#br0" timeOffset="302101.8726">8099 15595 0,'0'0'0,"0"0"0,0 0 0,2 0 15,-2 0-15,8 0 16,-8 0 0,12-4-16,0-4 0,-12 8 15,10-12-15,1-3 16,-8-7-16,-5 1 15,-6 0-15,-6-1 16,-5 0-16,-5 4 16,-8 4-16,-8 5 15,-5 4-15,-5 7 16,-6 9-16,0 7 16,-8 10-16,4 12 0,-4 13 15,3 11 1,6 8-16,5 4 0,14-2 15,11-3-15,12-6 16,15-5-16,13-6 16,12-3-16,12-7 15,8-4-15,11-7 16,6-6-16,2-7 16,8-10-16,1-9 15,-4-7-15,-3-9 16</inkml:trace>
  <inkml:trace contextRef="#ctx0" brushRef="#br0" timeOffset="302508.0359">8426 15509 0,'0'0'0,"3"7"0,-3 7 0,0 11 15,0 13-15,0 7 16,-3 8-16,-1 7 15,0 3-15,-3 0 16,-3 5-16,0-4 16,-1-1-16,-2-8 15,3-7-15,0-7 16,10-41-16,-5 33 16,5-33-16,-4 28 15,4-8-15,7-12 16,2-13-16,7-10 15</inkml:trace>
  <inkml:trace contextRef="#ctx0" brushRef="#br0" timeOffset="302804.8431">8662 15890 0,'0'0'0,"0"0"0,6 3 16,34 6-1,10-1-15,6 1 16,9-2-16,-1 1 16,-5-3-16,-5 0 15,-5-2-15,-49-3 16,39 0-16,-39 0 15,30 0-15,-30 0 16,18 0-16,-15-3 16,-13-4-16</inkml:trace>
  <inkml:trace contextRef="#ctx0" brushRef="#br0" timeOffset="303179.8399">9882 15790 0,'0'0'0,"0"-4"0,1-9 15,-1-6-15,-9-2 16,-4-5-16,-1 0 15,-9 4-15,-3 6 16,-7 4-16,-1 7 16,-7 8-16,-3 9 15,-1 10-15,-4 12 16,2 12-16,3 9 16,6 5-16,7 4 15,14 0-15,13-6 16,13-2-16,9-9 15,12-3-15,6-10 0,10-2 16,8-7-16,3-6 16,1-9-16,4-7 15,0-12 1</inkml:trace>
  <inkml:trace contextRef="#ctx0" brushRef="#br0" timeOffset="303476.6443">10218 15604 0,'0'0'0,"0"0"0,2 10 0,1 16 0,1 9 15,0 19-15,-1 7 16,0 3-16,2 2 16,-3 1-16,-2-1 15,0-2-15,0 2 16,0-1-16,-2-5 0,2 0 16</inkml:trace>
  <inkml:trace contextRef="#ctx0" brushRef="#br0" timeOffset="304070.2465">7594 16633 0,'0'0'0,"0"8"0,0 14 0,-1 17 16,-2 14-16,2 10 16,-5 10-16,-3 8 15,0 2-15,-4-2 16,0-2-16,2-7 15,2-10-15,2-9 16,1-9-16,6-44 16,-5 35-16,7-10 15,5-13-15,2-14 16</inkml:trace>
  <inkml:trace contextRef="#ctx0" brushRef="#br0" timeOffset="304367.0552">8036 16765 0,'0'0'0,"0"8"0,3 14 0,1 16 16,-4 11-16,0 13 15,0 6-15,-2 0 16,-4-1-16,-1-3 16,-1-3-16,-1-6 15,0-8-15,5-6 16,-5-6-16,9-35 16,-3 29-16,3-29 15,-4 21-15,-1-14 16</inkml:trace>
  <inkml:trace contextRef="#ctx0" brushRef="#br0" timeOffset="304570.1456">7725 17097 0,'0'0'0,"0"0"0,0 0 0,4-1 16,11 1-16,16 3 16,10-1-16,14 1 15,10-1-15,2-1 16,6-1-16</inkml:trace>
  <inkml:trace contextRef="#ctx0" brushRef="#br0" timeOffset="304835.6948">8436 17229 0,'0'0'0,"0"0"0,9 1 0,14 1 16,13 1-16,9-1 16,4 2-16,3-2 15,-4 0-15,0-1 0,0-3 16,-4-1-16</inkml:trace>
  <inkml:trace contextRef="#ctx0" brushRef="#br0" timeOffset="305179.3705">9261 16822 0,'0'0'0,"0"0"0,1 9 0,5 16 16,-4 10-16,1 12 15,-1 10-15,1 7 16,-2 0-16,-3 5 0,-2-3 16,1-2-1,-1-3-15,1-3 0,3-8 16,-2-6-16,1-7 15,1-37-15,3 32 16,0-12-16,4-14 16</inkml:trace>
  <inkml:trace contextRef="#ctx0" brushRef="#br0" timeOffset="305444.9003">9712 16939 0,'0'0'0,"1"13"0,-2 16 16,-1 13-16,-3 11 15,1 11-15,-2 4 16,0 0-16,-1-2 15,2-1-15,0-6 16,0-8 0,-1-5-16,4-10 0,2-36 15,-1 31-15,1-31 16</inkml:trace>
  <inkml:trace contextRef="#ctx0" brushRef="#br0" timeOffset="305647.9778">9402 17298 0,'0'0'0,"12"4"0,12 8 16,27 2-16,28 3 15,24 3-15</inkml:trace>
  <inkml:trace contextRef="#ctx0" brushRef="#br0" timeOffset="320800.6907">12695 16084 0,'0'0'0,"0"0"0,0 0 16,2 0-16,-2 0 16,6-5-16,3-5 15,-9 10-15,11-13 16,-2-2-16,0-7 15,-4 0-15,-4 0 16,-1-3-16,0 25 0,-4-28 16,-6 0-1,-10-4-15,-4 3 0,-3 5 16,-6 5-16,-1 7 16,-3 5-16,-6 5 15,-3 6-15,-4 10 16,-3 11-16,-3 8 15,-1 15-15,2 6 16,3 8-16,6 8 16,11 0-16,10 3 15,8-3-15,13-3 16,12-2-16,11-5 16,10-5-16,8-7 15,7-6-15,10-10 16,5-6-16,7-12 15,-4-7-15,0-10 16,0-5-16,-4-12 16,-4-2-16,0-10 15,-8-7-15,-2-8 0,-7-3 16,-8-4 0,-8-3-16,-5-1 0,-8-7 15,-5-1 1,-9 0-16,-5 3 0,-6 6 15,-6 5-15,-7 9 16,-8 8-16,-4 8 16,-1 9-16,-5 9 15</inkml:trace>
  <inkml:trace contextRef="#ctx0" brushRef="#br0" timeOffset="321300.6013">13004 16147 0,'0'0'0,"0"0"0,4 0 16,12-1 0,5 2-16,8-1 0,10 1 15,4 2-15,10 0 16,8-3-16,2 1 16,0 0-1,0 3-15,-4 0 0,-12 1 16,-2-1-16,-9 2 15,-36-6-15,30 5 16,-30-5-16,24 7 16,-10 2-16,-19-1 15</inkml:trace>
  <inkml:trace contextRef="#ctx0" brushRef="#br0" timeOffset="321581.7367">13025 16434 0,'0'0'0,"10"0"0,9 2 15,14 3-15,22 1 16,6-4-16,10 3 15,-1-3-15,-1 3 16,-6-1-16,-7 0 16,-9-1-16,-47-3 15,42 1-15,-42-1 16,33 1-16,-33-1 16,27-2-16</inkml:trace>
  <inkml:trace contextRef="#ctx0" brushRef="#br0" timeOffset="322175.4259">14510 16238 0,'0'0'0,"0"0"0,6-6 16,3-8-16,-6-7 16,-1-4-16,-3 1 15,-9-5-15,-2 3 16,-10 8-16,-3-1 15,-8 5-15,-2 4 16,-9 8-16,-2 6 0,0 8 16,-5 7-1,2 7-15,2 11 0,3 8 16,0 5-16,5 4 16,8 7-16,6-4 15,14 2-15,8-1 16,12-1-16,12-4 15,10-1-15,8-4 16,7-8-16,8-8 16,5-8-16,1-10 15,-2-8-15,-3-7 16,-6-10-16,-3-8 16,-1-4-16,-4-12 15,-6-5-15,-2-7 16,-7-8-16,-6-11 15,-4-1-15,-11-2 16,-8 2-16,-9 8 16,-10 3-16,-12 10 15,-14 7-15,-14 11 0</inkml:trace>
  <inkml:trace contextRef="#ctx0" brushRef="#br0" timeOffset="334578.9142">12688 17070 0,'0'0'0,"0"0"0,-2-2 0,2 2 16,-4-9-16,-7 3 16,-8 2-16,-7 7 15,-11 7-15,-10 11 16,-6 11-16,-13 11 16,1 9-16,-5 12 15,5 9-15,5 4 16,12 2-16,11 4 15,15-5-15,15-4 16,16-4-16,13-8 16,14-8-16,14-10 15,13-12-15,10-13 16</inkml:trace>
  <inkml:trace contextRef="#ctx0" brushRef="#br0" timeOffset="335047.5416">13262 17333 0,'0'0'0,"0"0"15,-2-3-15,-7-3 16,-3-5-16,-7 6 16,-6 2-16,-2 9 15,-11 7-15,-4 14 16,-8 10-16,3 8 16,7 6-16,6 3 15,12 5-15,12-4 16,16-2-16,12-2 15,10-3-15,9-8 16,8-9-16,0-4 16,3-12-16,2-10 15,3-5-15,-2-14 0,-1-11 16,-7-7-16,-9-4 16,-11-6-16,-8-3 15,-9-2-15,-6-9 16,-6-4-16,-6-1 15,-7-5 1,-6 9-16,-3 8 0,-6 11 16,-4 11-16,0 17 15</inkml:trace>
  <inkml:trace contextRef="#ctx0" brushRef="#br0" timeOffset="335578.6801">13585 17905 0,'0'0'0,"0"0"0,0 0 0,2 0 16,5-7-16,-7 7 15,11-11-15,1-4 16,-12 15-16,17-16 16,0 4-16,4 10 15,-5 9-15,0 11 16,-6 7-16,-2 6 16,-7 9-16,-7 2 15,-6 0-15,-11-2 16,-2-2-16,-3-5 15,-7-7-15,1-6 16,2-8-16,1-5 16,3-5-16,28-2 15,-23-6-15,4-8 16,9-14-16,10 0 16,7-5-16,9 7 15,5 8-15,4 9 16,3 4-16,0 12 15,5 9-15,-2 5 0,-2 10 16,3 1-16,0 2 16,1-4-16,2-3 15,0-6-15,-3-4 16,-1-11-16,-2-9 16,-2-5-16</inkml:trace>
  <inkml:trace contextRef="#ctx0" brushRef="#br0" timeOffset="335906.7281">13943 17317 0,'0'0'0,"0"0"0,-1-7 15,1 7-15,-1-8 16,6 1-16,18 11 0,7 11 15,9 17-15,8 15 16,7 14-16,-1 6 16,-3 7-16,-10 7 15,-7 4-15,-9 1 16,-10 5-16,-13 1 16,-13-4-16,-7-2 15,-11-5-15,-5-3 16,-8-4-16,-5-5 15</inkml:trace>
  <inkml:trace contextRef="#ctx0" brushRef="#br0" timeOffset="342311.481">16708 15991 0,'0'0'0,"0"7"0,4 14 0,-1 19 16,2 12 0,-2 6-16,0 2 0,0 5 15,-3 2-15,-1 1 16,2-1-16,-5-7 16,1-1-16,1-10 15,2-7-15,0-42 16,-2 34-16,2-34 0,2 29 15,1-15-15,3-17 16,0-20-16,1-8 16,2-9-16</inkml:trace>
  <inkml:trace contextRef="#ctx0" brushRef="#br0" timeOffset="342733.2397">16758 15909 0,'0'0'0,"0"0"0,5 4 0,7 19 16,11 8-16,5 13 16,2 7-16,7 10 15,-1 1-15,1 6 16,0 2-16,3-1 15,-2-3-15,-7-9 16,-1-6-16,-1-5 16,-6-3-16,0-8 0,-23-35 15,21 30-15,-21-30 16,18 22 0,-18-22-16,15 14 15,-4-11-15,-6-17 0,-3-13 16,-2-8-16,-5-11 15,-2-6-15,3-3 16,-3-5-16,-1 2 16,0-3-1,-5-2-15,6 0 0,2 3 16,2 0-16,-2 11 16,1 11-16,4 38 15,-5-31-15,5 31 16</inkml:trace>
  <inkml:trace contextRef="#ctx0" brushRef="#br0" timeOffset="343076.9116">17600 16216 0,'0'0'0,"0"0"0,4 0 15,12 1-15,12 2 16,10 3-16,13-2 15,5 2-15,3-1 16,-1 2-16,-1-3 16,-1 3-16,-7-3 15,-4 0-15,-45-4 16,44 8-16,-44-8 16</inkml:trace>
  <inkml:trace contextRef="#ctx0" brushRef="#br0" timeOffset="343342.4902">17686 16483 0,'0'0'0,"6"3"0,11-2 16,7 1-16,18 2 16,8 2-16,4 0 15,0-2-15,1-1 16,-4-2-16,-4-3 16,-47 2-16,45 0 15</inkml:trace>
  <inkml:trace contextRef="#ctx0" brushRef="#br0" timeOffset="343608.0515">17635 16701 0,'0'0'0,"9"0"0,19 3 0,9 1 16,19 0-16,10-1 15,4 4-15,0-2 16,-5-1-16,-1-1 16,-8 0-16</inkml:trace>
  <inkml:trace contextRef="#ctx0" brushRef="#br0" timeOffset="343951.6716">18520 16215 0,'0'0'0,"0"0"0,0 3 0,1 8 16,4 12-16,-1 8 16,-2 12-16,-2 8 15,2 8-15,-5 2 16,3 2-16,-3 1 15,-2-9-15,2-2 16,4-6-16,0-10 16,2-7-16,-3-30 15,5 25-15,-5-25 16,4 13-16</inkml:trace>
  <inkml:trace contextRef="#ctx0" brushRef="#br0" timeOffset="344404.7393">18565 16224 0,'0'0'0,"6"7"0,10 7 15,9 17-15,14 15 16,10 8-16,6 7 16,3 4-16,-1-3 15,-5-1-15,-6-5 16,-2-7-16,-9-9 16,-4-6-16,-5-8 15,-26-26-15,24 22 16,-24-22-16,19 14 0,-8-5 15,0-11 1,-5-10-16,-4-9 0,0-7 16,-1-10-16,-2-7 15,-3-5 1,-1-6-16,0-6 0,2-1 16,1 0-16,2 4 15,-3 5-15,3 54 16,3-45-16,-3 45 15,1-34-15</inkml:trace>
  <inkml:trace contextRef="#ctx0" brushRef="#br0" timeOffset="344967.0921">17600 17158 0,'0'0'0,"0"0"0,-5 1 0,-10 6 16,-10 4 0,-11 7-16,-9 10 0,-4 15 15,-2 11-15,-1 13 16,2 9-16,7 9 15,7 3-15,11 0 16,11-7-16,14-9 16,13-10-16,13-10 15,8-12-15,8-9 16,3-13-16</inkml:trace>
  <inkml:trace contextRef="#ctx0" brushRef="#br0" timeOffset="345279.5446">17860 17342 0,'0'0'0,"1"10"0,1 4 0,1 11 16,1 20-16,0 9 16,-3 10-16,0 12 15,0 1-15,-3-1 16,-3-5-16,-2-9 16,7-62-16,-5 48 15,5-48-15,-3 35 16,4-21-16,1-21 15,1-11-15</inkml:trace>
  <inkml:trace contextRef="#ctx0" brushRef="#br0" timeOffset="345638.825">17892 17338 0,'0'0'16,"5"3"-16,5 12 0,10 9 16,7 9-16,8 12 15,4 2 1,7 6-16,1 2 0,-2 1 16,-5-1-16,-3-6 15,-6-4-15,-5-5 16,-26-40-16,24 36 15,-24-36-15,20 26 0,-5-8 16,-15-18-16,13 3 16,-4-14-16,-2-24 15,-8-6 1,-2-7-16,-5 0 0,-5-7 16,5-4-16,2-2 15,-2-3-15,4 3 16,4 61-16,2-55 15,-2 18-15</inkml:trace>
  <inkml:trace contextRef="#ctx0" brushRef="#br0" timeOffset="346138.7129">18525 17932 0,'0'0'0,"0"0"0,3-3 16,-3 3-16,4-10 16,6-2-16,-10 12 15,15-12-15,4 1 16,5 7-16,-1 5 15,-7 9-15,0 4 16,-9 8-16,-4 2 16,-6 4-16,-9-1 15,-11 2-15,-4 0 16,-1-8-16,-1-7 16,1-7-16,2-1 15,5-6-15,21 0 16,-21-8-16,5-1 15,7-9-15,9 18 16,-4-23-16,11 3 0,10 6 16,9 7-16,1 11 15,6 10-15,0 6 16,2 7-16,1 5 16,1 2-16,1-1 15,1-2-15,-4-5 16,-3-9-16,1-6 15</inkml:trace>
  <inkml:trace contextRef="#ctx0" brushRef="#br0" timeOffset="346435.499">18874 17202 0,'0'0'0,"10"7"0,12 10 0,9 11 15,12 14-15,9 13 0,2 8 16,-5 8-16,-1 5 15,-8 0-15,-7 7 16,-12 4-16,-9 4 16,-13 2-16,-13 1 15,-16-1-15,-13-5 16</inkml:trace>
  <inkml:trace contextRef="#ctx0" brushRef="#br0" timeOffset="578662.1963">18697 18519 0,'0'0'0,"7"7"0,-7-7 0,6 13 16,-6-13-16,7 13 15,-7-13-15,6 14 16,-6-14-16,7 9 15,-7-9-15,3 8 16,5 0-16,3 3 16,3 2-16,3-1 0,-17-12 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7T08:41:40.817"/>
    </inkml:context>
    <inkml:brush xml:id="br0">
      <inkml:brushProperty name="width" value="0.05292" units="cm"/>
      <inkml:brushProperty name="height" value="0.05292" units="cm"/>
      <inkml:brushProperty name="color" value="#FF0000"/>
    </inkml:brush>
  </inkml:definitions>
  <inkml:trace contextRef="#ctx0" brushRef="#br0">3584 6679 0,'0'0'0,"0"0"16,7-2-16,0-4 0,-7 6 15,12-4 1,2-1-16,8 3 0,1 2 15,-2 1-15,7 2 16,1-1-16,7 2 16,5 0-16,5-1 15,8-3-15,5 1 16,6-4-16,10 0 16,9 3-16,3-1 15,12-3-15,7 3 16,8-2-16,5-1 15,10-2-15,4 0 16,7 2-16,2 1 16,5 0-16,4-3 15,0 3-15,3-2 16,3 2-16,1 0 16,0 0-16,-2 3 15,-1 0-15,-5 3 16,-7 0-16,-7 0 0,-14-2 15,-11 1-15,-17-1 16,-13 0 0,-21 0-16,-60-1 0,46 1 15,-46-1-15,29 1 16,-29-1-16,13 1 16,-18 1-16</inkml:trace>
  <inkml:trace contextRef="#ctx0" brushRef="#br0" timeOffset="906.0175">3592 7093 0,'0'0'0,"0"0"0,-8 0 15,-17 2-15,-11-1 16,-9 0 0,-11 1-16,-8-1 0,-1 1 15,-5 2-15,-2-6 16,7 2-16,6 2 15,5-2-15,6 0 16,9 1-16,39-1 16,-35 2-16,35-2 15,-30 0-15,9 1 0,21-1 16,-21 8 0,7 6-16,2 13 0,4 7 15,2 6-15,-2 6 16,4 3-16,0 8 15,0 7-15,-4 11 16,4 5-16,-3 7 16,-2-6-16,3 5 15,-1 1-15,-2-4 16,2-2-16,3-5 16,-2-7-16,2-2 15,-1-6-15,-1-5 16,4-12-16,2-44 15,2 37-15,7-7 16,10-5-16,7-6 16,14-5-16,7-4 15,12-4-15,15-1 16,6-1-16,15 2 16,6-5-16,8 7 0,2 0 15,-2 5-15</inkml:trace>
  <inkml:trace contextRef="#ctx0" brushRef="#br0" timeOffset="15043.2744">10173 10543 0,'0'0'0,"0"0"0,4-3 0,2-5 16,-6 8 0,15-7-16,9 0 0,13 1 15,4 4 1,5 0-16,-1 7 0,6 0 16,-3-1-16,0-1 15,-4 0-15,-6-2 16,-38-1-16,35 6 15,-35-6-15,30 6 16,-5 6-16,-25-12 16,18 16-16,-3 8 15,-8 5-15,1 4 16,-5 3-16,-1 2 16,2 4-16,-1 4 15,-2 4-15,7 8 16,-6 3-16,6 4 15,-2-1-15,-2 3 16,-1-1-16,0 0 16,0-1-16,-1-1 15,-2 0-15,4-2 16,-4-3-16,0-4 16,2-3-16,-1-8 0,-1-44 15,0 40-15,-1-4 16,1-36-16,-4 35 15,4-35-15,-6 25 16,6-25 0,-7 21-16,-5-6 0,-3-5 15,-2-5-15,-9 0 16,-10-2-16,-15 0 16,-20 0-16,-21-1 15,-22 4-15,-27 4 16,-15 11-16</inkml:trace>
  <inkml:trace contextRef="#ctx0" brushRef="#br0" timeOffset="25165.8853">25665 12037 0,'0'0'0,"0"0"0,0 0 0,2-1 16,-2 1-16,6-3 15,-6 3-15,9-2 16,6-1-16,3 3 16,4 0-16,0-2 15,6 1-15,3-1 16,7 0-16,0 0 16,10-1-16,10 2 15,1-3-15,8 4 16,3 0-16,3 3 0,2-2 15,4 3-15,-5-1 16,-1 1-16,-6 3 16,-1-3-16,-8 2 15,-6-3-15,-10-1 16,-42-2-16,33-1 16,-33 1-16,24-1 15,-24 1-15,14-2 16,-10-1-16,-12 2 15,-20-2-15</inkml:trace>
  <inkml:trace contextRef="#ctx0" brushRef="#br0" timeOffset="62532.1532">18199 13711 0,'0'0'0,"0"0"0,0 0 0,3 2 16,-3-2-16,3 2 15,-3-2-15,-2 4 16,-9-1-16,-9 1 16,-9-3-16,-7 0 15,-7-3-15,-4-2 0,-3-2 16,-6-2-16,-9 0 16,-3-3-16,-7 2 15,-13 2-15,-6-1 16,-4 4-16,-1 0 15,0-1-15,6 5 16,4-1-16,6 4 16,7 3-16,7 0 15,5-1-15,8 0 16,11-1-16,45-4 16,-36 4-16,36-4 15,-22 3-15,22-3 16,-14 1-16,14-1 15,-6 1-15</inkml:trace>
  <inkml:trace contextRef="#ctx0" brushRef="#br0" timeOffset="122830.6275">9935 4271 0,'0'0'0,"0"0"0,0 0 16,1-1-16,-1 1 15,3 0-15,0 6 16,-3 8-16,-1 11 16,0 10-16,-3 11 15,-3 10-15,3 3 16,2 4-16,2 2 16,2-4-16,2 2 15,0-5-15,-2 2 0,1-10 16,-5-2-16,1-8 15,0-6-15,-3-7 16,4-27-16,-2 24 16,2-5-16,5-10 15,1-10-15</inkml:trace>
  <inkml:trace contextRef="#ctx0" brushRef="#br0" timeOffset="123174.3095">10495 4222 0,'0'0'0,"0"0"0,-1 6 0,2 16 15,1 9-15,-2 13 0,0 10 16,0 6-16,-3 6 16,2 5-16,-2 1 15,-6-3-15,3-2 16,-4-5-16,0-10 16,1-7-16,7-6 15,2-39-15,-5 31 16,2-4-16,3-27 15,-3 23-15,-1-11 16</inkml:trace>
  <inkml:trace contextRef="#ctx0" brushRef="#br0" timeOffset="123377.3644">10182 4719 0,'0'0'0,"23"-2"0,25-1 0,20-4 15,28-1-15</inkml:trace>
  <inkml:trace contextRef="#ctx0" brushRef="#br0" timeOffset="124064.7413">11507 4106 0,'0'0'0,"0"0"0,-1 2 16,-4 9-16,-13 7 15,-5 6-15,-9 13 16,-10 6-16,-7 9 15,-9 7-15,-7 9 16,-5 5-16,2 6 16,8 4-16,7-2 15,19-4-15,12-5 16,19-6-16,14-4 16,14-5-16,9-4 15,13-6-15,8-8 16,10-10-16,2-11 15,-2-15-15</inkml:trace>
  <inkml:trace contextRef="#ctx0" brushRef="#br0" timeOffset="124377.1353">11741 4305 0,'0'0'0,"0"0"0,4 5 16,-3 12-16,-1 8 15,4 13-15,-6 13 16,2 6-16,-3 4 0,-2 1 15,-4-4-15,2-6 16,-2-4-16,4-9 16,0-4-16,1-4 15,4-31-15,-3 27 16,3-27-16,-3 20 16,-1-6-1</inkml:trace>
  <inkml:trace contextRef="#ctx0" brushRef="#br0" timeOffset="124595.8769">11760 4338 0,'0'0'0,"0"0"0,-1 2 0,-4 9 16,-6 8 0,-2 10-16,-13 6 0,-9 5 15,-4 5-15,-4 3 16,-7 2-16,0-6 16</inkml:trace>
  <inkml:trace contextRef="#ctx0" brushRef="#br0" timeOffset="124830.2015">11463 4967 0,'0'0'0,"7"1"0,10 1 0,10-6 16,13-1 0,11-1-16,6-4 0,3 0 15,2-3-15,0-3 16</inkml:trace>
  <inkml:trace contextRef="#ctx0" brushRef="#br0" timeOffset="125205.1126">11976 4125 0,'0'0'0,"5"3"0,6 4 0,9 13 15,8 12-15,6 12 16,6 10-16,-1 11 16,-1 4-16,-3 6 15,-11 3-15,-5 1 16,-11-1-16,-11 1 15,-12 1-15,-18 3 16,-18 10-16,-16 5 16</inkml:trace>
  <inkml:trace contextRef="#ctx0" brushRef="#br0" timeOffset="176396.1043">10495 6032 0,'0'0'0,"0"0"0,0 0 0,0-4 15,0 4-15,-2-10 16,2 10-16,-4-14 16,4 14-16,-5-17 0,-2-2 15,-4 2-15,11 17 16,-13-17-1,-2 3-15,-5 1 0,0 3 16,-6 1-16,26 9 16,-25-7-16,-4 0 15,-5 9-15,0 3 16,0 2-16,-3 7 16,-1 5-16,2-1 15,-4 9-15,1 2 16,3 6-16,-2 2 15,2 5-15,-1 3 16,4 9-16,6 1 16,7 8-16,0 5 15,9-1-15,7-3 16,5-4-16,6-4 16,12-5-16,8-2 15,4-7-15,5-2 16,4-6-16,5-6 15,-2-10-15,2-4 0,0-8 16,1-6-16,-2-9 16,1-6-16,-1-7 15,-3-6-15,4-2 16,-3-7-16,-2 0 16,-2-2-16,0-2 15,-3-2-15,-4 0 16,-7-2-16,-4 0 15,-1 0-15,-8 2 16,-2-4-16,-8 3 16,0-2-16,-11-1 15,0 1-15,-5 0 16,-3 2-16,-6 5 16,-4 1-16,-5 6 15,-6 9-15,-7 7 16,-3 7-16</inkml:trace>
  <inkml:trace contextRef="#ctx0" brushRef="#br0" timeOffset="177036.6117">11563 5775 0,'0'0'0,"0"0"0,0 0 15,-2 3-15,-6 4 16,-15 11-16,-7 8 0,-9 13 16,-8 11-16,-7 13 15,-6 15-15,-5 11 16,1 8-1,8-1-15,10-1 0,12-6 16,19-3-16,9-7 16,10-4-16,12-4 15,9-4-15,10-8 16,8-10-16,6-10 16,7-13-16,2-12 15</inkml:trace>
  <inkml:trace contextRef="#ctx0" brushRef="#br0" timeOffset="177505.2699">12019 6080 0,'0'0'0,"0"0"0,-1-1 0,-9-2 15,-7 3 1,-10 6-16,-7 6 0,-7 8 16,-6 12-16,-10 9 15,-1 6-15,2 8 16,3 5-16,16 0 15,10 2-15,17-5 16,8-8-16,13-3 16,13-3-16,7-6 15,10-9-15,7-7 16,3-8-16,0-11 16,-1-8-16,-7-8 15,-7-3-15,-1-3 16,-11-8-16,-4-2 15,-11-2-15,-10-3 0,-11 2 16,-11 3-16,-12 4 16,-13 9-16,-12 6 15,-9 8-15,-2 6 16,7 2-16,64-5 16</inkml:trace>
  <inkml:trace contextRef="#ctx0" brushRef="#br0" timeOffset="177833.3149">12112 5729 0,'0'0'0,"0"0"0,11 6 0,12 18 0,18 10 15,0 10-15,7 14 16,0 7-16,-5 7 16,-8 14-16,-5 5 15,-9 9-15,-10 0 16,0 0-16,-13 0 15,-6-4-15,-13 4 16,-7 1-16,-19 10 16</inkml:trace>
  <inkml:trace contextRef="#ctx0" brushRef="#br0" timeOffset="196032.1395">16065 6067 0,'0'0'0,"0"0"0,0 0 0,2-6 15,-2 6-15,1-11 16,2-4 0,-3 15-16,4-20 0,5-4 15,5-2-15,4 1 16,6 2-16,1 4 16,8 4-16,6 6 15,-1 2-15,-2 7 0,4 4 16,-5 9-16,-1 6 15,-2 9-15,-1 8 16,-8 7 0,5 6-16,-13 6 0,-3 4 15,-7 2-15,-10-2 16,-10-1-16,-4-2 16,-7-4-16,-7-2 15,-1-6-15,-7-2 16,-2-5-16,1-2 15,-2-6-15,-3-4 16,1-5-16,4-7 16,0-4-16,7-9 15,5-8-15,10-5 16,6-8-16,3-7 16,10-4-16,6-5 15,9 3-15,3 3 16,4 5-16,0 7 15,4 8-15,-25 11 16,25-6-16,-1 11 16,5 7-16,-3 7 15,1 4-15,3 3 16,-1-1-16,2-1 0,6 4 16,3-1-16,4-4 15,8-3-15,10-6 16,6-5-16</inkml:trace>
  <inkml:trace contextRef="#ctx0" brushRef="#br0" timeOffset="196797.5701">16225 3998 0,'0'0'0,"0"0"0,-1 7 15,1 9-15,-1 9 16,4 8-16,-2 9 15,1 10-15,-3 5 16,2 1-16,-3 5 16,-2 1-16,2-1 15,-1-8-15,5-6 16,-1-8-16,-1-41 16,5 36-16,-2-5 15,-3-31-15,2 29 16,-2-29-16,2 21 15,-4-13-15</inkml:trace>
  <inkml:trace contextRef="#ctx0" brushRef="#br0" timeOffset="197063.1454">16173 4012 0,'0'0'0,"0"0"0,0 0 16,0 2-16,-2 5 16,-2 13-16,-7 8 15,-8 6-15,-6 7 16,-8 4-16,-8 5 15,-7 6-15,0-1 16,-8-1-16,4 0 16</inkml:trace>
  <inkml:trace contextRef="#ctx0" brushRef="#br0" timeOffset="197328.6575">15734 4981 0,'0'0'0,"11"-4"0,16-2 0,22-1 15,20-2-15,17-1 16,11 3-16,2 0 16,8 3-16,-2 2 15,-1 5-15,-2 1 16,-4 1-16</inkml:trace>
  <inkml:trace contextRef="#ctx0" brushRef="#br0" timeOffset="205108.1198">20934 3974 0,'0'0'0,"0"0"0,0 0 0,0 0 16,-1 2-16,-6 8 16,-1 11-16,2 13 15,-1 12-15,-3 6 16,2 9-16,-2 7 16,0 5-16,-5 1 15,10-4-15,3-5 16,-2-13-16,3-4 15,2-9-15,-1-8 16,0-31-16,1 29 16,-1-29-16,2 25 15,4-13-15,4-19 16</inkml:trace>
  <inkml:trace contextRef="#ctx0" brushRef="#br0" timeOffset="205576.7165">20862 4007 0,'0'0'0,"0"0"0,4 3 0,7 11 0,4 7 16,10 8-16,8 10 15,2 7-15,1 6 16,-1 0-16,0 2 16,-1-1-16,-4-4 15,0 0-15,-6-6 16,1-5-16,-2-7 16,-23-31-16,20 25 15,-20-25-15,17 21 16,-17-21-16,17 15 15,-17-15-15,11 9 16,-2-11-16,-5-16 16,1-12-16,-3-9 15,2-6-15,-3-10 16,5-4-16,1-3 16,-1-5-16,-1-1 0,-2 0 15,2 4-15,1 7 16,-6 8-16,0 49 15,6-37-15,-5 13 16,-2 18-16,1 12 16</inkml:trace>
  <inkml:trace contextRef="#ctx0" brushRef="#br0" timeOffset="205936.0556">21947 3769 0,'0'0'0,"0"0"0,1 2 0,-5 9 15,-8 9-15,-1 5 16,-9 11-16,-7 8 0,-6 9 0,1 5 16,-9 12-16,6 1 31,8 5-31,3-2 16,17-4-16,5-7 15,14-2-15,7-5 16,9-8-16,3-3 15,8-11-15,9-13 16,6-13-16,-1-17 0</inkml:trace>
  <inkml:trace contextRef="#ctx0" brushRef="#br0" timeOffset="206404.6963">22107 3949 0,'0'0'0,"8"-4"0,9-1 16,8 1-16,13-2 15,5-1-15,0 1 16,0 0-1,-2 1-15,-41 5 0,38-5 16,-38 5-16,30-5 16,-30 5-16,23-3 15,-23 3-15,15-2 16,-9 6-16,-2 6 16,-2 6-16,-1 10 0,0 9 15,-5 8-15,-2 5 16,-6 7-1,-4 1-15,-2-2 0,0 0 16,4-4-16,0-1 16,4-7-16,3-7 15,2-5-15,5-30 16,-3 26-16,3-26 16,-3 21-16,0-14 15</inkml:trace>
  <inkml:trace contextRef="#ctx0" brushRef="#br0" timeOffset="206576.475">22134 4286 0,'0'0'0,"7"-5"0,9 0 16,11-3-16,20-1 15,5-3-15,10 1 16,3-1-16,2-3 0</inkml:trace>
  <inkml:trace contextRef="#ctx0" brushRef="#br0" timeOffset="206904.5583">22626 3705 0,'0'0'0,"5"5"0,5 12 15,12 4-15,7 13 0,3 12 16,3 7-1,-3 9-15,-5 11 0,-1 6 16,-8 3-16,-5 0 16,-9-2-16,-5 0 15,-13-3-15,-1-5 16,-12 1-16,-7 1 16,-6 3-16,-14 3 15,-14 4-15</inkml:trace>
  <inkml:trace contextRef="#ctx0" brushRef="#br0" timeOffset="216043.0249">24514 3748 0,'0'0'0,"0"0"0,1-4 0,-1 4 15,7-10-15,7-4 16,13-3-16,8-2 15,5 5-15,3 3 16,9 2-16,-3 7 16,0 5-16,5 2 0,-1 7 15,-5 4 1,-2 5-16,-9 6 16,-5 6-16,-9 5 15,-7 4-15,-12 1 0,-1 0 16,-12 1-16,-9-5 15,-7-4-15,-3-5 16,-6-3-16,0-4 16,-2-4-16,2-3 15,34-16-15,-37 17 16,37-17-16,-32 11 16,32-11-16,-26 6 15,10-5-15,16-1 16,-7-7-16,17-4 15,18-1-15,8 3 16,4 8-16,4 6 16,-5 8-16,-4 3 15,-6 9-15,-4 5 0,1 4 16,-8 2 0,-1 3-16,-6 0 15,-5 1-15,-7-1 16,-11-1-16,-6-2 15,-10-3-15,-6-3 0,-8-4 16,-5-5-16,-3-3 16,-8-9-16,1-3 15,-4-8-15,-4-3 16,-4-5-16,-2-4 16,0-4-16,5 2 15,13 0-15,4 0 16,7 3-16</inkml:trace>
  <inkml:trace contextRef="#ctx0" brushRef="#br0" timeOffset="256674.0278">11932 6178 0,'0'0'0,"0"0"0,0 0 0,1-1 15,-1 1-15,-4-4 16,4 4-16,-6-9 0,6 9 16,-9-11-16,2-3 15,7 14-15,-12-12 16,12 12-16,-11-12 15,11 12-15,-14-10 16,-2 3-16,16 7 16,-22-4-16,2 5 15,20-1-15,-25 1 16,0 3-16,-3 3 16,1 0-16,1 0 15,26-7-15,-26 8 16,0 1-16,26-9 15,-29 12-15,0 4 16,3 5-16,2-2 16,24-19-16,-22 21 15,3 1-15,-4 1 16,23-23-16,-17 21 16,7 2-16,10-23 15,-8 26-15,8-26 16,-7 23-16,6 1 0,1-24 15,3 24-15,6-3 16,8-2-16,-17-19 16,21 16-16,4-4 15,6 0-15,3-2 16,-1-2-16,-2 1 16,0 0-16,-1 2 15,0-1-15,2 1 16,-4 3-16,-1 0 15,6 1-15,-4 2 16,0 2-16,-3 3 16,-2-2-16,-5 4 15,0 1-15,-19-25 16,13 25-16,0 1 16,-4 5-16,-3-1 15,-5-2-15,-8-2 16,-2-3-16,-4-3 0,-2-3 15,-7-2-15,-1-2 16,-3-3-16,-1-3 16,0-3-16,27-4 15,-32-1-15,1-3 16,-7-5-16,7-4 16,4-4-16,0 1 15,27 16-15,-21-20 16,4-2-16,5-4 15,6 0-15,6-1 16,10-1-16,4 0 16,5-1-16,2 3 15,7-2-15,3 1 16,-3 1-16,0-3 16,3 1-16,-1-1 15,-5 0-15,3 0 16,3 1-16,-3-1 0,-4 2 15,-3 3-15,-6 2 16,-1-2-16,-5 1 16,-5 2-16,-4 21 15,0-23-15,-4 1 16,-5-3-16,-7 1 16,-2 2-16,-3 2 15,-9 5-15,2 5 16,-1 1-16,-4 2 15,0 8-15,-3 6 16,-1 6-16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7T08:49:18.349"/>
    </inkml:context>
    <inkml:brush xml:id="br0">
      <inkml:brushProperty name="width" value="0.05292" units="cm"/>
      <inkml:brushProperty name="height" value="0.05292" units="cm"/>
      <inkml:brushProperty name="color" value="#FF0000"/>
    </inkml:brush>
  </inkml:definitions>
  <inkml:trace contextRef="#ctx0" brushRef="#br0">24635 16255 0,'0'0'0,"0"0"0,0 0 0,2 0 15,1 4-15,-8-1 16,-6 0-16,-11 0 16,-5 0-16,-8-2 15,-5 2-15,-7-2 16,-6 0-16,-4 1 15,-3-2-15,-7 0 16,-6-4-16,-12 1 16,-10-1-16,-10 0 15,-7-1-15,-5 1 16,-6 1-16,2 0 16,-5 2-16,-3 0 15,4 2-15,0-1 16,2 2-16,4 3 15,1 1-15,4-2 16,15-2-16,9-1 16,11-1-16,12 0 15,10 0-15,7 0 16,50 0-16,-41 2 0,4-1 16,4-2-16,5 0 15</inkml:trace>
  <inkml:trace contextRef="#ctx0" brushRef="#br0" timeOffset="13496.8118">21365 16504 0,'0'0'0,"0"0"0,0 0 0,0 1 16,1 6-16,3 4 15,-2 7-15,3 4 0,0 4 16,-2 10 0,4 7-16,-3 0 0,-3 8 15,0 6-15,-2 5 16,1 1-16,2 2 16,-2-1-16,0 0 15,2-8-15,-2 0 16,1-4-16,1-7 15,1-6-15,-3-4 16,0-35-16,0 31 16,0-31-16,1 25 15,-1-25-15,1 20 16,1-13-16,7-19 16,-3-14-16,1-6 15</inkml:trace>
  <inkml:trace contextRef="#ctx0" brushRef="#br0" timeOffset="13840.5024">21848 16556 0,'0'0'0,"0"0"16,1 2-16,-1-2 16,5 9-16,-1 9 15,1 13-15,-2 9 16,0 10-16,-2 8 16,0 4-16,-1 5 15,1 1-15,-1 0 16,3-8-16,1-4 15,-1-3-15,1-4 16,-1-5-16,0-4 16,-2-4-16,2-5 15,-3-31-15,2 25 0,-2-25 16,3 23-16,0-8 16,-2-15-16</inkml:trace>
  <inkml:trace contextRef="#ctx0" brushRef="#br0" timeOffset="14137.2966">21476 17066 0,'0'0'0,"0"0"0,11 0 0,18 4 15,11 3-15,6-1 16,11 2-16,0 0 16,0-2-16,-2 2 15,-3-3-15,-3 0 16,-7 1-16,-42-6 15</inkml:trace>
  <inkml:trace contextRef="#ctx0" brushRef="#br0" timeOffset="15105.8067">22893 16923 0,'0'0'16,"0"0"-16,0-5 0,0-7 15,-1-5-15,-4-3 16,3-2-16,-4 2 16,-4 1-16,-2-2 15,-3 1-15,-8 1 16,-2 3-16,-4 3 15,-6 2-15,-2 7 16,-6 5-16,1 6 0,-5 11 16,-2 10-16,-2 9 15,-1 9-15,2 14 16,8 2-16,6 5 16,11 0-16,6 1 15,15-6 1,8-7-16,6-3 0,15-9 15,7-5-15,9-5 16,3-5-16,15-8 16,3-11-16,7-13 15,1-9-15,-1-10 16</inkml:trace>
  <inkml:trace contextRef="#ctx0" brushRef="#br0" timeOffset="15371.3677">23119 16797 0,'0'0'0,"0"0"0,2 1 0,-2-1 15,1 8-15,2 9 16,1 20-16,-5 12 16,0 16-16,-5 8 15,1 7-15,-2 1 16,-3 0-16,1 2 16,2-2-16,-1-1 15,3-8-15</inkml:trace>
  <inkml:trace contextRef="#ctx0" brushRef="#br0" timeOffset="28258.9252">14242 1291 0,'0'0'0,"0"0"0,0 0 15,3-1-15,-3 1 16,3-1-16,2 8 0,-4 12 15,4 7 1,0 10-16,-4 5 16,0 11-16,0 6 0,-2 9 15,-3 1-15,-2 2 16,2 0-16,-6 0 16,6-8-16,-5-8 15,6-8-15,1-8 16,0-5-16,2-33 15,-3 28-15,3-28 16</inkml:trace>
  <inkml:trace contextRef="#ctx0" brushRef="#br0" timeOffset="28602.7117">14721 1231 0,'0'0'0,"0"0"0,0 4 0,3 16 15,0 11-15,2 16 16,-3 13-16,-9 6 15,1 7-15,-1 6 16,0 0-16,1-3 16,-1-6-16,-1-9 15,1-9-15,-1-6 16,4-4-16,1-6 16,3 1-16,0-37 15</inkml:trace>
  <inkml:trace contextRef="#ctx0" brushRef="#br0" timeOffset="28837.1534">14271 1773 0,'0'0'0,"10"-2"0,9-3 16,9-6-16,20 1 15,8 3-15,4-3 16,7-1-16</inkml:trace>
  <inkml:trace contextRef="#ctx0" brushRef="#br0" timeOffset="29274.5261">15627 1159 0,'0'0'0,"0"0"0,0 0 16,2-1-16,-2 1 16,2-5-16,-2 3 15,-6 2-15,-5 10 16,-7 6-16,-7 8 15,-10 9-15,-4 3 16,2 8-16,-5 5 16,2 6-16,-4 7 15,0 4-15,5 4 16,3 1-16,11-4 16,13-7-16,10-4 15,11-7-15,14-8 16,10-7-16,12-4 0,7-5 15,11-14-15,3-9 16</inkml:trace>
  <inkml:trace contextRef="#ctx0" brushRef="#br0" timeOffset="29602.5828">15998 1230 0,'0'0'0,"0"0"0,0 1 15,3 12-15,-1 2 0,-3 10 16,1 8-16,0 5 15,0 9-15,-6 4 16,0 2-16,-1 3 16,3-4-16,-2 1 15,7-5-15,-4-10 16,3-38-16,-6 38 16,6-38-16,1 30 15,4-10-15</inkml:trace>
  <inkml:trace contextRef="#ctx0" brushRef="#br0" timeOffset="29977.4923">16381 1001 0,'0'0'0,"0"0"0,3 5 0,9 9 15,9 9-15,3 8 16,2 2-16,4 11 15,-5 7-15,-1 5 16,-4 4-16,-9 4 16,-2 2-16,-9 0 15,-9 3-15,-2 4 16,-11-2-16,-11 3 16,-11 3-16</inkml:trace>
  <inkml:trace contextRef="#ctx0" brushRef="#br0" timeOffset="32976.8903">14229 2882 0,'0'0'0,"3"-5"0,1-6 16,1-6-16,-1-4 15,-4 21 1,3-22-16,-1-2 0,-2 24 16,0-28-16,-3 2 15,3 26-15,-6-25 16,-6 3-16,-6 6 15,-5 6-15,-8 5 16,-2 11-16,-12 7 0,-1 10 16,-8 14-1,-1 11-15,-3 6 0,1 6 16,7 8-16,10 0 16,7-1-16,16-2 15,10-1-15,9-3 16,14-10-16,9-4 15,8-5-15,10-9 16,8-5-16,9-8 16,8-12-16,12-15 15</inkml:trace>
  <inkml:trace contextRef="#ctx0" brushRef="#br0" timeOffset="33242.4612">14564 2810 0,'0'0'0,"2"8"0,2 9 0,-1 15 15,4 13-15,-2 13 16,-2 2-16,-1-2 16,-1-2-16,6-4 15,-6-4-15,0-2 16,-1-4-16,3-6 16,-2 0-16,5-2 15,-6-34-15,9 29 16</inkml:trace>
  <inkml:trace contextRef="#ctx0" brushRef="#br0" timeOffset="33664.2086">15512 2482 0,'0'0'0,"0"0"0,0 0 15,-1 0-15,-5 4 16,-2 8-16,-11 9 15,-7 9-15,-5 8 16,-9 11-16,-8 9 16,-2 3-16,-3 9 15,-1 6-15,9-1 0,8 1 16,6-4-16,8 2 16,16-9-16,11-4 15,8-8-15,8-10 16,7-1-16,12-12 15,4-9-15,0-10 16,5-13-16,6-13 16,-5-11-16</inkml:trace>
  <inkml:trace contextRef="#ctx0" brushRef="#br0" timeOffset="33945.3752">15706 2709 0,'0'0'0,"0"0"0,0 6 0,-1 11 16,-2 10-16,6 8 15,0 9 1,-5 5-16,-1 4 15,0 2-15,-5-7 0,-1-2 16,-3-3-16,3-7 16,2-5-16,7-31 15,-5 29-15,5-29 16,-2 24-16</inkml:trace>
  <inkml:trace contextRef="#ctx0" brushRef="#br0" timeOffset="34335.9353">15946 2708 0,'0'0'0,"0"0"0,11 1 0,17-1 15,5-1-15,1 0 16,-34 1-16,37-4 16,-37 4-16,32-5 15,-32 5-15,26-3 16,-26 3-16,17 3 16,-4 6-16,-9 9 15,-2 6-15,-4 5 16,0 9-16,-4 6 15,-4 2-15,-3 7 16,0-2-16,1 1 16,1-6-16,4-5 15,3-6-15,4-35 0,-6 29 16,6-29-16,-3 27 16</inkml:trace>
  <inkml:trace contextRef="#ctx0" brushRef="#br0" timeOffset="34507.7365">15915 3050 0,'0'0'0,"13"-2"0,5-5 16,12-2-16,8 2 15,11-3-15,0 0 0</inkml:trace>
  <inkml:trace contextRef="#ctx0" brushRef="#br0" timeOffset="34835.835">16280 2520 0,'0'0'0,"14"7"0,8 11 0,6 15 16,6 13-16,0 9 15,-6 10-15,-10 4 16,-9 3-16,0 0 16,-9 3-16,-5 2 15,-4-3-15,-6-1 16,-7 1-16,-7 3 0</inkml:trace>
  <inkml:trace contextRef="#ctx0" brushRef="#br0" timeOffset="90400.9154">21544 9304 0,'0'0'0,"0"0"0,0 0 0,2 0 15,4-1-15,-6 1 16,11 3-16,6-2 16,4 0-16,7 0 15,4 1-15,2-1 16,10 1-16,4 1 16,9-3-16,9-2 15,11 5-15,4-4 16,7-3-16,5 4 0,7-5 15,5 3-15,-2-4 16,1 5-16,1 0 16,-3-1-16,-5 0 15,-7 2-15,-9-1 16,-9 0-16,-9 2 16,-12 3-16,-51-4 15,40 1-15,-40-1 16,30 0-16,-30 0 15,19-2-15,-13-2 16,-12 1-16</inkml:trace>
  <inkml:trace contextRef="#ctx0" brushRef="#br0" timeOffset="103944.5984">20071 1885 0,'0'0'0,"0"0"0,0 0 0,0 1 15,0 2-15,0-3 16,2 10-16,-2 2 16,-2 5-16,4 6 15,-3 4-15,2 5 16,3 7-16,-5 10 15,-3 6-15,2 13 16,-3 10-16,-6 4 16,1 9-16,2-2 15,-5-1-15,1-4 0,2-4 16,3-6 0,1-7-16,4-9 0,-2-6 15,2-9-15,0-5 16,1-6-16,1-32 15,0 29-15,0-29 16,1 22-16,4-18 16,7-28-1</inkml:trace>
  <inkml:trace contextRef="#ctx0" brushRef="#br0" timeOffset="104303.913">20615 2015 0,'0'0'0,"-2"6"0,2 12 0,2 17 16,-4 11 0,1 16-16,-4 5 0,1 10 15,0-1-15,0 3 16,-6 0-16,9-5 16,-2-5-16,2-6 15,-4-12-15,2-6 16,0-7-16,3-38 15,-3 36-15,0-5 16,-2-3-16,-4-3 16,-1-13-16,0-13 15</inkml:trace>
  <inkml:trace contextRef="#ctx0" brushRef="#br0" timeOffset="104569.4921">20101 2695 0,'0'0'0,"0"0"0,0 0 16,5 0-16,8-1 15,14 0-15,9-2 16,11 1-16,7-2 15,9 0-15,3 0 16,0-1-16,-5 0 16,-2 2-16,-59 3 15</inkml:trace>
  <inkml:trace contextRef="#ctx0" brushRef="#br0" timeOffset="104975.6358">21007 2592 0,'0'0'0,"0"0"0,0 0 16,0 2-16,7 0 15,8 2-15,13 1 16,7-3-16,11-2 16,5-4-16,7 6 15,5-4-15,4 0 16,0 2-16,-2-4 15,-7 2-15,-6 3 16,-52-1-16,40 4 16,-40-4-16,31 3 15,-31-3-15,23 4 0,-23-4 16,12 3-16,-12-1 16</inkml:trace>
  <inkml:trace contextRef="#ctx0" brushRef="#br0" timeOffset="105506.7677">22826 2123 0,'0'0'0,"0"0"16,4-5-16,-4 5 0,8-12 15,-5-5-15,-3 17 16,1-22-16,-8-3 15,-9-1-15,-9 2 16,-5 9-16,-6 5 16,-7 8-16,-8 4 15,-2 7-15,-6 4 16,1 8-16,-3 11 16,0 7-16,-4 18 15,0 12-15,5 14 16,0 8-16,8 4 15,7 0-15,19-1 16,8-5-16,17-10 0,12-15 16,14-5-1,12-13-15,10-5 0,5-10 16,7-8-16,4-8 16,3-10-16,7-15 15,8-10-15,3-17 16,3-12-16</inkml:trace>
  <inkml:trace contextRef="#ctx0" brushRef="#br0" timeOffset="105834.7706">23204 1945 0,'0'0'0,"0"10"0,4 6 16,-7 12-16,7 8 15,-4 12-15,1 11 16,0 6-16,-4 8 15,-2 0-15,2 2 16,1-6-16,0-3 16,4-4-16,3-5 15,3-2-15,4-3 16,-6 4-16,4-1 16,-3 6-16</inkml:trace>
  <inkml:trace contextRef="#ctx0" brushRef="#br0" timeOffset="181723.1593">5717 13500 0,'0'0'0,"0"0"0,0 0 0,3 1 16,-3-1-16,5 3 15,-5-3-15,4 2 16,-4-2-16,4 1 16,-4-1-16,3 0 15,-3 0-15,1 0 16,-1 0-16,0 0 16,0 0-16,-3-3 15,3 3-15,-1-5 16,1 5-16,-2-6 15,2 6-15,2-6 16,-2 6-16,1-4 16,-1 4-16,3-1 15,6-2-15,7-1 16,2 4-16,4-2 16,1 1-16,2 2 0,1 1 15,0-2-15,-26 0 16,23-2-1,-23 2-15,23 0 0,-23 0 16,21 0-16,-21 0 16,17 0-16,-17 0 15,11-1-15,-11 1 16,6 0-16,-6 0 16,5 0-16,-5 0 15,-2 1-15,2-1 16</inkml:trace>
  <inkml:trace contextRef="#ctx0" brushRef="#br0" timeOffset="182504.2221">8097 13536 0,'0'0'0,"0"0"0,6-2 16,5-5-16,10 1 15,7 0-15,7 2 16,8 3-16,2 0 16,4 4-16,1 3 15,-1-2-15,-9 0 0,-40-4 16,42 5-1,-9-2-15,-33-3 0</inkml:trace>
  <inkml:trace contextRef="#ctx0" brushRef="#br0" timeOffset="189143.2453">5130 11190 0,'0'0'0,"0"0"0,0 0 16,4 1-16,-4-1 16,6-3-16,-6 3 15,3-6-15,-3 6 16,3-5-16,-3 5 16,4-4-16,0 7 15,2 9-15,-3 6 16,0 6-16,-2 7 15,-2 6-15,1 3 16,-2 2-16,1 3 16,-2-3-16,0-2 15,2-1-15,-1-6 16,2-3-16,0-30 0,0 26 16,0-26-1,-1 26-15,1-26 0,-2 24 16,2-24-16,-2 18 15,2-14-15,2-15 16</inkml:trace>
  <inkml:trace contextRef="#ctx0" brushRef="#br0" timeOffset="189502.5215">5519 11128 0,'0'0'0,"0"0"0,1 3 16,-2 6-16,2 7 15,-1 7-15,-1 7 0,-3 8 16,3 7-16,-4 4 15,2 5-15,-3-1 16,-1-2-16,1-2 16,3-4-16,0-8 15,3-37-15,-6 35 16,3-4-16,3-31 16,-4 26-16,4-26 15,-5 22-15,5-22 16,-3 14-16,-6-12 15,-1-11-15</inkml:trace>
  <inkml:trace contextRef="#ctx0" brushRef="#br0" timeOffset="189736.8929">5203 11485 0,'0'0'0,"0"0"0,11 0 15,16 0-15,11 0 16,9 0-16,10-2 16,3 0-16,3-3 15</inkml:trace>
  <inkml:trace contextRef="#ctx0" brushRef="#br0" timeOffset="190658.5521">5762 11426 0,'0'0'0,"0"0"0,0 0 16,0 0-16,0 0 15,-2 0-15,5 0 16,-3 0-16,9-1 16,5 5-16,8 4 15,0 6-15,7 6 16,-2-1-16,1 2 16,4-1-16,-1 0 15,-2-2-15,-1-1 16,-1-3-16,-27-14 15,25 17-15,-25-17 16,21 16-16,-21-16 16,19 16-16,-19-16 15</inkml:trace>
  <inkml:trace contextRef="#ctx0" brushRef="#br0" timeOffset="190908.4983">6091 11387 0,'0'0'0,"0"0"0,-1 3 15,-3 5-15,-3 7 16,-8 7-16,-5 8 15,-1 6-15,-6 6 16,-4 0-16,-5 5 16,-2 1-16,1-5 15</inkml:trace>
  <inkml:trace contextRef="#ctx0" brushRef="#br0" timeOffset="194376.3743">8640 11118 0,'0'0'0,"0"0"0,0 0 16,0 0-16,0 7 15,3 5-15,0 12 16,5 5-16,-5 10 15,1 6-15,-3 6 16,2 2-16,-3 1 16,0 0-16,0-1 15,1-4-15,1-5 16,1-3-16,-1-7 16,-2-34-16,2 30 15,-2-30-15,3 24 16,2-7-16,5-16 0,1-14 15</inkml:trace>
  <inkml:trace contextRef="#ctx0" brushRef="#br0" timeOffset="194735.7122">9116 11186 0,'0'0'0,"0"0"0,3 3 16,0 9-16,1 4 16,-2 9-16,0 7 15,1 11-15,-2 4 16,-1 4-16,0 2 15,0-3-15,0-6 16,-1-1-16,2-8 16,-1-35-16,2 32 15,-1-4-15,-1-28 16,3 27-16,-3-27 16,4 25-16,-4-25 15,-1 16-15</inkml:trace>
  <inkml:trace contextRef="#ctx0" brushRef="#br0" timeOffset="194969.9749">8714 11487 0,'0'0'0,"0"0"0,1 0 0,7 0 16,6 0-16,13-1 16,11 1-16,10-1 15,8-2-15,12 5 16</inkml:trace>
  <inkml:trace contextRef="#ctx0" brushRef="#br0" timeOffset="196235.3374">8344 11496 0,'0'0'0,"0"0"0,0 0 15,1 0-15,-1 0 16,0 0-16,0 0 16,0-6-16,0 6 15,0-5-15,0 5 16,1-4-16,-1 4 16,-4-8-16,4 8 15,-6-4-15,6 4 16,-10-2-16,10 2 15,-11-2-15,-2 1 16,-3 5-16,16-4 16,-15 7-16,1 4 15,14-11-15,-8 19 0,8-19 16,-5 17-16,8 3 16,-3-20-16,8 16 15,4-4-15,-12-12 16,17 5-16,-17-5 15,14 0-15,-14 0 16,19-6-16,-19 6 16,16-11-16,-5-2 15,-11 13-15,7-17 16,-7 17-16,3-17 16,-3 17-16,0-19 15,0 19-15,-8-17 16,8 17-16,-11-11 15,-4 6-15,15 5 16,-14 3-16,-3 9 16,17-12-16,-12 18 15,12-18-15,-6 19 16,6-19-16,0 21 16,0-21-16,8 16 15,7-4-15,-15-12 16,21 7-16,-21-7 0,17-2 15,-17 2-15,14-8 16,-14 8-16,8-13 16,-8 13-16,0-16 15,0 16-15,-8-18 16,8 18-16,-13-14 16,13 14-16,-18-9 15,18 9-15,-18-1 16,18 1-16,-11 3 15,6 5-15,5-8 16,3 10-16,-3-10 16,11 8-16,-11-8 15,18 8-15,-18-8 16,16 6-16,-16-6 16,13 2-16,-9-2 15,-4 0-15,-8 2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7T08:54:48.459"/>
    </inkml:context>
    <inkml:brush xml:id="br0">
      <inkml:brushProperty name="width" value="0.05292" units="cm"/>
      <inkml:brushProperty name="height" value="0.05292" units="cm"/>
      <inkml:brushProperty name="color" value="#FF0000"/>
    </inkml:brush>
  </inkml:definitions>
  <inkml:trace contextRef="#ctx0" brushRef="#br0">3351 8497 0,'0'0'0,"7"-3"0,2 2 0,8-3 16,7 0-16,4 0 16,4-1-16,5 3 15,7-2-15,-2 3 16,3 0-16,1 0 15,2-2-15,4 3 16,5-1-16,4-2 16,7 0-16,-1 2 15,2-4-15,9 4 16,1-2-16,4-2 16,4-2-16,6 4 15,1-3-15,1 1 16,4 1-16,0-2 15,4-2-15,0 4 16,3 0-16,0-1 16,3 1-16,1 1 15,2-1-15,-1 0 16,0 1-16,-2 1 0,2-1 16,-1 0-16,0 2 15,-2 0-15,3 0 16,1 0-16,-4-1 15,2 0-15,3-1 16,-2 0-16,4 3 16,0-2-16,-1 0 15,1 1-15,1 1 16,-2-2-16,-4 4 16,1-4-16,0 1 15,0 2-15,-1-1 16,1 0-16,-1 2 15,0 3-15,6-5 16,-3 0-16,-4 1 16,5 1-16,-2-1 15,-4-1-15,3 6 16,-1-4-16,0 1 16,-2 0-16,-1 1 0,-1-1 15,-2-2-15,-4 0 16,0-1-1,0 1-15,-2-1 0,-3-1 16,-6 1-16,-4-3 16,-1-3-16,-8 1 15,-5 0-15,-5 0 16,-8-1-16,-10 1 16,-4 0-16,-8-1 15</inkml:trace>
  <inkml:trace contextRef="#ctx0" brushRef="#br0" timeOffset="1359.0417">3445 12382 0,'0'0'0,"5"2"0,7 0 15,8-4-15,8 3 16,8-4-16,-3 3 16,10 0-16,1 0 15,2 2-15,2 1 16,7 0-16,0-2 16,4 4-16,2-3 15,4 2-15,6-3 16,3 2-16,4-2 15,7 2-15,1-2 16,6 0-16,5 1 16,3 0-16,3-1 0,3 1 15,3 1 1,7 1-16,2 2 0,5-3 16,2 1-16,2-1 15,-1 0-15,3-1 16,-1-2-16,1 0 15,-3 1 1,4-4-16,1 2 0,5-1 16,2 2-16,2-5 15,1 4-15,2 0 16,-3-2-16,3-1 16,-3 3-16,2-1 15,0 0-15,0 0 16,-2-1-16,5 2 15,-2-1-15,1 0 16,2 5-16,0-4 16,-1 4-16,1-5 15,0 4-15,-1 1 16,1 0-16,-1 1 16,-2 1-16,4 3 15,-5-4-15,-3 3 0,0 1 16,-5-2-1,0 1-15,-6 3 0,6 1 16,-7 4-16,-1 0 16,-6 3-16,-9 0 15,-9-3-15,-5 1 16,-13-4-16,-11-6 16</inkml:trace>
  <inkml:trace contextRef="#ctx0" brushRef="#br0" timeOffset="16121.2026">17950 11220 0,'0'0'0,"0"0"0,5 0 16,5-1-16,5 2 15,3 0-15,3-2 16,8 1-16,3 0 0,3-1 16,7-2-16,5-1 15,2 2-15,8-2 16,2 2-16,6 2 16,5-3-16,7 2 15,5-1-15,10 3 16,1-1-16,3 1 15,4 4-15,3-2 16,-4-1-16,1 2 16,-3 1-16,-3-3 15,4 3-15,-6 1 16,-8-2-16,-3 0 16,-3 0-16,-9-4 15,-10 1-15,-6 0 16,-53-1-16,42-1 15,-42 1-15,32-1 16,-32 1-16,19-7 16,-19 7-16,14-5 0,-19 1 15</inkml:trace>
  <inkml:trace contextRef="#ctx0" brushRef="#br0" timeOffset="35194.8159">20964 11151 0,'0'0'0,"0"0"0,0 0 0,1-2 15,-1 2-15,4-5 16,-4 5-16,7-5 0,-7 5 15,4-6-15,-4 6 16,3-5-16,-3 5 16,3-3-16,-3 3 15,8-2-15,-8 2 16,10-2-16,7 2 16,5 0-16,2-1 15,5 4-15,2-1 16,3-2-16,7 0 15,4-2-15,6 4 16,3-2-16,11 0 16,6 1-16,5 4 15,6-3-15,8 1 16,5-2-16,3 4 16,2-3-16,4 2 15,1 1-15,4-2 16,-2 1-16,4 1 0,-3 0 15,4-2-15,-5 0 16,4 1-16,-4-2 16,1-1-16,-4 3 15,6 4-15,-8-2 16,2 1-16,-7 1 16,-6-2-16,-9 1 15,-5-4-15,-14-1 16,-63-2-16,56 2 15,-56-2-15,40-1 16,-13-3-16,-17-4 16</inkml:trace>
  <inkml:trace contextRef="#ctx0" brushRef="#br0" timeOffset="35929.0118">22382 11342 0,'0'0'0,"0"0"0,0 0 16,0-2-16,-3-6 15,3 8-15,-7-11 16,-4-2 0,-10-3-16,-2 4 15,-7 3-15,1 6 0,-5-1 16,0 5-16,-1 6 15,-1 4-15,1 10 16,1 2-16,3 4 16,4 8-16,5 2 15,7-5-15,10 5 16,12-2-16,5-5 16,9-4-16,8-3 15,9-5-15,6-3 16,8-4-16,4-1 15,3-5-15,-4-1 16,-8-4-16</inkml:trace>
  <inkml:trace contextRef="#ctx0" brushRef="#br0" timeOffset="36428.9003">22652 11386 0,'0'0'0,"0"0"16,0-4-16,0 4 15,0-11-15,0 11 16,-3-13-16,3 13 15,-8-14-15,-2 3 16,-6 6-16,-3 5 16,-4 10-16,-1 2 15,6 6-15,-3 1 0,6 1 16,9 4 0,7 1-16,5-1 0,10 2 15,3-3-15,1-4 16,4-4-16,0-4 15,2-5-15,-1-4 16,-1 0-16,0-11 16,0-1-16,-4-5 15,2-4-15,-5-5 16,-4-2-16,-3-3 16,-5 2-16,-7 0 15,-4 1-15,6 26 16,-13-21-16,-5 2 15,-12 9-15,-6 7 16,36 3-16</inkml:trace>
  <inkml:trace contextRef="#ctx0" brushRef="#br0" timeOffset="36928.7708">22974 11535 0,'0'0'0,"0"0"0,0 0 15,5-5-15,7-4 16,-12 9-16,16-9 15,6 3-15,5 4 16,-6 6-16,-1 7 16,-6 5-16,-3 2 15,-8 3-15,-3 1 16,-1-1-16,-9 1 16,-5 0-16,-1-1 15,-4-1-15,20-20 16,-25 15-16,1-2 0,1-6 15,23-7-15,-23 3 16,23-3-16,-21-3 16,7-6-16,6-5 15,8 14-15,5-14 16,5 4-16,8 8 16,4 5-16,3 6 15,2 6-15,7 5 16,-3 1-16,12 4 15,5 1-15,4-1 16,2 0-16</inkml:trace>
  <inkml:trace contextRef="#ctx0" brushRef="#br0" timeOffset="110894.3988">9585 15854 0,'0'0'0,"0"0"0,1 6 0,1 7 16,1 7-16,-2 7 15,-3 7-15,0 6 16,4 6-16,-4 5 0,1 5 15,-3 2-15,1 3 16,0-5-16,0-4 16,3-4-16,1-8 15,0-7-15,-1-4 16,0-29-16,3 24 16,-3-24-16,0 19 15,3-12-15,-1-15 16</inkml:trace>
  <inkml:trace contextRef="#ctx0" brushRef="#br0" timeOffset="111363.0431">9611 15761 0,'0'0'0,"5"5"0,9 8 0,5 11 15,14 11 1,5 11-16,1 13 0,7 4 16,3 3-16,-3 4 15,2-1-15,-5-8 16,-3-2-16,-3-4 15,-4-7-15,-4-6 16,-5-6-16,-24-36 16,22 27-16,-22-27 15,19 21-15,-19-21 16,13 13-16,-2-10 16,-6-17-16,-4-7 15,0-9-15,0-7 16,-4-6-16,-1-4 15,-1-4-15,3-10 16,-1-4-16,1-1 16,7 4-16,-2 7 15,0 7-15,-3 48 16,1-38-16,1 14 16,-6 18-16,2 13 0</inkml:trace>
  <inkml:trace contextRef="#ctx0" brushRef="#br0" timeOffset="111925.4103">10478 16636 0,'0'0'0,"0"0"0,0 0 0,3-3 15,1-3-15,4-4 16,-8 10-16,8-13 16,10-1-16,3 0 0,9 2 15,1 8-15,1 5 16,0 7-16,-5 9 15,-4 8-15,-4 6 16,-5 7-16,-8 2 16,-4 4-16,-8 0 15,-5-2 1,-11-5-16,-8-3 0,-4-4 16,-2-8-16,-5-4 15,4-6-15,0-4 16,2-5-16,3-3 15,3-3 1,4-7-16,4-4 0,6-6 16,6-4-16,6-4 15,6 3-15,-3 25 16,9-21-16,6 3 16,5 8-16,6 10 15,3 8-15,0 6 16,2 11-16,1 2 0,5 6 15,3 5-15,4 5 16,3 2-16,1 4 16,-3-3-16</inkml:trace>
  <inkml:trace contextRef="#ctx0" brushRef="#br0" timeOffset="316955.1046">15306 4374 0,'0'0'0,"0"0"0,0 0 0,0 0 16,3 0-16,-3 0 15,7 2-15,6 3 16,-13-5-16,19 9 16,3-1-16,6-6 15,1 0-15,1-5 16,-3-5-16,-1-2 16,3-2-16,-29 12 0,24-17 15,1-3-15,4-1 16,-5-3-16,-3 1 15,-21 23-15,13-23 16,-6 3-16,-12-1 16,5 21-16,-20-15 15,-9 8-15,-16 12 16,-10 9-16,-3 10 16,-2 7-16,0 12 15,0 8-15,10 10 16,4 9-16,12-1 15,5-3-15,19-1 16,15-9-16,16-10 16,12-12-16,19-9 15,9-14-15,12-13 16,8-13-16</inkml:trace>
  <inkml:trace contextRef="#ctx0" brushRef="#br0" timeOffset="317298.8175">15803 3777 0,'0'0'0,"0"14"0,1 14 0,-3 27 16,3 19-16,-3 12 15,2 5-15,-2 4 16,4-5-16,-4-5 16,4-7-16,-2-10 15,0-8-15,0-11 16,0-49-16,3 39 0,-3-39 15,1 31-15</inkml:trace>
  <inkml:trace contextRef="#ctx0" brushRef="#br0" timeOffset="317892.431">15782 4352 0,'0'0'0,"17"-4"16,12-4-16,18-5 16,14-3-16,5-8 15,1-1-15,0-1 16,-4-5-16,-4-6 16,-5-2-16,-7-1 15,-6-4-15,-6 2 16,-12 5-16,-8 2 15,-12 0-15,-9 3 0,-12 4 16,-14 8-16,-8 2 16,-6 8-16,-1 10 15,6 8-15,9 5 16,7 11-16,2 10 16,4 14-16,0 14 15,-2 7-15,11 6 16,-2 5-16,8-5 15,1-7-15,3-6 16,0-5-16,3-11 16,1-10-16,-4-36 15,2 31-15,-2-31 16,3 26-16,-3-26 16,4 23-16,-2-8 15,-1-12-15,5-11 16,1-15-16,4-12 15,5-7-15,8 2 16,1 3-16,0 6 0,3 11 16,0 13-16,-1 9 15,-2 9-15,-1 6 16,-4 10-16,-5 1 16,-15-28-16,12 33 15,-6 2-15,-1 2 16,-5-37-16,3 32 15,5-5-15</inkml:trace>
  <inkml:trace contextRef="#ctx0" brushRef="#br0" timeOffset="318361.0483">16604 4516 0,'0'0'0,"1"6"0,8 4 16,4 3-16,12 0 15,4-1-15,5-9 16,0-3-16,1-7 0,-2-6 16,-3-6-16,-5-1 15,-8-5 1,-4 0-16,-6 0 0,-7 25 15,2-29-15,-2 29 16,-3-26-16,-7 7 16,-3 11-16,1 12 15,1 14-15,-5 10 16,6 11-16,-1 10 16,1 6-16,0 8 15,1 0-15,5 3 16,-1 1-16,-1-1 15,-2-5-15,-3-5 16,0-9-16,-5-7 16,-2-6-16,-8-5 15,-5-7-15,-10-3 0,-4-9 16,-4-12-16,3-12 16,6-20-16,11-20 15,13-15-15</inkml:trace>
  <inkml:trace contextRef="#ctx0" brushRef="#br0" timeOffset="318657.8706">17076 3845 0,'0'0'0,"4"11"16,-1 16-16,4 13 0,-5 12 15,1 14-15,-5 12 16,-4 6 0,4 1-16,1-2 0,-4-5 15,2-10-15,-1-9 16,-1-10-16,5-49 15,0 39-15,6-10 16,8-11-16</inkml:trace>
  <inkml:trace contextRef="#ctx0" brushRef="#br0" timeOffset="319032.9675">17291 4454 0,'0'0'0,"0"0"0,0 0 0,4-2 16,9-4-16,13-2 15,4-1-15,2-2 16,-2-3-16,-2-2 16,-28 16-16,21-17 15,-8-3-15,-13 20 16,7-21-16,-5 1 15,-12 0-15,-10 11 0,-4 10 16,-8 13-16,-7 7 16,1 11-16,4 3 15,4 4-15,9 1 16,8 0-16,13-40 16,-3 35-16,10-7 15,16-5-15,8-5 16,6-7-16,8-9 15,5-10-15</inkml:trace>
  <inkml:trace contextRef="#ctx0" brushRef="#br0" timeOffset="319423.607">17628 4348 0,'0'0'0,"4"7"0,0 9 16,-3 15-16,1 0 0,-2 6 16,-1-2-1,1-35-15,-1 34 0,1-34 16,0 28 0,0-28-16,1 25 0,-1-10 15,0-15 1,3 3-16,4-12 0,9-14 15,1-8-15,2-2 16,2 1-16,1-1 16,-1 5-16,-21 28 15,23-19-15,-3 10 16,3 12-16,-2 10 16,-5 3-16,-3 4 15,-13-20-15,9 24 16,-6 4-16,-3-28 15,3 31-15,-2 0 16,-1-2-16,0-29 16</inkml:trace>
  <inkml:trace contextRef="#ctx0" brushRef="#br0" timeOffset="319798.5186">18106 4448 0,'0'0'0,"0"0"0,5 0 15,9-3-15,1 0 16,11-3-16,0 0 16,-3-3-16,-23 9 15,25-11-15,-5-6 16,-5-1-16,-15 18 15,13-21-15,-13 21 16,7-22-16,-7 1 0,-6 9 16,-10 8-1,-7 9-15,-7 13 16,-3 9-16,-2 9 16,4 6-16,4 6 0,2-2 15,15 3-15,11-6 16,11-2-16,12-6 15,12-3-15,10-8 16,15-9-16,16-10 16</inkml:trace>
  <inkml:trace contextRef="#ctx0" brushRef="#br0" timeOffset="320423.3483">19269 3668 0,'0'0'0,"0"0"0,-6 0 0,-6 7 16,-8 5-16,-6 5 15,-5 10-15,-10 12 16,-8 13-16,-7 14 16,-10 14-16,0 14 15,4 6-15,10 0 16,17-2-16,17-6 16,11-11-16,18-11 15,12-5-15,11-9 16,10-9-16,14-8 15,7-12-15,11-19 0,9-15 16</inkml:trace>
  <inkml:trace contextRef="#ctx0" brushRef="#br0" timeOffset="320829.4741">20045 3782 0,'0'0'0,"0"0"0,0-7 15,-4-5-15,4 12 16,-9-14-16,-6 0 16,-12 6-16,-7 12 15,-8 7-15,-11 14 16,-8 14-16,-4 10 16,-4 12-16,0 13 15,8 13-15,13 5 16,16 5-16,14-11 15,16-9-15,11-12 16,14-14-16,11-14 16,8-8-16,10-15 15,12-12-15,8-5 16</inkml:trace>
  <inkml:trace contextRef="#ctx0" brushRef="#br0" timeOffset="321329.5913">19967 4513 0,'0'0'15,"0"0"-15,2-3 0,2-5 0,3-5 16,8-3-16,3-4 15,6 2-15,1 4 16,-1 4-16,0 9 16,-3 11-16,-3 6 15,-5 11-15,-8 8 16,-4 4-16,-6 5 16,-8 2-16,-3 1 15,-5-3-15,-7-2 16,-4-8-16,1-7 15,0-7-15,0-8 16,31-12-16,-27 6 0,7-7 16,2-10-1,5-8-15,7-11 0,11-1 16,3-6-16,8 7 16,6 6-16,5 9 15,-2 14-15,1 9 16,-3 6-16,-1 9 15,-1 3-15,-1 2 16,5 1-16,3-3 16,-2-4-16,9-6 15,-1-9-15,8-9 16</inkml:trace>
  <inkml:trace contextRef="#ctx0" brushRef="#br0" timeOffset="321657.5962">20653 3740 0,'0'0'0,"5"6"0,-3 10 16,5 15-16,-2 13 16,1 12-16,0 12 15,-5 5-15,-4 6 16,2-5-16,-6-4 16,2-7-16,-2-8 15,3-10-15,4-45 16,-8 39-16,8-39 15,-3 29-15,7-10 16,4-24-16</inkml:trace>
  <inkml:trace contextRef="#ctx0" brushRef="#br0" timeOffset="321923.2452">21029 3728 0,'0'0'0,"0"0"0,0 5 0,0 18 15,2 13-15,-1 9 16,-2 10-16,1 6 16,4 1-16,-7 1 15,-1-2-15,5-5 16,-3-4-16,-2-4 15,5-8-15,0-5 16,-1-35-16,1 29 16,-1-29-16</inkml:trace>
  <inkml:trace contextRef="#ctx0" brushRef="#br0" timeOffset="322095.0795">20784 4210 0,'0'0'0,"18"-3"0,16-5 0,19 0 16,20-2-16,13 0 15</inkml:trace>
  <inkml:trace contextRef="#ctx0" brushRef="#br0" timeOffset="322657.4742">21447 4357 0,'0'0'0,"-7"10"0,-7 8 0,-10 11 16,-8 5-16,-7 0 16,2-2-16,6-4 15,31-28-15,-23 24 16,23-24-16,-16 16 16,17-3-16,25-10 0,7-1 15,11-6-15,3-1 16,1-1-16,-4 2 15,-4-3-15,-8 3 16,-32 4-16,29-4 16,-29 4-16,22-4 15,-22 4-15,13-5 16,-6-5-16,-7 10 16,1-14-16,-1 14 15,-6-16-15,6 16 16,-10-18-16,10 18 15,-8-14-15,2 12 16,2 16-16,-1 14 16,3 10-16,-6 5 15,2 7-15,-2 5 0,4 1 16,-2-1 0,5-4-16,0-2 0,1-49 15,1 41-15,6-12 16,2-21-16,4-17 15</inkml:trace>
  <inkml:trace contextRef="#ctx0" brushRef="#br0" timeOffset="323001.1116">21706 3643 0,'0'0'0,"13"5"0,12 8 0,11 19 15,15 13 1,8 11-16,1 14 0,-3 7 15,-7 9-15,-8 4 16,-16 2-16,-8-8 16,-7 0-16,-15-5 15,-11-1-15,-6-1 16,-14 0-16,-14 2 16,-6 4-16,-14 1 15,-4-7-15</inkml:trace>
  <inkml:trace contextRef="#ctx0" brushRef="#br0" timeOffset="330827.4266">25950 3802 0,'0'0'0,"0"0"0,-2-6 0,2-6 15,0 12-15,1-15 16,1-2-16,-2 17 15,2-24-15,1 1 16,-3 23-16,-1-23 16,-10 1-16,11 22 15,-12-20-15,-9 4 16,-7 5-16,-5 5 16,-4 9-16,-3 8 15,1 6-15,-7 7 16,-2 8-16,-7 9 15,-4 8-15,0 14 16,-1 7-16,3 6 16,3 9-16,8 1 0,11 2 15,11-5-15,15-3 16,11-6-16,11-4 16,10-8-1,12-8-15,6-6 0,7-7 16,2-6-16,1-7 15,6-8-15,1-8 16,1-10-16,-1-10 16,-1-7-16,-1-3 15,-2-6-15,-5-4 16,-6-4-16,-5 0 16</inkml:trace>
  <inkml:trace contextRef="#ctx0" brushRef="#br0" timeOffset="332889.4365">26298 4056 0,'0'0'0,"0"0"0,6-1 15,15-1 1,15-2-16,10 1 0,11 1 15,8-2-15,2 4 16,-1-2-16,0-5 16,-1 1-16,-3 4 15,-2-3-15,-4 5 16,-9-1-16,-3 1 16,-12 0-16,-32 0 15,29 0-15,-10 4 16</inkml:trace>
  <inkml:trace contextRef="#ctx0" brushRef="#br0" timeOffset="333154.9609">26374 4351 0,'0'0'0,"10"-1"0,10-1 16,17 3-16,20 0 15,12-1-15,4 1 16,7 0-16,-4-1 16,-6 0-16,0 0 15,-6 2-15,-11-1 16,-2 3-16,-8-2 15,-7 1-15,-36-3 16,29 3-16</inkml:trace>
  <inkml:trace contextRef="#ctx0" brushRef="#br0" timeOffset="333686.1355">28016 3955 0,'0'0'0,"0"0"0,3-5 16,-1-9-16,-1-7 16,-1 21-16,0-23 15,-1-2-15,1 25 0,-9-25 16,-8 3-16,-7 8 16,-9 5-16,-8 8 15,-5 7-15,-2 10 16,-1 4-16,-7 9 15,0 10-15,2 8 16,-2 13-16,1 9 16,2 7-16,15 3 15,5-2-15,15-2 16,12-8-16,19-6 16,13-6-16,11-9 15,11-5-15,8-10 16,8-8-16,4-8 15,5-11-15,2-6 16,1-7-16,-2-5 16,-1-5-16,-9-6 15</inkml:trace>
  <inkml:trace contextRef="#ctx0" brushRef="#br0" timeOffset="335529.4435">28302 3833 0,'0'0'0,"0"0"0,2-2 0,2-10 16,8-8-16,2-5 15,13-10-15,4-6 16,10-5-16,5-1 16,6-8-16,7 3 15,1-1-15,5 2 16,-2-2-16,-2 3 15,-1 4-15,-7 1 16,-4 8-16,-9 7 16,-40 30-16,30-23 15,-30 23-15,22-15 16,-11 9-16,-13 10 16,-7 8-16,-11 10 15,-7 6-15,-1 3 16</inkml:trace>
  <inkml:trace contextRef="#ctx0" brushRef="#br0" timeOffset="335966.8538">28350 4531 0,'0'0'0,"0"0"0,0 0 16,2 0-16,6 6 16,13 9-16,11 4 15,7 3-15,10 6 16,6 3-16,0 2 15,-1 2-15,-3 0 16,0 1-16,0-6 16,-5-2-16,-5-3 15,-3-11-15,-7-7 16</inkml:trace>
  <inkml:trace contextRef="#ctx0" brushRef="#br0" timeOffset="336263.6493">29369 4548 0,'0'0'0,"0"10"0,0 12 0,0 14 16,-5 15-16,3 6 16,0 5-16,-4-3 15,0-4-15,-3-2 16,3-7-16,-1-6 16,3-4-16,4-36 15,-2 32-15,2-32 16,1 27-16,5-12 15</inkml:trace>
  <inkml:trace contextRef="#ctx0" brushRef="#br0" timeOffset="336529.2169">29647 4675 0,'0'0'0,"-1"11"0,2 12 16,-2 14-16,-1 12 15,2 4-15,0 1 16,0-5-16,-4-5 16,2-4-16,0-6 15,2-34-15,-7 30 16,7-30-16,-6 25 15,-1-10-15</inkml:trace>
  <inkml:trace contextRef="#ctx0" brushRef="#br0" timeOffset="336700.9968">29381 4893 0,'0'0'0,"12"-6"0,20-4 0,15-6 0,20-6 16,12-5-1</inkml:trace>
  <inkml:trace contextRef="#ctx0" brushRef="#br0" timeOffset="337232.1656">29467 2555 0,'0'0'0,"0"0"0,0 0 0,4 0 16,0 6-16,1 13 0,0 8 15,-1 14-15,-3 9 16,-6 5-1,0 5-15,-6 7 0,2-3 16,-1-3-16,4-8 16,6-53-16,-1 47 15,1-47-15,0 36 16,0-36-16</inkml:trace>
  <inkml:trace contextRef="#ctx0" brushRef="#br0" timeOffset="337528.9824">29815 2536 0,'0'0'0,"0"0"0,-1 3 15,-1 15-15,-5 10 16,0 8-16,-5 10 16,-3 7-16,-5 2 15,8 1-15,-3 0 16,3-6-16,7-2 16,1-10-16,4-38 15,-1 33-15,1-33 16,4 28-16,-4-28 15</inkml:trace>
  <inkml:trace contextRef="#ctx0" brushRef="#br0" timeOffset="337700.7972">29413 2925 0,'0'0'0,"0"0"0,9 0 0,21 3 16,24-1-16,13-1 15,10 2 1</inkml:trace>
  <inkml:trace contextRef="#ctx0" brushRef="#br0" timeOffset="338575.5595">24646 3526 0,'0'0'0,"0"0"0,6 7 0,10 12 16,5 5-16,6 9 15,9 3-15,1 6 0,-1 1 16,-1-2 0,0 4-16,-3-2 0,-4-1 15,-2-4-15,-2-4 16,-24-34-16,19 26 16</inkml:trace>
  <inkml:trace contextRef="#ctx0" brushRef="#br0" timeOffset="339091.0942">24188 3226 0,'0'0'0,"0"0"0,0 0 0,2 1 15,0 4-15,3 11 16,1 7-16,-1 11 15,0 9 1,-2 7-16,-1 4 0,-1 4 16,-2 3-16,0-7 15,-1-8-15,2-5 16,0-41-16,1 32 16,4-8-16,-5-24 15</inkml:trace>
  <inkml:trace contextRef="#ctx0" brushRef="#br0" timeOffset="339356.6766">24414 3288 0,'0'0'0,"1"7"0,-2 5 16,0 16 0,2 3-16,-1 7 0,2 2 15,-2 0-15,0-1 16,1-2-16,2 1 16,-3-38-16,1 32 15,-1-32-15</inkml:trace>
  <inkml:trace contextRef="#ctx0" brushRef="#br0" timeOffset="339559.7486">24193 3634 0,'0'0'0,"0"0"0,6 0 0,12-5 0,15-4 16,13 1-16,10-2 15,13-4-15</inkml:trace>
  <inkml:trace contextRef="#ctx0" brushRef="#br0" timeOffset="340122.1146">25095 4553 0,'0'0'0,"0"0"0,0 0 0,0 0 15,-3 4-15,-7 10 16,-9 12-16,-11 7 0,-12 7 15,-6 4 1,-3 0-16,-5 0 0,6-3 16,2-1-16,6 0 15,5-4-15,10-4 16</inkml:trace>
  <inkml:trace contextRef="#ctx0" brushRef="#br0" timeOffset="340559.4979">24085 4609 0,'0'0'0,"0"0"0,1 6 16,-1 17-16,4 9 16,2 7-16,-4 8 15,0 3-15,-6 1 0,1 0 16,-4 2 0,0-7-16,2 1 0,1-9 15,-4-2-15,8-36 16,-4 30-16,3-5 15,8-15-15,7-10 16</inkml:trace>
  <inkml:trace contextRef="#ctx0" brushRef="#br0" timeOffset="340793.8359">24397 4622 0,'0'0'0,"0"0"16,1 3-16,2 7 0,-1 8 15,3 10 1,-3 8-16,-4 10 0,2 1 16,-2 2-16,-5 2 15,0 1-15,0-4 16,0-2-16,2-6 15,5-40-15,-3 35 16,3-35-16</inkml:trace>
  <inkml:trace contextRef="#ctx0" brushRef="#br0" timeOffset="341028.1579">24165 4996 0,'0'0'0,"10"-5"0,16-5 0,21-3 15,33 2-15,16-1 16</inkml:trace>
  <inkml:trace contextRef="#ctx0" brushRef="#br0" timeOffset="392266.0408">19629 16186 0,'0'0'0,"0"0"0,1-3 0,4-7 0,-5 10 16,5-15-16,-1-6 16,-2-7-16,-4 3 15,-3-1-15,-8 4 16,-5 2-16,-4 4 16,-11 5-16,-5 6 15,-12 12-15,-7 9 16,-6 13-16,-5 14 15,-4 11-15,5 9 16,10 3-16,11 2 16,12 3-16,11 1 15,15-5-15,16-4 16,15-5-16,9-8 16,9-5-16,13-4 15,6-10-15,7-5 16,8-11-16,-3-14 15</inkml:trace>
  <inkml:trace contextRef="#ctx0" brushRef="#br0" timeOffset="392859.6459">19504 16967 0,'0'0'0,"0"-8"0,0-8 0,7-8 16,-2-4-16,4-2 15,5-1-15,5 4 16,8 7-16,3 6 16,4 11-16,1 11 15,-3 8-15,-5 7 16,3 6-16,-7 7 16,-5 5-16,-6 2 15,-5 4-15,-13 1 16,-4 0-16,-11-4 15,-6-3-15,-7-7 16,-5-3-16,-4-6 16,2-7-16,41-18 15,-38 11-15,4-5 16,34-6-16,-27-7 16,8-9-16,10-12 15,13-5-15,9-3 16,10 7-16,1 9 0,4 10 15,1 6-15,1 14 16,0 6-16,-3 10 16,4 3-16,0 9 15,3-1-15,1 4 16,3-3-16,6 2 16,-1-7-16,3-5 15</inkml:trace>
  <inkml:trace contextRef="#ctx0" brushRef="#br0" timeOffset="393265.8177">20527 16197 0,'0'0'0,"0"0"0,0 0 16,2 0-16,1 7 15,-2 15-15,2 7 16,-3 13-16,5 15 15,-8 7-15,-1 11 16,0 5-16,-2-6 16,2-8-16,2-3 15,0-6-15,0-4 16,2-3-16,-6-5 16,3-8-16,3-37 15,-3 31-15,1-13 16,7-17-16</inkml:trace>
  <inkml:trace contextRef="#ctx0" brushRef="#br0" timeOffset="393562.6357">20969 16257 0,'0'0'0,"5"12"0,-2 10 15,-1 21-15,-4 9 16,-2 13-16,-2 5 16,-2 2-16,0-4 15,5-2-15,-2-6 16,4-3-16,-1-8 15,1-9-15,-4-1 0,1-7 16,4-32 0,-4 27-16</inkml:trace>
  <inkml:trace contextRef="#ctx0" brushRef="#br0" timeOffset="393765.7091">20572 16755 0,'0'0'0,"10"0"0,16 1 16,18-3-16,24 1 15,13 0-15,7-2 16,2 0-16</inkml:trace>
  <inkml:trace contextRef="#ctx0" brushRef="#br0" timeOffset="394234.2909">21066 17107 0,'0'0'0,"6"-6"0,7-4 16,3 0-16,-16 10 15,25-8-15,3 5 16,3 10-16,-3 9 15,-5 9-15,-7 6 16,-6 4-16,-10 7 16,-8-2-16,-7-1 15,-11 0-15,-9-2 16,-5-6-16,-4-6 16,1-4-16,2-10 15,41-11-15,-41 5 16,9-5-16,32 0 15,-26-8-15,7-9 0,11-5 16,11 3 0,12 3-16,6 8 0,12 14 15,9 15-15,12 16 16,6 12-16,3 13 16,9 10-16,2 10 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7T09:07:13.282"/>
    </inkml:context>
    <inkml:brush xml:id="br0">
      <inkml:brushProperty name="width" value="0.05292" units="cm"/>
      <inkml:brushProperty name="height" value="0.05292" units="cm"/>
      <inkml:brushProperty name="color" value="#FF0000"/>
    </inkml:brush>
  </inkml:definitions>
  <inkml:trace contextRef="#ctx0" brushRef="#br0">23088 1766 0,'0'0'0,"0"0"0,0 0 0,1 0 16,2 1-16,-2 5 15,0 6-15,0 8 16,-2 6-16,-5 12 16,-7 9-16,-5 13 15,-2 8-15,-7 14 0,-3 9 16,-4 7-16,-4 3 16,-2 5-16,-2-1 15,-5 6-15,-5 2 16,-3 0-1,5-6-15,-6 3 0,7-5 16,4-4-16,1-5 16,4-3-16,5-4 15,3-11-15,32-78 16</inkml:trace>
  <inkml:trace contextRef="#ctx0" brushRef="#br0" timeOffset="937.3677">24121 2087 0,'0'0'0,"3"-7"0,5-4 0,-2-3 15,4-4 1,-10 18-16,8-21 0,-5 3 16,-8-3-16,-4 1 15,-11 8-15,-9 4 16,-8 5-16,-12 11 15,-10 9-15,-7 11 16,-10 12-16,-7 13 16,-3 15-16,-5 11 15,1 18-15,9 7 16,13 4-16,8 1 16,11-4-16,19-10 15,17-10-15,20-11 16,17-10-16,15-14 15,14-8-15,10-15 16,5-11-16,8-13 16,2-14-16,-3-16 15,3-11-15,-5-11 0,-6-7 16,-6-10-16,-9-4 16,-5 2-16,-10-3 15,-8 10-15,-6 2 16,-13 7-16,-6 9 15,-9 10-15,-9 9 16,-9 10-16,-13 12 16,-10 12-16,-11 10 15,-4 14-15,-2 5 16,14 7-16,9-2 16,18 0-16,13-4 15,20-4-15,13 1 16,11-8-16,9-6 15,3-5-15,0-10 16,0-10-16,-2-10 16,-4-9-16,-4-6 15,-4-9-15,-4-4 0,-13-2 16,-12 0-16,-9-1 16,-10 2-16,-15 7 15,-8 12-15,-8 15 16,-3 16-16,4 6 15</inkml:trace>
  <inkml:trace contextRef="#ctx0" brushRef="#br0" timeOffset="1530.9439">24315 2559 0,'0'0'0,"0"0"0,1 11 16,-2 17-16,7 5 15,-3 9-15,2 0 16,-1-3-16,-4-39 0,2 33 16,-2-33-1,0 30-15,0-30 0,0 22 16,-1-8-16,-2-12 15,6-14-15,2-10 16,6-11-16,2-6 16,3-1-16,3-2 15,3 5-15,-22 37 16,23-27-16,-4 10 16,5 12-16,-5 11 15,-7 10-15,2 6 16,-8 5-16,-2 2 15,-4-29-15,2 31 16,-5-4-16,3-27 16,-7 28-16,7-28 15,-7 20-15,7-20 16,-5 10-16,5-15 16,10-19-16,8-9 0,5-2 15,4 0-15,-1 6 16,-3 12-16,-23 17 15,24-10-15,-5 12 16,0 12-16,-6 10 16,-1 2-16,-7 8 15,-3 2-15,-4 1 16,2-37-16,-6 34 16,6-34-16</inkml:trace>
  <inkml:trace contextRef="#ctx0" brushRef="#br0" timeOffset="1812.1248">24945 2626 0,'0'0'0,"0"11"0,0 11 0,0 21 15,-4 17 1,-4 11-16,-6 7 0,2 0 16,-1 0-16,1-4 15,2-5-15,5-6 16,5-63-16,-5 56 16,5-56-16,-1 42 15,3-26-15</inkml:trace>
  <inkml:trace contextRef="#ctx0" brushRef="#br0" timeOffset="2077.7054">24919 2605 0,'0'0'0,"2"-6"0,8-5 0,3 1 15,9 1-15,7 3 0,3 6 16,-3 11 0,0 4-16,-7 6 15,-4 5-15,-9 5 0,-8 0 16,-7 1 0,-14 2-16,-7-3 0,-7-3 15,-5-4-15,-7-4 16,-1-9-16,7-9 15</inkml:trace>
  <inkml:trace contextRef="#ctx0" brushRef="#br0" timeOffset="2405.7783">25320 2042 0,'0'0'0,"2"13"0,-1 12 0,1 22 15,-4 12 1,-3 11-16,-4 11 0,-9 1 15,3-4-15,-3-4 16,4-6-16,0-9 16,4-9-16,3-5 15,7-45 1,-2 35-16,5-6 0</inkml:trace>
  <inkml:trace contextRef="#ctx0" brushRef="#br0" timeOffset="2811.9397">25473 2581 0,'0'0'0,"0"0"0,7 0 0,14 0 16,5 1-16,3 1 15,-29-2-15,34-3 16,-5-4-16,-29 7 16,25-14-16,-5-4 15,-20 18-15,10-22 16,-13-1-16,-7 6 16,-8 5-16,-5 11 15,-8 7-15,-5 9 16,0 10-16,2 8 15,-3 9-15,9 4 16,6 0-16,10-2 16,7-1-16,14-11 15,8-3-15,9-9 16,8-6-16,11-12 16,7-13-16,5-8 15</inkml:trace>
  <inkml:trace contextRef="#ctx0" brushRef="#br0" timeOffset="3030.6305">25832 2458 0,'0'0'0,"0"9"0,6 6 0,6 10 16,14 9-16,8 5 15,4-2-15,-3 1 16,-1-3-16,-34-35 16,30 33-16,-8-1 15,-22-32-15,19 29 16,-5-14-16</inkml:trace>
  <inkml:trace contextRef="#ctx0" brushRef="#br0" timeOffset="3233.8126">26152 2451 0,'0'0'0,"-4"6"0,-8 17 15,-11 9-15,-11 13 16,-10 10-16,-2 1 15,-6-3-15,4-8 16,8-8-16,40-37 16,-30 30-16,18-16 15</inkml:trace>
  <inkml:trace contextRef="#ctx0" brushRef="#br0" timeOffset="4499.1071">26514 2566 0,'0'0'0,"0"0"0,2-2 0,-2 2 15,5-7-15,2-3 16,-7 10-16,9-14 15,-9 14-15,6-16 0,-6 16 16,1-20-16,-4 0 16,3 20-16,-8-18 15,-12 6-15,-8 11 16,-3 8-16,-3 13 16,-1 9-16,3 6 15,5 2-15,9 2 16,8-3-16,13-1 15,6-9-15,9-3 16,7-8-16,6-7 16,2-5-16,-3-5 15,1-8-15,4-3 16,-4-5-16,-3-7 16,-5-2-16,-10-1 15,-8-3-15,-7-2 16,-10 3-16,-8 2 0,-7 7 15,-4 9-15,-2 7 16,33 5-16,-32 4 16,32-4-16,-27 7 15</inkml:trace>
  <inkml:trace contextRef="#ctx0" brushRef="#br0" timeOffset="5311.4218">26672 2466 0,'0'0'0,"0"0"0,0 5 0,3 12 15,0 6-15,0 4 16,-2 6-16,4-2 16,-3-3-16,-2-28 15,-4 24-15,4-24 16,0 21-16,0-21 15,-2 15-15,1-7 16,1-13-16,7-10 16,-1-7-16,3-6 0,2 0 15,-11 28-15,12-30 16,-12 30-16,13-26 16,-13 26-16,16-22 15,-16 22-15,12-9 16,4 10-16,-3 13 15,1 4-15,-5 3 16,-9-21-16,7 21 16,-7-21-16,5 22 15,-5-22-15,1 18 16,-1-18-16,0 13 16,0-6-16,2-16 15,6-10-15,1-5 16,4-3-16,3-1 15,-2 1-15,-14 27 16,18-21-16,-3 5 16,-15 16-16,16-5 0,1 9 15,-2 9-15,-4 5 16,-3 3 0,-8-21-16,7 25 0,-3 2 15,-4-27-15,5 23 16,-5-23-16,5 22 15,8-5-15,3-7 16,7-8-16,1-6 16,6-7-16,-1-4 15,-6-4-15,1-4 16,-24 23-16,21-23 16,-8-4-16,-13 27 15,10-26-15,-10 26 16,5-23-16,-10 9 15,-9 9-15,-7 12 16,-1 5 0,-4 8-16,4 8 0,0 4 0,8 3 15,3-1 1,10-3-16,11-5 0,9-5 16,10-10-16,9-7 15,10-11-15,3-11 16</inkml:trace>
  <inkml:trace contextRef="#ctx0" brushRef="#br0" timeOffset="5639.4392">27533 1886 0,'0'0'0,"2"11"0,0 11 0,0 15 16,-8 14-16,0 13 16,-11 10-1,0 6-15,-4-1 0,0 1 16,1 0-16,4-3 15,10-12-15,3-6 16,9-11-16,8-12 16,6-11-16,4-11 15,7-10-15,4-12 16,5-13-16</inkml:trace>
  <inkml:trace contextRef="#ctx0" brushRef="#br0" timeOffset="5842.6096">27345 2433 0,'0'0'0,"6"1"0,10-2 0,9-4 16,20-4-16,10 0 0,4 0 15</inkml:trace>
  <inkml:trace contextRef="#ctx0" brushRef="#br0" timeOffset="6201.8662">27692 2414 0,'0'0'0,"0"0"0,7 6 16,12 7-16,4 3 15,4 6-15,1 3 16,-1-1-16,-27-24 16,22 25-16,-4 1 15,-18-26-15,8 24 16,-8-2-16,0-22 15,-11 20-15,-6-8 0,17-12 16,-23 5 0,5-10-16,7-16 0,10-12 15,13-7-15,9-10 16,6-2-16,13-3 16,-1 11-16,-39 44 15,35-31-15,-35 31 16,30-19-16,-7 17 15</inkml:trace>
  <inkml:trace contextRef="#ctx0" brushRef="#br0" timeOffset="6373.679">28110 2414 0,'0'0'0,"0"0"0,0 2 16,2 4-16,-2 10 15,-3 3-15,1 10 16,0 5-16,-3 3 16,1 0-16,4-37 15,-3 40-15,3-40 16</inkml:trace>
  <inkml:trace contextRef="#ctx0" brushRef="#br0" timeOffset="6561.134">28125 2227 0,'0'0'0,"0"0"0,2 4 15,-2-4-15,0 10 16,3 5-16</inkml:trace>
  <inkml:trace contextRef="#ctx0" brushRef="#br0" timeOffset="6842.3569">28499 2408 0,'0'0'0,"0"0"0,0 0 0,0-4 16,-6 2-16,-5 1 0,-12 3 15,-6 7-15,-6 5 16,-3 9-16,1 6 16,0 6-16,7 8 15,9 1-15,9-3 16,8 3-16,15-6 15,12-4-15,16-7 16,11-8-16</inkml:trace>
  <inkml:trace contextRef="#ctx0" brushRef="#br0" timeOffset="7373.4842">29040 1796 0,'0'0'0,"-2"6"0,-1 5 16,-1 17-16,1 8 15,-2 13-15,-2 7 16,-2 10-16,-1 2 16,-3 1-1,-5 21-15,0-10 16,8-9-16,7-15 15,5-11-15,-2-45 16,10 33-16,6-12 0,13-14 16,3-13-16,6-10 15,-1-12 1,-4 0-16,-8-1 0,-8 0 16,-7-1-16,-9 3 15,-9 1-15,-6 3 16,-12 6-16,-9 7 15,-12 5-15,-5 8 16,52-3-16,-52 6 16,52-6-16</inkml:trace>
  <inkml:trace contextRef="#ctx0" brushRef="#br0" timeOffset="7701.5473">29382 2270 0,'0'0'0,"0"0"0,-2 1 0,-8-1 16,-9 4-16,-9 7 0,-5 5 16,-4 9-16,0 5 15,5 7-15,9-1 16,8-3-16,14-4 15,13-1-15,7-9 16,12-3-16,7-10 16,1-6-16,-5-6 15,-4-5-15,-5-7 16,-9-1-16,-7-6 16,-10-1-16,-10-3 15,-4-2-15,-10 8 16,-5 2-16,0 7 15,30 14-15,-31-7 16</inkml:trace>
  <inkml:trace contextRef="#ctx0" brushRef="#br0" timeOffset="8076.4372">29486 2314 0,'0'0'0,"1"7"0,4 6 0,-5 10 0,-2 5 16,-1 3-16,2-2 16,1-29-16,-8 29 15,8-29-15,-6 23 16,6-23-16,-6 16 16,2-9-16,3-13 15,9-12-15,6-7 16,6-4-16,5 1 15,-25 28-15,25-21 16,-25 21-16,23-15 16,0 10-16,1 10 15,-4 10-15,-3 8 16,-1 4-16,-5 4 16,-2 3-16,-9-34 15,3 36-15,-3-36 0</inkml:trace>
  <inkml:trace contextRef="#ctx0" brushRef="#br0" timeOffset="8904.4453">30051 1729 0,'0'0'0,"0"5"0,-3 14 16,-1 9-16,1 12 16,3 13-16,-3 10 15,0 4-15,0 0 16,-3 4-16,2-3 15,-2-7-15,4-4 0,-1-8 16,3-10-16,0-39 16,-1 31-16,1-31 15,4 21-15,-4-21 16,1 15-16,-1-15 16,1 10-16,-1-10 15,-1 1-15,-5-8 16,-3-10-16,-5-2 15,14 19-15,-18-20 16,-3 3-16,-4 10 16,-5 9-16,-1 12 15,-2 8-15,-4 10 16,10 2-16,3 3 16,10-4-16,14-33 15,-7 34-15,13-7 16,9-4-16,7-10 15,5-9-15,6-7 0,8-8 16,2-7-16,3-11 16,1-6-16,0-4 15,-5-3-15,-5-5 16,-7 2-16,-3 3 16,-6 2-16,-4 5 15,-17 35-15,13-30 16,-13 30-16,8-24 15,-8 24-15,3-18 16,-9 8-16,-6 10 16,-4 6-16,16-6 15,-18 10-15,4 7 16,4 7-16,3-3 16,10 6-16,11 2 15,3 0-15,9 2 0,4 4 16,4 0-16,-1-1 15,-1 1-15,-32-35 16,27 30-16,-8 2 16,-9-2-16,-12-4 15,-8-3-15,-20-4 16,-19 3-16,-18-5 16</inkml:trace>
  <inkml:trace contextRef="#ctx0" brushRef="#br0" timeOffset="9732.4032">23963 3458 0,'0'0'0,"-13"-4"0,-9-4 15,-4-1-15,26 9 0,-32-12 16,32 12-16,-28-9 16,28 9-16,-19-6 15,10 8-15,12 4 16,14 3-16,4 3 16,12 1-16,3-1 15,11 2-15,10-7 16,9 1-16,11-4 15,11-3-15,8-1 16,12 0-16,9-2 16,8-1-16,7-2 15,4 1-15,12-3 16,6 0-16,10-3 16,10-4-16,8 2 15,5 1-15,7 0 16,-1-1-16,6 3 0,0 3 15,3 2-15,1 1 16,3 2-16,0 2 16,-1 2-16,-1 0 15,1-3-15,-6 3 16,-3 0-16,-4 5 16,-8 1-16,-7 4 15,-9 0-15,-17-2 16,-16-1-16,-16-2 15,-19 3-15,-19-1 16,-13 0-16,-19 0 16</inkml:trace>
  <inkml:trace contextRef="#ctx0" brushRef="#br0" timeOffset="82106.1386">27077 12357 0,'0'0'0,"0"0"0,7 0 0,9 2 15,-16-2-15,20 3 16,-20-3-16,21 4 15,-21-4-15,16 6 16,-10-1-16,-19-1 16,-10-1-16,-12-1 15,-4-2-15,-11 0 0,-6 0 16,-8 1 0,-4-1-16,-10 1 0,-5-1 15,-10 1-15,-4 1 16,-4 0-16,-1 3 15,-5-1-15,3-1 16,-3 0-16,-3 0 16,-1-2-16,6-2 15,0 1-15,7 1 16,9-1-16,7 4 16,5-2-16,10 2 15,6 0-15,9 0 16,7 1-16,45-5 15,-35 1-15,7 6 16</inkml:trace>
  <inkml:trace contextRef="#ctx0" brushRef="#br0" timeOffset="93134.8973">25806 14280 0,'0'0'0,"0"0"0,0 0 16,0-1-16,-6-1 16,-7 2-16,-9-2 15,-8 1-15,-6 2 16,-6-1-16,-6 1 15,-8 3-15,-10 2 16,-10-1-16,-9-1 16,-5 0-16,-5 2 15,-3-6-15,-7 1 0,-6 0 16,-9-1 0,-5-3-16,-9 1 0,-6 1 15,-4-2-15,0 2 16,1-1-16,2 0 15,1 2-15,-5 2 16,6 6-16</inkml:trace>
  <inkml:trace contextRef="#ctx0" brushRef="#br0" timeOffset="114864.2424">4258 14686 0,'0'0'0,"0"0"0,0 0 16,3-1 0,-3 1-16,1-3 0,-1-2 15,0 5-15,-7-4 16,1-4-16,-14-2 15,-2 2-15,-10 1 16,1 1-16,-4 1 16,-4-1-16,-2 2 15,-2 0-15,1-1 16,0 3-16,1 4 16,7-3-16,34 1 15,-32 2-15,4-2 0,28 0 16,-22 1-16,22-1 15,-18 4-15,6 6 16,4 5-16,2 4 16,6 3-16,0 4 15,0 6-15,0 3 16,3 8-16,-3 8 16,-3 7-16,3 1 15,-5 2-15,2 0 16,-4 1-16,0-2 15,0-3-15,1-6 16,0 1-16,3-7 16,3-6-16,5-5 15,-1-2-15,2-6 16,5-1-16,2-7 16,7-1-16,9-5 15,5-5-15,8-1 16,4-6-16,5-6 15,5-1-15,-4-4 16,-3-5-16,-49 16 0,41-16 16</inkml:trace>
  <inkml:trace contextRef="#ctx0" brushRef="#br0" timeOffset="115067.3183">3722 15246 0,'0'0'0,"0"0"0,0 0 16,2 0-16,7 0 15,14-1-15,8 0 16,13 2-16,14-1 15,8 1-15,4-1 16</inkml:trace>
  <inkml:trace contextRef="#ctx0" brushRef="#br0" timeOffset="115473.4682">4607 14855 0,'0'0'0,"0"0"0,2 10 0,2 11 15,1 11-15,-5 9 16,0 8-16,-3 10 16,1 2-16,-4 7 15,0-1-15,-2-1 16,2-3-16,2-7 16,1-6-16,-3-5 15,4-8-15,2-37 16,0 28-16,-3-7 15,3-21-15,-3 4 16</inkml:trace>
  <inkml:trace contextRef="#ctx0" brushRef="#br0" timeOffset="115864.0342">4540 14825 0,'0'0'0,"7"-7"0,9-2 15,10-3-15,7 4 16,12 1-16,1 9 16,2 8-16,1 5 15,4 9-15,-7 11 16,1 4-16,-2 6 15,-8 8-15,-3 3 16,-12 2-16,-5 2 16,-11 4-16,-8-6 0,-5-4 15,-7-4-15,-3-7 16,-8-6-16,-6-6 16,-5-4-16,-2-5 15,-6-6-15,-4-4 16,-4-3-16,0-7 15,2-9-15,-2-2 16,1-7 0,7-4-16,-1-7 0,12-3 15</inkml:trace>
  <inkml:trace contextRef="#ctx0" brushRef="#br0" timeOffset="116238.9134">5373 14819 0,'0'0'0,"10"-1"0,3 1 16,17-2-16,18 1 15,8-2-15,6 1 16,1 3-16,-1-2 15,-8 1-15,-3 1 16,-8 0-16,-43-1 16,37 0-16,-37 0 15,22-2-15,-12 0 0</inkml:trace>
  <inkml:trace contextRef="#ctx0" brushRef="#br0" timeOffset="116504.4723">5627 14845 0,'0'0'0,"0"0"0,0 0 0,-1 0 16,-6 6-16,5 8 15,-2 8-15,-1 6 16,2 11 0,-4 9-16,0 5 0,-4 7 15,5 1-15,-2 1 16,0 1-16,1-1 15,4-3-15,0-5 16,3-8-16,1-5 16,-1-41-16,5 34 15,-1-6-15,7-13 16,3-10-16</inkml:trace>
  <inkml:trace contextRef="#ctx0" brushRef="#br0" timeOffset="116879.3873">6395 14855 0,'0'0'0,"0"0"0,0 4 16,-3 8-16,-2 9 16,-6 9-16,0 8 15,-12 13-15,-5 7 16,-6 6-16,-1 3 16,-7 5-16,1-5 15,2 0-15,3-7 16,0-6-16,11-10 15,1-7-15,8-9 16,16-28-16,-17 24 16,8-9-16,2-13 15,7-14-15,4-14 16,8-14-16</inkml:trace>
  <inkml:trace contextRef="#ctx0" brushRef="#br0" timeOffset="117207.4833">6433 14767 0,'0'0'0,"0"0"0,4 7 0,1 17 16,3 11-16,2 11 15,1 11-15,0 6 16,-1 1-16,-4 0 16,3 2-16,-6-1 15,4-10-15,1-6 16,0-5-16,2-6 16,1-5-16,-3-4 15,-8-29-15,5 25 16,-5-25-16,5 23 15,-5-23-15</inkml:trace>
  <inkml:trace contextRef="#ctx0" brushRef="#br0" timeOffset="117410.5629">6264 15294 0,'0'0'0,"0"0"0,10 1 0,27 1 15,32 1-15,18 0 16,22 5-16,11 0 16</inkml:trace>
  <inkml:trace contextRef="#ctx0" brushRef="#br0" timeOffset="122268.7718">2111 15745 0,'0'0'0,"0"0"0,0 0 15,-3-1-15,3 1 16,-2-8-16,2 8 16,-6-8-16,6 8 15,-3-7-15,3 7 16,-3-5-16,3 5 16,-5-2-16,-2 0 15,-12 6-15,-8 6 16,0 2-16,-7 5 15,-2 4-15,-3 4 16,-6 4-16,-4 6 0,-3 6 16,-3 7-16,2 9 15,0 5-15,4 10 16,4 6-16,8 5 16,9-1-16,7 2 15,8-3-15,7-1 16,6-5-16,4-9 15,6-1-15,5-6 16,3-5-16,3-6 16,3-7-16,4-9 15,1-14-15,4-11 16,2-12-16</inkml:trace>
  <inkml:trace contextRef="#ctx0" brushRef="#br0" timeOffset="122768.6592">1997 16651 0,'0'0'0,"4"6"0,11 1 0,2 5 15,12-4-15,3 1 16,0-5-16,-2-2 16,3-3-16,-4-5 15,-3-3-15,-1-4 16,-3-1-16,-7-3 15,-3 0-15,-12 17 16,6-20-16,-6-2 16,-9-3-16,-4-1 15,-7 3-15,-2 6 16,-4 5-16,-5 7 16,3 4-16,-4 7 15,0 6-15,2 8 16,1 8-16,0 12 0,4 6 15,4 5-15,9-1 16,9 0 0,9-5-16,7-3 0,9-6 15,8-7-15,6-4 16,10-12-16,4-9 16,5-17-16,-2-9 15</inkml:trace>
  <inkml:trace contextRef="#ctx0" brushRef="#br0" timeOffset="123143.5707">2681 16073 0,'0'0'0,"0"0"16,3 10-16,0 20 0,0 14 16,0 7-16,-3 14 15,-5 6-15,-2 5 16,0 1-16,-5 0 16,4-4-16,3-8 15,1-8-15,1-2 16,6-10-16,1-6 15,5-6-15,2-6 16,4-8-16,5-8 16,9-11-16,1-14 15,2-9-15,-1-7 16</inkml:trace>
  <inkml:trace contextRef="#ctx0" brushRef="#br0" timeOffset="123877.774">2606 16624 0,'0'0'0,"0"0"0,8 0 0,15-2 15,11-2-15,11-3 16,5 0-16,1-4 15,3-3-15,-3-2 16,-7-3-16,-2-2 16,-6 0-16,-10-1 15,-7 0-15,-3-5 16,-6-2 0,0-6-16,-4-3 0,-8-1 15,-5 1-15,-7 2 16,-2 2-16,-5 4 15,0 6-15,-2 6 16,1 8-16,0 10 16,1 5-16,3 10 15,-2 8-15,0 12 16,5 10-16,-1 12 16,6 9-16,3 6 15,1-1-15,4-2 16,-1-3-16,4-9 15,3-5-15,-4-2 0,0-7 16,0-43-16,3 35 16,-3-35-16,0 31 15,0-31-15,0 24 16,0-24-16,1 14 16,-1-5-16,0-9 15,0-2-15,2-14 16,1-12-16,3-8 15,1-2-15,6 0 16,-13 38-16,16-31 16,-2 7-16,-14 24 15,16-15-15,1 8 16,0 8-16,1 9 16,-5 8-16,-3 5 15,-1 4-15,-6 3 16,-3 4-16,0-1 15,0-33-15,0 31 0,0-31 16,-3 29-16,5-11 16,2-15-16</inkml:trace>
  <inkml:trace contextRef="#ctx0" brushRef="#br0" timeOffset="124440.1631">3156 16780 0,'0'0'0,"4"7"16,1 4-16,4 0 16,4 2-16,-13-13 0,19 15 15,3-4 1,-22-11-16,26 10 15,-4-5-15,-22-5 0,26 0 16,-3-6-16,-6-6 16,-1-5-16,-16 17 15,9-20-15,-1-5 16,-5-1-16,-3 26 16,0-24-16,0 24 15,-7-22-15,7 22 16,-7-16-16,-6 9 15,1 20-15,1 10 16,-1 10 0,5 7-16,0 7 0,4 5 15,0 4-15,-2 6 16,1 0-16,-7 5 16,3 2-16,-2-2 15,-6-4-15,-1-6 16,0-7-16,-4-7 15,-1-7-15,-4-9 16,0-5-16,2-11 16,1-10-16,-6-12 0,-3-15 15,4-13 1,1-13-16,5-7 0,6-7 16,8-1-16,6-2 15</inkml:trace>
  <inkml:trace contextRef="#ctx0" brushRef="#br0" timeOffset="124799.3921">3639 16165 0,'0'0'0,"0"0"0,1 6 0,-1 13 16,3 9-16,-6 10 16,2 7-16,-2 8 15,0 8-15,-8 6 16,-1 1-16,0 5 15,-1-2-15,-2-3 16,5-3-16,2-5 16,5-8-16,3-7 15,6-5-15,7-8 16,0-8-16,5-7 16,10-10-16,-4-10 15,0-5-15</inkml:trace>
  <inkml:trace contextRef="#ctx0" brushRef="#br0" timeOffset="125205.6061">3727 16856 0,'0'0'0,"0"0"0,6 0 0,11 0 16,5 0-16,7-2 16,-29 2-16,30-6 15,-1-1-15,-29 7 16,26-12-16,-3-4 16,-23 16-16,19-19 15,-12-1-15,-4-1 16,-3 21-16,-6-17 15,-8 4-15,-7 8 16,-3 3-16,-1 9 16,-2 11-16,1 6 15,1 4-15,8 7 16,8 0-16,5-2 16,8-1-16,8-5 15,6-4-15,4-3 16,9-7-16,2-8 0,6-5 15</inkml:trace>
  <inkml:trace contextRef="#ctx0" brushRef="#br0" timeOffset="125674.2748">4044 16781 0,'0'0'0,"1"8"0,6 7 0,2 5 15,-3 6-15,2 0 16,-8-26-16,7 23 16,-4-1-16,-3-22 15,0 20-15,0-20 16,0 16-16,0-16 15,3 9-15,-3-9 16,3 4-16,-1-9 16,0-9-16,3-5 15,-5 19-15,6-22 16,5-3-16,-11 25 16,15-24-16,0 1 0,-15 23 15,21-18 1,-2 9-16,5 10 0,-5 7 15,-3 8-15,-4 6 16,-3 4-16,-1-2 16,-4 5-16,-4-29 15,5 26-15,-5-26 16,3 27-16,5-9 16,4-12-16</inkml:trace>
  <inkml:trace contextRef="#ctx0" brushRef="#br0" timeOffset="126299.1183">4988 16215 0,'0'0'0,"0"6"0,0 9 16,4 11-16,1 12 15,1 10-15,1 8 16,0 2-16,-7-2 15,0 2-15,1-1 16,1-4-16,-2-1 16,0-3-16,0-6 15,3-3-15,-3-40 16,1 32-16,-1-32 0,2 29 16,-2-29-1,5 23-15,-3-10 16,-3-11-16,-1-9 0,-2-7 15,-2-7 1,-2-4-16,-4 0 0,0 2 16,3-2-16,-5 4 15,14 21-15,-12-20 16,-6 4-16,0 0 16,-7 9-16,-1 6 15,3 4-15,-3 5 16,2 11-16,3 5 15,4 5-15,6 2 16,6 2-16,9 2 16,12 0-16,9-3 15,15-3-15,7-6 16,11-4-16,4-8 16,4-5-16,-3-5 15</inkml:trace>
  <inkml:trace contextRef="#ctx0" brushRef="#br0" timeOffset="126877.1085">4388 16848 0,'0'0'0,"0"0"0,0 0 16,-2 3-16,2-3 0,0 3 16,0-3-16,0 1 15,6 0-15,-6-1 16,10 2-16,5-2 16,6-2-16,-21 2 15,25-4-15,-4-1 16,-21 5-16,21-9 15,-21 9-15,16-7 16,-16 7-16,8-8 16,-8 8-16,3-11 15,-7 1-15,4 10 16,-12-6-16,-9 4 16,-2 7-16,-6 8 15,29-13-15,-22 17 0,3 6 16,5 4-1,10-2-15,8 1 0,9-2 16,7-2-16,10-4 16,8-4-16,4-4 15,3-4-15</inkml:trace>
  <inkml:trace contextRef="#ctx0" brushRef="#br0" timeOffset="127205.139">5169 16818 0,'0'0'0,"1"7"0,1 4 16,0 7-16,-2-18 16,2 22-16,4 4 15,-2 2-15,-4-28 16,4 26-16,-4-26 15,5 24-15</inkml:trace>
  <inkml:trace contextRef="#ctx0" brushRef="#br0" timeOffset="127392.6254">5217 16640 0,'0'0'0,"0"0"0,0 0 0,4 1 16,1 6-16,3 6 16</inkml:trace>
  <inkml:trace contextRef="#ctx0" brushRef="#br0" timeOffset="127908.1093">5525 16954 0,'0'0'0,"0"0"0,4-6 16,-3-5-16,3-3 15,-2-5-15,-5-1 16,3 20-16,-4-21 16,-3-1-16,7 22 15,-13-21-15,-5 6 16,-6 6-16,-2 10 16,2 6-16,-1 5 0,10 5 15,15-17-15,-16 19 16,16-19-16,-7 21 15,7 0-15,0-21 16,10 22-16,9-5 16,4-2-16,-23-15 15,25 7-15,-2-5 16,-23-2-16,20-8 16,-4-4-16,-16 12 15,13-18-15,-13 18 16,5-19-16,-5 19 15,2-14-15,-2 14 16,-1-6-16,1 12 16,2 7-16,1 7 15,5-1-15,3 1 16,2-4-16,-13-16 0,19 9 16,-19-9-16</inkml:trace>
  <inkml:trace contextRef="#ctx0" brushRef="#br0" timeOffset="128532.9659">5656 16811 0,'0'0'0,"0"0"0,1 1 0,4 6 16,2 8-16,-7-15 15,7 19-15,1 2 16,-8-21-16,8 21 16,-8-21-16,8 23 15,-8-23-15,4 19 16,-4-19-16,4 15 16,-4-15-16,3 11 15,-3-11-15,0 2 16,0-10-16,0 8 0,3-14 15,0-5-15,-3 19 16,6-23-16,4 0 16,-10 23-16,16-18 15,3 10-15,-2 10 16,-17-2-16,16 10 16,0 5-16,-16-15 15,13 18 1,-13-18-16,10 17 0,-10-17 15,4 13-15,-4-13 16,2 9-16,-2-9 16,-1 2-16,1-2 15,-2-5-15,0-8 16,4-5-16,-2 18 16,5-19-16,-5 19 15,8-20-15,-8 20 16,14-15-16,1 10 15,2 8-15,-3 8 16,-3 6-16,-1 4 16,-10-21-16,10 22 0,-3 1 15,-7-23-15,6 23 16,-6-23-16,3 19 16,5-10-16</inkml:trace>
  <inkml:trace contextRef="#ctx0" brushRef="#br0" timeOffset="128767.252">6096 16843 0,'0'0'0,"0"0"16,4 5-16,1 8 15,-5-13-15,3 17 0,3 6 16,-6-23 0,5 28-16,-5-28 0,3 27 15,-3-27-15,1 21 16</inkml:trace>
  <inkml:trace contextRef="#ctx0" brushRef="#br0" timeOffset="128939.1333">6051 16623 0,'0'0'0,"0"0"16,0 0-16,3 0 15,-3 0-15,1-1 16,8 6-16,6 2 15</inkml:trace>
  <inkml:trace contextRef="#ctx0" brushRef="#br0" timeOffset="129642.0847">6257 16806 0,'0'0'0,"0"0"0,3 6 0,5 5 15,-8-11-15,8 16 16,-1 3-16,1 1 16,-8-20-16,5 21 15,-5-21 1,3 17-16,-3-17 16,0 17-16,0-17 15,0 10-15,0-10 16,0 6-16,0-6 15,0-5-15,3-9 16,5-8-16,2-2 16,-10 24-16,19-22 15,-3 5-15,-16 17 16,20-11-16,-3 11 16,-17 0-16,13 9 15,-1 9-15,-2 5 16,-10-23-16,6 26 0,3-3 15,-9-23 1,8 21-16,1-3 0,-9-18 16,13 12-16,4-7 15,1-5-15,-18 0 16,21-6-16,-1-7 16,2-5-16,-5-3 15,0 1-15,-17 20 16,13-22-16,0-2 15,-5 0-15,-8 24 16,4-23-16,-4 23 16,0-23-16,-4 1 15,4 22-15,-11-14 16,-5 6-16,-6 9 16,0 6-16,22-7 15,-21 17-15,5 5 16,7 5-16,9 2 15,7-1-15,18-2 16,7-3-16,7-3 16,10-1-16,5-3 15,-1-3-15,3-1 0</inkml:trace>
  <inkml:trace contextRef="#ctx0" brushRef="#br0" timeOffset="130907.4174">2066 17332 0,'0'0'0,"0"0"0,-1 1 16,2 4-16,-2 10 16,-1 9-16,-2 9 15,1 13-15,-8 14 16,-1 8-16,2 6 16,-3 4-16,0-5 15,4-4-15,-2-5 16,8-10-16,7-9 15,6-4-15,3-10 0,10-9 16,2-9-16,3-9 16,7-14-1,2-12-15,-4-7 0</inkml:trace>
  <inkml:trace contextRef="#ctx0" brushRef="#br0" timeOffset="131344.7955">1945 17876 0,'0'0'0,"0"0"0,0 2 15,7 1-15,9 1 16,10-3-16,0 0 15,10-4-15,2-5 16,-1 3-16,1-3 16,-2-2-16,-36 10 15,26-8-15,-26 8 0,25-9 16,-25 9-16,20-12 16,-20 12-16,16-11 15,-8-3-15,-8 14 16,-2-13-16,-11 0 15,13 13-15,-15-10 16,-6 7-16,-1 9 16,0 8-16,6 10 15,6 9-15,3 4 16,7 4-16,6 2 16,5-4-16,8-5 15,4-7-15,6-8 16,10-4-16,-1-10 15,4-10-15,-2-6 16</inkml:trace>
  <inkml:trace contextRef="#ctx0" brushRef="#br0" timeOffset="131704.1047">2583 17326 0,'0'0'0,"0"0"0,0 3 16,0 6-16,-2 13 16,-1 8-16,3 11 15,-1 11-15,-5 9 16,3 8-16,-3 6 15,-2-2-15,2-4 16,0-8-16,-4-4 16,7-11-16,6-11 15,7-6-15,2-7 16,4-7-16,2-5 16,4-5-16,5-9 15,4-13-15,2-10 16,-4-4-16</inkml:trace>
  <inkml:trace contextRef="#ctx0" brushRef="#br0" timeOffset="131907.1757">2483 17848 0,'0'0'0,"13"0"0,7-1 16,12 1-16,13-3 15,4-1-15,-1-2 16,-4 1-16</inkml:trace>
  <inkml:trace contextRef="#ctx0" brushRef="#br0" timeOffset="132235.183">2781 17883 0,'0'0'0,"0"0"0,3 1 0,7 5 15,4 7-15,5 4 16,-1 1-1,-18-18-15,20 22 0,-3 1 16,-17-23-16,12 24 16,-5-3-16,-7-21 15,0 20-15,0-20 16,-6 14-16,6-14 16,-9 7-16,-2-9 15,2-9-15,8-9 16,1-10-16,8-6 15,10-7-15,5 2 16,2 3-16,-25 38 16,30-26-16</inkml:trace>
  <inkml:trace contextRef="#ctx0" brushRef="#br0" timeOffset="132766.3064">3281 18010 0,'0'0'0,"0"0"0,0 0 0,1 0 0,1-4 16,-2-6-16,0-4 15,0-3-15,-5-2 16,-1-1-1,6 20-15,-9-20 0,-4 3 16,-5 4-16,-3 8 16,-4 4-16,3 10 15,-1 9-15,3 3 16,0 6-16,4 1 16,16-28-16,-12 25 15,8 1-15,2-1 16,10-5-16,5-5 15,4-5-15,1-3 16,-18-7-16,23-2 16,-23 2-16,23-3 15,-23 3-15,24-11 16,-5-4-16,-19 15 0,15-21 16,-15 21-16,8-18 15,-8 18-15,5-16 16,-5 16-16,3-7 15,-3 8-15,3 12 16,2 5-16,1 3 16,-6-21-16,9 22 15,9-4-15,6-9 16,-24-9-16</inkml:trace>
  <inkml:trace contextRef="#ctx0" brushRef="#br0" timeOffset="133344.3227">3712 17912 0,'0'0'0,"0"0"0,0 0 0,1-4 0,4-8 16,-5 12-16,3-20 16,-3-3-16,-6-3 15,6 26-15,-10-21 16,-7 6-16,-5 9 16,-4 8-16,-4 9 15,-1 7-15,4 6 16,-1 1-16,6 5 15,7-1-15,6-1 16,4-1-16,8-4 16,3-1-16,5-2 15,-11-20-15,15 14 16,4-2-16,4-6 16,0-6-16,-23 0 15,23-4-15,-23 4 0,18-10 16,1-5-16,-19 15 15,11-20-15,-11 20 16,9-21-16,-9 21 16,3-18-16,-2 8 15,-1 10-15,-3-2 16,2 13-16,-1 11 16,1 2-16,5 1 15,4 0-15,5-3 16,4-5-16,3-5 15,2-2-15</inkml:trace>
  <inkml:trace contextRef="#ctx0" brushRef="#br0" timeOffset="133906.6966">4074 17870 0,'0'0'15,"0"0"-15,-2-5 0,2 5 16,-5-10-16,-1-2 16,6 12-16,-14-16 0,-3 5 15,-3 5-15,-4 8 16,-3 10-16,0 11 15,1 4-15,3 8 16,3 5-16,4-1 16,10-4-16,7-3 15,10-7-15,3-3 16,5-2-16,7-7 16,1-2-16,8-6 15,0-6-15,1-5 16,3-5-16,-6-3 15,0-3-15,-2-2 16,-2-3-16,-6 1 16,-1-4-16,-22 25 15,20-24-15,-11 0 16,-9 24-16,3-24 16,-8 5-16,-7 6 15,-6 8-15,-5 10 0,1 8 16,2 9-16,0 8 15,8 6-15,1 4 16,6 0-16,10 1 16,7-4-16,10-6 15,7-7-15,3-8 16,8-9-16,1-10 16,2-6-16</inkml:trace>
  <inkml:trace contextRef="#ctx0" brushRef="#br0" timeOffset="134265.949">4475 17353 0,'0'0'0,"1"6"0,2 8 15,2 14-15,0 10 16,-2 11-16,-3 8 16,0 13-16,0 3 15,-6 2-15,0 1 16,1-3-16,-1-6 15,4-4-15,10-12 16,-4-7-16,7-10 16,7-6-16,0-11 15,6-6-15,2-11 16,0-7-16,0-8 0</inkml:trace>
  <inkml:trace contextRef="#ctx0" brushRef="#br0" timeOffset="134640.8791">4475 17931 0,'0'0'0,"0"0"0,1 0 16,10-2-16,8 0 15,3 1-15,4 1 16,3-3-16,-3 3 16,-1 0-16,-25 0 15,26-1-15,-26 1 16,23 2-16,-2 5 16,-7 6-16,-3 3 15,-5 3-15,-2 3 16,-5 2-16,1 3 15,0 2-15,0 0 16,-2-2-16,2-2 16,0-25-16,0 22 0,0-22 15,-1 15-15,1-15 16</inkml:trace>
  <inkml:trace contextRef="#ctx0" brushRef="#br0" timeOffset="134812.6907">4642 17808 0,'0'0'0,"0"0"0,0 0 0,0 0 15,3 2-15,-3-2 16,15 3-16</inkml:trace>
  <inkml:trace contextRef="#ctx0" brushRef="#br0" timeOffset="135140.7431">5109 17990 0,'0'0'0,"0"0"0,0-3 16,0 3-16,0-7 15,-5-6-15,5 13 16,-6-16-16,-6-2 16,-2 3-16,-4 8 15,-2 7-15,0 12 16,-6 12-16,6 8 15,2 5-15,4 6 16,7 1-16,11-5 16,13-5-16,2-4 15,12-6-15,9-7 16,1-7-16,1-4 16</inkml:trace>
  <inkml:trace contextRef="#ctx0" brushRef="#br0" timeOffset="135796.8841">5788 17958 0,'0'0'0,"3"-6"0,-2-5 0,-2-5 16,1-3-16,-3-4 0,-2 2 15,5 21-15,-12-20 16,0 4 0,-11 2-16,-8 11 0,2 4 15,1 6-15,-1 13 16,5 8-16,3 4 16,4 3-16,8-2 15,4 0-15,8-6 16,5-3-16,7-4 15,4-6-15,4-6 16,1-5-16,1-3 16,-2-5-16,-4-4 15,-19 9-15,19-11 16,-3-6-16,3-6 16,-19 23-16,12-23 15,-12 23-15,10-23 16,-10 23-16,7-18 15,-7 18-15,3-10 0,-3 15 16,0 11-16,0 6 16,3 2-16,4 3 15,6-3-15,6-4 16,4-6-16,4-4 16,4-3-16</inkml:trace>
  <inkml:trace contextRef="#ctx0" brushRef="#br0" timeOffset="136109.2985">6255 17854 0,'0'0'0,"0"0"0,0-7 16,-6-8-16,-4 0 15,-4-1-15,14 16 16,-16-14-16,-7 6 0,-5 12 16,-1 4-16,-1 14 15,4 5-15,3 6 16,12 4-16,6-2 16,10 0-16,10-7 15,7-4-15,7-4 16,7-3-16,4-7 15,1-7-15,-41-3 16</inkml:trace>
  <inkml:trace contextRef="#ctx0" brushRef="#br0" timeOffset="136312.3381">6399 17913 0,'0'0'0,"0"0"0,2 8 16,0 5-16,-2-13 15,4 23-15,-1 1 16,-2 4-16,-1-28 16,-1 26-16</inkml:trace>
  <inkml:trace contextRef="#ctx0" brushRef="#br0" timeOffset="136484.2286">6385 17683 0,'0'0'0,"0"0"0,0 0 16,2-1-16,-2 1 16,1-3-16,-1 3 15</inkml:trace>
  <inkml:trace contextRef="#ctx0" brushRef="#br0" timeOffset="136937.2244">6707 17433 0,'0'0'0,"3"9"0,1 12 15,-3 19-15,3 11 16,1 9-16,-1 2 15,0 2-15,0-8 16,2-3-16,-1-5 16,1-5-16,-6-43 15,6 33-15,-6-33 16,8 29-16,-8-29 16,6 21-16,-3-9 15,-3-13-15,-6-7 16,0-8-16,-5-4 15,-3 1-15,-1-3 16,-1 6-16,-6 3 16,1 3-16,-5 5 15,-2 8-15,-3 8 0,4 5 16,2 9-16,7 8 16,10-2-16,13 0 15,12-3-15,19-4 16,16-10-16,15-9 15</inkml:trace>
  <inkml:trace contextRef="#ctx0" brushRef="#br0" timeOffset="137374.6217">6837 16370 0,'0'0'0,"13"18"0,19 21 15,12 28-15,15 17 16,3 17-16,1 12 16,-6 6-16,-7 3 15,-8 4-15,-10 10 16,-18 2-16,-11 5 15,-18 6-15,-18 0 16,-19-1-16,-16-1 16,-21-7-16,-12-9 0</inkml:trace>
  <inkml:trace contextRef="#ctx0" brushRef="#br0" timeOffset="137999.5691">2014 15862 0,'0'0'0,"-10"7"0,-10 13 0,-13 18 15,-12 17 1,-9 14-16,1 14 0,-4 12 16,1 14-16,2 11 15,4 12-15,8 11 16,3 12-16,7 6 15,4 3-15,13-5 16,6-12-16,12-10 16,18-12-16,20-6 15,21-7-15,26-14 16</inkml:trace>
  <inkml:trace contextRef="#ctx0" brushRef="#br0" timeOffset="143873.1553">11933 15655 0,'0'0'0,"0"0"0,0 0 16,0 0-16,0 0 15,0 0-15,0 0 16,0-1-16,0 1 0,2 4 16,-2-4-16,1 4 15,0 7-15,1 5 16,-1 4-16,3-1 16,1 4-16,0 8 15,-5 0-15,4 13 16,-4 0-16,1 6 15,0 0-15,1-1 16,0-5-16,0 0 16,-4 1-16,5-7 15,-6 2-15,2-1 16,-1-1-16,1-5 16,1-33-16,0 31 15,2 0-15,-2-31 16,-1 27-16,1-27 15,2 24-15,-2-24 16,0 20-16,0-20 16,0 15-16,-1-14 15,3-16-15,-4-8 16</inkml:trace>
  <inkml:trace contextRef="#ctx0" brushRef="#br0" timeOffset="144576.1659">11967 15623 0,'0'0'0,"0"0"0,0 0 0,0 0 16,0 0-16,0 0 0,6 7 16,3 6-16,11 12 15,3 4-15,5 7 16,3 1-16,6 6 15,0 1-15,0-1 16,2 1-16,-1-3 16,-3 3-16,-1-4 15,0 3-15,-2 0 16,0-3-16,-3-1 16,-1-5-16,-4-1 15,-24-33-15,22 24 16,-5-2-16,-17-22 15,18 19-15,-18-19 16,12 13-16,-12-13 16,8 5-16,-7-8 15,-5-12-15,-1-10 16,0-5-16,0-4 0,0-7 16,2 0-16,-3-2 15,1 0-15,0 0 16,2 5-16,-1 1 15,4 1-15,0 2 16,1-5-16,-1 2 16,-1 2-16,1 1 15,1 0-15,-2 3 16,1 31-16,1-28 16,-1 28-16,0-22 15,0 22-15,-4-18 16,4 18-16,-4-12 15</inkml:trace>
  <inkml:trace contextRef="#ctx0" brushRef="#br0" timeOffset="146044.518">12851 16118 0,'0'0'0,"0"0"0,0 0 16,0 0-16,0 0 16,0 0-16,0 0 0,0 0 15,0 0 1</inkml:trace>
  <inkml:trace contextRef="#ctx0" brushRef="#br0" timeOffset="146669.4051">12851 16128 0,'0'0'0,"0"0"0,0 0 0,1-1 15,-1 1-15,-3 0 16,3 0-16,1 0 15,-1 0-15,0 3 16,0-3-16,-1 2 16,1-2-16,1 4 15,-1-4-15,1 2 16,-1-2-16,0 2 16,0-2-16,1 1 15,-1-1-15,0 0 16,0 0-16,0-1 15,0 1-15,-1-1 16,1 1-16,0-1 16,0 1-16,0 0 15,0 0-15,0 0 0,0 0 16,0 0-16,0 0 16,0 0-16,0 0 15,0 0-15,0 0 16,0 0-16,0 0 15,0 0-15,3 2 16,7-2-16,-10 0 16,14 0-16,5 3 15,8-3-15,5 0 16,6-2-16,-2 1 16,5-1-16,5-2 15,2 1-15,2-1 16,3 2-16,1-1 15,2 1-15,-3 2 16,-2 0-16,-6 0 16,-2 1-16,-43-1 15,35 2-15,-35-2 0,31 0 16,-31 0-16,25 0 16,-25 0-16,16-1 15,-8-3-15</inkml:trace>
  <inkml:trace contextRef="#ctx0" brushRef="#br0" timeOffset="147231.7586">14236 15932 0,'0'0'0,"0"0"0,0 0 15,0-5-15,0 5 16,3-7-16,-3 7 16,2-14-16,-2-3 15,0 17-15,-5-20 16,-2-1-16,-5 3 16,12 18-16,-15-18 15,-4 3-15,-6 2 16,0 5-16,-8 3 15,3 7-15,-6 9 16,0 3-16,-2 6 16,1 6-16,1 5 15,5 11-15,1 7 0,7 7 16,11 4-16,7-1 16,7 1-16,12-6 15,7-12-15,8-2 16,7-6-16,5-7 15,6-3-15,-1-9 16,5-7-16,4-6 16,-5-7-16,-3-5 15</inkml:trace>
  <inkml:trace contextRef="#ctx0" brushRef="#br0" timeOffset="147575.4613">14461 15808 0,'0'0'0,"0"0"0,0 0 0,2 0 0,2 11 15,4 12-15,-2 12 16,-5 5-16,5 6 16,-2 1-16,-2 4 15,-2-3-15,4 1 0,-5-3 16,-1-3-16,2-3 16,0-4-16,0-36 15,0 29-15,0-29 16,-1 28-16,1-13 15</inkml:trace>
  <inkml:trace contextRef="#ctx0" brushRef="#br0" timeOffset="147903.5032">14718 15795 0,'0'0'0,"4"5"0,1 6 16,1 14-16,0 12 16,-1 10-1,-2 8-15,3 7 0,-7 2 16,2-4-16,-1-1 15,3-4-15,-1-12 16,2-5-16,-4-38 16,3 31-16,-3-31 15,5 25-15,-3-10 16,-2-15-16</inkml:trace>
  <inkml:trace contextRef="#ctx0" brushRef="#br0" timeOffset="148106.5828">14550 16113 0,'0'0'0,"0"0"0,10-1 0,11 1 15,16-4-15,7 2 16,8 1-16,2 2 0,1 1 16</inkml:trace>
  <inkml:trace contextRef="#ctx0" brushRef="#br0" timeOffset="148700.2416">14883 16483 0,'0'0'0,"0"0"0,0 0 0,0-3 0,3-6 16,-3 9-16,9-9 16,4-2-1,7 6-15,2 3 0,0 6 16,-3 7-16,-1 8 16,-2 2-16,-4 9 15,-6 3 1,-2 3-16,-11-3 0,-6 4 15,-5-4-15,-6-3 16,-3-4-16,-1-4 16,1-4-16,2-6 15,1-5-15,24-7 16,-23 4-16,5-8 16,18 4-16,-17-12 15,6-9-15,7-6 16,4 27-16,3-26 15,5 1-15,5 5 16,-13 20-16,18-13 0,-1 7 16,6 10-16,0 5 15,-3 7-15,3 5 16,1 4-16,-2 0 16,3-2-1,3 3-15,-1-4 0,-1-3 16,-26-19-16,28 17 15,1-6-15</inkml:trace>
  <inkml:trace contextRef="#ctx0" brushRef="#br0" timeOffset="149137.6739">15134 16139 0,'0'0'0,"0"0"0,5-1 0,6 1 16,8 1-16,8 0 16,8-1-16,5 1 15,8 1-15,1-1 16,6-2-16,3 3 15,-4 2-15,-3-2 16,-9 2-16,-42-4 0,38 2 16,-8 2-1,-30-4-15,27 2 0,-27-2 16,16 4-16</inkml:trace>
  <inkml:trace contextRef="#ctx0" brushRef="#br0" timeOffset="149575.0638">16289 15950 0,'0'0'0,"0"0"0,-1-5 0,-4-7 0,-8-2 15,-6 0-15,-2-3 16,-4 1-16,1 6 16,-5 6-16,0 5 15,-1 8-15,-5 6 16,3 9-16,1 14 15,-2 10-15,3 4 16,12 8-16,2 4 16,12-6-16,10-5 15,10-6-15,7-9 16,8-3-16,6-5 16,4-9-16,5-9 15,0-3-15,0-12 16</inkml:trace>
  <inkml:trace contextRef="#ctx0" brushRef="#br0" timeOffset="149903.1113">16532 15768 0,'0'0'0,"0"0"16,2 1-16,-3 10 16,2 3-16,0 8 15,1 10-15,1 12 16,-4 7-16,2 6 16,-1 1-16,0 2 15,1-2-15,-1-3 16,-3-5-16,0-4 15,2-4-15,0-6 16,1-36-16,-1 31 16,1-31-16,0 25 15,-1-9-15,1-16 16,2 1-16</inkml:trace>
  <inkml:trace contextRef="#ctx0" brushRef="#br0" timeOffset="150168.6604">16825 15871 0,'0'0'0,"2"8"0,0 6 0,3 17 16,-5 15-16,0 14 15,1 4-15,1-2 16,0-3-16,-6-5 16,3-8-16,1-5 15,0-41-15,0 34 16,2-2-16,-2-32 16,1 25-16,1-7 15,-2-18-15</inkml:trace>
  <inkml:trace contextRef="#ctx0" brushRef="#br0" timeOffset="150371.7667">16623 16205 0,'0'0'0,"0"0"0,7-1 15,13-3-15,19 2 16,12 3-16,10-3 16,0 5-16</inkml:trace>
  <inkml:trace contextRef="#ctx0" brushRef="#br0" timeOffset="150903.0654">16933 16479 0,'0'0'0,"0"0"0,2-2 16,-2 2-16,8-7 15,0 0-15,-8 7 16,19-1-16,-1 5 16,1 9-16,2 7 15,-7 5-15,-3 3 16,-6 4-16,-2-1 16,-8 3-16,-8-2 15,-5 2-15,-7-6 16,-4-3-16,0-4 15,1-4-15,28-17 16,-29 11-16,2-6 16,27-5-16,-24-3 15,2-4-15,22 7 16,-17-18-16,11-3 16,10-5-16,-4 26 0,11-21 15,9 8-15,7 12 16,4 11-16,1 9 15,1 3-15,-2 2 16,-3 5-16,3-1 16,-1 0-16,-4-3 15,-1-1-15,-3-4 16,-22-20-16,19 16 16,1-9-16,-3-8 15</inkml:trace>
  <inkml:trace contextRef="#ctx0" brushRef="#br0" timeOffset="151309.1932">17185 16205 0,'0'0'0,"0"0"0,0 0 0,3 0 15,10 0-15,13 0 16,11 4-16,5-1 15,9 0-15,0 2 16,-1-2-16,2-2 16,-6 1-16,-4-2 15,-5 0-15,-37 0 16,29 1-16,-29-1 16,20 0-16,-20 0 15,16-2-15,-16 2 0,11-7 16</inkml:trace>
  <inkml:trace contextRef="#ctx0" brushRef="#br0" timeOffset="151668.5145">17999 15897 0,'0'0'0,"1"8"0,-3 2 16,6 9-16,-1 10 15,-3 11-15,4 8 16,-2 9-16,-4 5 15,0 4-15,-1-3 0,-3-3 16,1-9-16,2-3 16,2-8-16,-1-7 15,2-33-15,0 29 16,0-29-16,1 25 16,-2-6-16,-1-14 15,-3-8-15</inkml:trace>
  <inkml:trace contextRef="#ctx0" brushRef="#br0" timeOffset="152199.6019">17912 15962 0,'0'0'0,"0"0"0,2 3 0,4 1 0,6 4 16,7 10-16,-1 4 15,7 13-15,2 7 16,6 8-16,-4 4 16,1-1-16,0-3 15,-1-4-15,-3-2 16,-2-4-16,-4-4 15,-1-8-15,-19-28 16,20 28-16,-20-28 16,15 25-16,-15-25 15,17 21-15,-17-21 16,10 16-16,-10-16 16,7 11-16,-3-8 15,-1-8-15,-4-8 16,2-8-16,1-3 15,0-7-15,1-4 16,2-3-16,-3-2 16,4-1-16,0 0 15,-1-4-15,2 0 0,-4 1 16,-1-1-16,3 5 16,-1-3-16,-3 4 15,0 4-15,4 1 16,-5 34-16,-2-31 15</inkml:trace>
  <inkml:trace contextRef="#ctx0" brushRef="#br0" timeOffset="155073.9558">18655 15932 0,'0'0'0,"0"0"0,0 0 0,0 0 15,0 0-15,0 1 0,0-1 16,2-1-16,4-2 16,6-8-16,6-2 15,0-4-15,4-2 16,2-2-16,5-3 15,3-2-15,4-2 16,2-2-16,3-4 16,0 3-16,0 1 15,1-2-15,-1 5 16,-4 1-16,1-4 16,-4 6-16,-5 3 15,1 0-15,-7 1 16,0 4-16,-23 16 15,21-15-15,-21 15 16,19-15-16,-19 15 16,15-11-16,-15 11 15,10-8-15,-10 8 16,5-4-16,-7 8 16,2-4-16,-12 10 0</inkml:trace>
  <inkml:trace contextRef="#ctx0" brushRef="#br0" timeOffset="155808.1593">19837 15085 0,'0'0'0,"0"0"0,4-5 16,-4 5-16,3-12 15,-3 12-15,3-17 16,-3-4-16,-3-3 16,-8 2-16,11 22 15,-13-23-15,-4 2 16,-5 4-16,-2 6 15,-1 7-15,1 7 16,-5 7-16,0 8 16,-1 7-16,-1 8 15,3 11-15,1 6 16,-1 2-16,6 2 16,10-1-16,5-5 15,8-5-15,6 0 16,7-10-16,3 2 15,9-4-15,3-10 0,7-2 16,1-4-16,6-3 16,-2-8-16,3-4 15,-5-6 1,-2-4-16</inkml:trace>
  <inkml:trace contextRef="#ctx0" brushRef="#br0" timeOffset="156104.9823">20043 14940 0,'0'0'0,"0"0"0,1 0 16,3 7-16,-3 7 0,3 7 16,0 8-16,-3 9 15,-2 8-15,-2 7 16,0 5-16,1-3 16,-1-4-16,1-4 15,3-7-15,-1-40 16,2 35-16,-2-35 15,4 29-15,-4-29 16,6 21-16,0-12 16</inkml:trace>
  <inkml:trace contextRef="#ctx0" brushRef="#br0" timeOffset="156401.7541">20268 14940 0,'0'0'0,"0"0"0,0 9 16,-1 16-1,3 10-15,1 11 0,0 6 16,1 1-16,-4-4 15,2 2-15,-2-5 16,5-1-16,-1-6 16,0-6-16,-4-33 15,5 29-15,-5-29 16,4 27-16,-4-27 16,2 21-16</inkml:trace>
  <inkml:trace contextRef="#ctx0" brushRef="#br0" timeOffset="156604.8566">20080 15285 0,'0'0'0,"6"-2"0,13 0 15,6 0-15,10 1 16,6 0-16,3 1 16,1 0-16,0-1 15</inkml:trace>
  <inkml:trace contextRef="#ctx0" brushRef="#br0" timeOffset="157245.3477">20440 15508 0,'0'0'0,"4"-6"0,-4 6 16,9-5-16,7-6 15,-16 11-15,23-6 16,5 9-16,0 9 16,-4 9-16,-2 5 15,-11 5-15,-4 4 16,-4-3-16,-6 5 15,-6 0-15,-5-2 16,-3-2-16,-6-2 16,3-8-16,-3-2 15,23-21-15,-24 16 16,-1-4-16,-1-7 16,26-5-16,-24-2 15,2-9-15,4-8 16,10-7-16,8 1 15,5-1-15,6 2 16,3 4-16,-14 20 0,20-13 16,1 5-16,7 10 15,-4 6-15,-1 9 16,-1 3-16,-1 4 16,1 2-16,0 2 15,-3 1-15,6-4 16,-2-1-1,1-3-15,-2-5 0,-22-16 16,22 9-16</inkml:trace>
  <inkml:trace contextRef="#ctx0" brushRef="#br0" timeOffset="157667.1579">20692 15285 0,'0'0'0,"0"0"0,7-2 15,14-1-15,8 0 16,8 1-16,8-2 0,6 3 15,3-1-15,4 2 16,0 0-16,-1 2 16,-1 2-16,-8 2 15,-48-6-15,38 4 16,-38-4-16,33 4 16,-33-4-16,25 2 15,-25-2-15</inkml:trace>
  <inkml:trace contextRef="#ctx0" brushRef="#br0" timeOffset="158198.3003">21800 15139 0,'0'0'0,"0"0"0,-1-8 0,-1-4 15,2 12-15,-4-16 16,-3-1-16,7 17 16,-15-19-16,-6 5 15,-8 3-15,-1 7 16,-2 5-16,-2 10 0,2 8 15,2 9-15,0 8 16,5 10-16,3 5 16,8 7-16,8-3 15,3-4-15,15-4 16,6-8-16,5-6 16,9-1-16,8-12 15,5-5-15,6-9 16,5-7-16,-4-6 15</inkml:trace>
  <inkml:trace contextRef="#ctx0" brushRef="#br0" timeOffset="158635.6475">21518 14554 0,'0'0'0,"0"0"0,3 2 0,1 4 15,3 11-15,0 4 16,2 6-16,-4 10 0,-5 2 15,1 2-15,-2 2 16,1-3-16,-1-2 16,3-4-16,-2-34 15,2 31-15,-2-31 16</inkml:trace>
  <inkml:trace contextRef="#ctx0" brushRef="#br0" timeOffset="158932.4975">21716 14509 0,'0'0'0,"0"0"0,2 7 16,1 11-16,1 8 0,-4 9 16,0 7-1,0 0-15,3-1 0,-2-2 16,2-3-16,-2-2 16,-1-34-16,2 31 15,-2-31-15,3 26 16</inkml:trace>
  <inkml:trace contextRef="#ctx0" brushRef="#br0" timeOffset="159463.6206">21701 14126 0,'0'0'0,"0"0"0,0-8 16,0 8-16,-5-13 15,5 13-15,-9-15 16,-2-2-16,-5 4 15,-7 7-15,0 6 16,2 9-16,0 3 16,1 5-16,1 6 15,5 6-15,2 6 16,5 2-16,7 1 16,6 2-16,4-7 15,7-3-15,6-5 16,1-5-16,2-6 15,4-6-15,-2-3 16,2-8-16,-3-1 16,-2-6-16,1-3 15,-5-2-15,-5-4 0,-3-6 16,-4-3-16,-7-5 16,-3 0-16,-6-1 15,-6 2-15,-4-1 16,-2 4-16,-7 3 15,-1 2-15,-3 8 16,-6 5-16</inkml:trace>
  <inkml:trace contextRef="#ctx0" brushRef="#br0" timeOffset="160166.568">21998 15278 0,'0'0'0,"0"0"0,4 1 0,7-1 15,8 0 1,4-4-16,7 1 0,5 1 16,5 1-16,2-2 15,2 1-15,2 2 16,-1 2-16,-2-2 15,-6 0-15,-5 2 16,-32-2-16,28 1 16,-28-1-16,22 0 15,-22 0-15,10-3 16</inkml:trace>
  <inkml:trace contextRef="#ctx0" brushRef="#br0" timeOffset="160666.4183">22894 15142 0,'0'0'0,"0"0"16,0 0-16,0-2 0,-3-9 15,-3-3-15,6 14 16,-11-13-16,-7 3 16,-10 10-16,-2 6 15,-4 12 1,0 5-16,6 6 0,4 4 15,6 6-15,3-1 16,7 2-16,5-6 16,8 1-16,5-5 15,6-2-15,7-3 16,3-5-16,2-3 16,5-8-16,-1-3 15,3-6-15,-1-6 16,-3 0-16,-2-6 0,-1-2 15,-7-4-15,-4 0 16,-6-5-16,-5-4 16,-3 1-16,-6-4 15,-3-2 1,-6-2-16,-6-3 0,-3 6 16,-7 3-16,28 28 15</inkml:trace>
  <inkml:trace contextRef="#ctx0" brushRef="#br0" timeOffset="161244.4487">23103 15298 0,'0'0'0,"0"0"0,11 2 0,9-3 16,11 2-16,8 1 16,4 3-16,-2-1 15,1 0-15,-8-1 16,-34-3-16,29 0 15,-29 0-15,24 0 16</inkml:trace>
  <inkml:trace contextRef="#ctx0" brushRef="#br0" timeOffset="161541.2491">23568 15033 0,'0'0'0,"0"0"0,1 5 0,-1 12 15,3 6-15,2 8 16,0 8-16,-1 6 15,-1 3-15,-2-1 16,-1-2-16,-4-2 16,3-8-16,-2-1 15,3-34-15,-4 31 16,4-31-16,-2 24 16,2-24-16</inkml:trace>
  <inkml:trace contextRef="#ctx0" brushRef="#br0" timeOffset="161869.2968">23799 15020 0,'0'0'0,"0"0"0,1 6 16,0 8-16,1 7 15,2 11-15,-5 5 16,0 5-16,1 2 16,-1 2-16,-2-1 15,5-2-15,0-4 0,-1-2 16,3-4-16,-4-33 15,2 34 1,-2-5-16,0-29 16,-2 26-16,2-26 0,-2 21 15,2-21-15</inkml:trace>
  <inkml:trace contextRef="#ctx0" brushRef="#br0" timeOffset="162103.6326">23585 15343 0,'0'0'0,"0"0"0,3 0 0,11-2 16,14 3-16,9 0 0,15 5 15,12 0-15,8 4 16</inkml:trace>
  <inkml:trace contextRef="#ctx0" brushRef="#br0" timeOffset="163540.7715">18498 16716 0,'0'0'0,"0"0"0,0 0 0,0 0 16,0 0-16,2 0 16,-2 0-16,4 3 15,8 7-15,10 6 16,0 4-16,6 3 15,-3 4-15,7 0 0,0 3 16,6 3-16,3 0 16,2 2-16,-1 3 15,1 0-15,-1-5 16,-1 2-16,-5-1 16,0-4-16,-3-2 15,-6-5-15,-2-3 16,-4-1-16,-21-19 15,18 18-15,-18-18 16,16 15-16,-16-15 16,15 13-16,-3-6 15,-12-7-15,7-2 16</inkml:trace>
  <inkml:trace contextRef="#ctx0" brushRef="#br0" timeOffset="163978.1679">19891 17387 0,'0'0'0,"0"0"0,0 0 15,0-2-15,0 2 16,2-6-16,-2 6 16,-4-8-16,-4-4 15,-8 2-15,-2-3 16,-9 3-16,-8 8 15,-5 4-15,0 4 0,2 6 16,2 3 0,0 8-16,8 5 0,-2 7 15,8 8 1,4 5-16,8 3 16,5 4-16,12-2 0,4-4 15,9-5-15,7-3 16,7-7-16,3-6 15,7-9-15,1-7 16,5-10-16</inkml:trace>
  <inkml:trace contextRef="#ctx0" brushRef="#br0" timeOffset="164274.944">20167 17400 0,'0'0'0,"0"0"0,0 0 0,1 1 0,0 8 16,4 16-16,-3 5 15,2 13-15,-2 7 16,-1 0-16,0-1 15,5 2-15,-6-3 16,3-3-16,1-7 16,-1-4-16,-3-34 15,2 29-15,-2-29 16,4 21-16,4-14 16,2-9-16</inkml:trace>
  <inkml:trace contextRef="#ctx0" brushRef="#br0" timeOffset="164540.5219">20453 17469 0,'0'0'0,"0"0"0,2 4 0,1 11 16,0 6-16,0 10 15,2 5 1,-3 7-16,-2 5 0,2 4 16,-1-3-16,-1 0 15,3-3-15,1-8 16,-1-8-16,-3-30 16,3 27-16,-3-27 15</inkml:trace>
  <inkml:trace contextRef="#ctx0" brushRef="#br0" timeOffset="164743.6301">20292 17725 0,'0'0'15,"0"0"-15,7 2 0,13 1 16,11 1-16,6 2 16,6-4-16,1 2 15</inkml:trace>
  <inkml:trace contextRef="#ctx0" brushRef="#br0" timeOffset="165306.0008">20578 17974 0,'0'0'0,"0"0"0,-1 0 0,1 0 16,-1-7-16,1 7 15,0-8-15,6-3 0,6-3 16,1 6 0,-13 8-16,18-2 0,3 6 15,3 9-15,-4 5 16,-2 11-16,-6 4 16,-6 2-16,-6 3 15,-5-1-15,-9 1 16,-1-5-16,-5 2 15,-2-6-15,-4-8 16,1-3-16,25-18 16,-27 14-16,2-8 15,25-6-15,-24-2 16,5-6-16,5-8 16,14 16-16,-9-22 15,8-3-15,1 25 16,8-26-16,8 5 15,-16 21-15,21-13 0,4 13 16,3 13-16,-1 7 16,-1 3-16,-4 3 15,0-1-15,1 0 16,0-2-16,2-4 16,-3-8-16,2-6 15</inkml:trace>
  <inkml:trace contextRef="#ctx0" brushRef="#br0" timeOffset="165602.752">20883 17805 0,'0'0'0,"0"0"0,6 0 0,11 1 16,10-1-16,7-5 15,11-1 1,6 2-16,1 1 0,1 0 15,1 2-15,-7 2 16,-47-1-16,44-1 16,-8 2-16</inkml:trace>
  <inkml:trace contextRef="#ctx0" brushRef="#br0" timeOffset="166040.1809">21910 17776 0,'0'0'0,"0"0"16,0-6-16,-5-3 16,0-5-16,-3-2 15,-2-3-15,10 19 16,-17-19-16,0 5 16,-12 5-16,1 5 15,0 8-15,-3 7 16,0 17-16,-1 8 15,2 11-15,-1 3 16,7 7-16,4-4 0,10-1 16,9-6-16,12-3 15,10-2-15,9-8 16,12-6-16,5-8 16,3-8-16,4-11 15</inkml:trace>
  <inkml:trace contextRef="#ctx0" brushRef="#br0" timeOffset="166477.597">21712 17132 0,'0'0'0,"0"0"0,2 7 16,1 12-16,-2 10 15,1 8-15,0 5 16,0 5-16,-2 1 16,0 0-16,1-3 15,-1-1-15,3-7 16,-3-37-16,-3 33 15,3-33-15,5 27 16</inkml:trace>
  <inkml:trace contextRef="#ctx0" brushRef="#br0" timeOffset="166743.1585">21923 17180 0,'0'0'0,"1"8"16,0 10-16,1 12 15,-2 4-15,-1 7 16,1 1-16,0 0 15,-2 3-15,-2-4 16,3-8-16,1-33 16,-2 30-16,2-30 0</inkml:trace>
  <inkml:trace contextRef="#ctx0" brushRef="#br0" timeOffset="167305.5206">21844 16699 0,'0'0'0,"0"0"0,-1-6 0,-2-9 16,3 15-16,-6-19 0,-3-3 15,-5 0-15,14 22 16,-17-18 0,-4 7-16,-6 6 0,2 11 15,-1 8-15,2 9 16,-2 10-16,6 8 15,1 3-15,8 1 16,9 1-16,8-6 16,7-3-16,7-5 15,3-8-15,4-7 16,2-5-16,0-5 16,-3-4-16,4-4 15,-1 1-15,-6-9 16,-1-2-16,-3-5 15,-3-3-15,-4-5 16,0-3-16,-4-7 16,-1-1-16,-5-2 15,-1 0-15,-4 2 16,-5 3-16,-3 0 0,-6 10 16,-5 6-16,-6 6 15,-2 14-15</inkml:trace>
  <inkml:trace contextRef="#ctx0" brushRef="#br0" timeOffset="167867.876">22007 17952 0,'0'0'0,"0"0"0,3 0 0,5 0 0,14 2 16,6-2-16,10 2 15,3 0-15,5 0 16,1 2-16,4-2 16,0 0-16,-2 3 15,-7 0-15,-4 0 16,-38-5-16,32 4 15,-32-4-15,23 3 16,-4-3-16</inkml:trace>
  <inkml:trace contextRef="#ctx0" brushRef="#br0" timeOffset="168711.4126">23020 17884 0,'0'0'0,"0"0"0,0 0 0,4-3 16,-4 3-16,4-4 16,-4 4-16,2-5 15,-2 5-15,2-10 16,-2 10-16,1-15 16,-5-1-16,4 16 0,-7-17 15,7 17-15,-11-13 16,-4 4-16,-12 13 15,-1 11-15,-4 11 16,1 9-16,2 8 16,4 3-16,7-5 15,4 1-15,10-7 16,3-3-16,9-3 16,7-2-16,3-2 15,8-2-15,5-5 16,3-4-16,2-4 15,2-9-15,-2-5 16,-5-8-16,-1-3 16,-2-6-16,-9-2 15,-1-5-15,-6-3 16,-6-3-16,1-1 16,-6 2-16,-9-2 15,-3 3-15,-2 0 0,-9 1 16,-4 4-16,-3 4 15,29 23-15,-34-15 16</inkml:trace>
  <inkml:trace contextRef="#ctx0" brushRef="#br0" timeOffset="169039.4732">23347 17997 0,'0'0'0,"0"0"0,0 0 16,0 0-1,8-2-15,9 1 0,9-1 16,7 1-16,5 1 16,3 0-16,3 0 15,-2 0-15,-42 0 16,36-1-16,-36 1 16,33 0-16,-33 0 15</inkml:trace>
  <inkml:trace contextRef="#ctx0" brushRef="#br0" timeOffset="169398.7754">23966 17745 0,'0'0'0,"2"6"0,-2 10 0,1 18 16,1 5-16,-5 9 15,1 2-15,-1 2 16,2-1-16,-1 0 15,0-2-15,2-5 16,-2-5-16,2-39 16,-1 34-16,1-34 15,-3 27-15,3-27 16,0 20-16</inkml:trace>
  <inkml:trace contextRef="#ctx0" brushRef="#br0" timeOffset="169679.9174">24182 17731 0,'0'0'0,"0"0"0,1 5 15,0 5-15,0 10 16,3 6-16,-1 10 16,-3 7-16,2 2 15,2 2-15,-2-2 16,-1-2-16,3-7 16,-7-1-16,0-6 15,3-29-15,-2 28 16,2-28-16</inkml:trace>
  <inkml:trace contextRef="#ctx0" brushRef="#br0" timeOffset="169898.6095">23983 18032 0,'0'0'0,"0"0"0,0 1 0,8 3 15,13 0-15,13 5 16,16 0-16,24 0 16,16-6-16</inkml:trace>
  <inkml:trace contextRef="#ctx0" brushRef="#br0" timeOffset="172070.0033">11733 15635 0,'0'0'0,"0"0"0,0 0 0,0 2 16,0-2-16,0 3 16,0-3-16,3 3 15,-3-3-15,6 4 16,-6-4-16,6 3 0,-6-3 16,8 1-16,-8-1 15,3 0-15,-5-3 16,-2-7-16,-7-3 15,0-5-15,-7-1 16,-1-3-16,-4 0 16,-3-2-16,-4 1 15,-5 0-15,-1-3 16,-4-1-16,5 3 16,-1-1-16,5 1 15,0 2-15,1 2 16,-1-2-16,5-1 15,3 2-15,2 2 16,1-1-16,20 20 16,-17-17-16,0 1 15,17 16-15,-14-16 16,-1 6-16,15 10 16,-19-5-16</inkml:trace>
  <inkml:trace contextRef="#ctx0" brushRef="#br0" timeOffset="172710.4527">10942 14779 0,'0'0'0,"0"0"0,0 0 0,0-5 15,0-3-15,-1-5 16,1 13-16,-6-13 16,-4-1-16,-6 3 15,-4 2-15,-6 5 16,-2 4-16,-6 8 15,1 7-15,-3 4 16,-1 9-16,3 5 16,5 3-16,10 2 15,6 2-15,8-1 16,10 3-16,6-3 16,8-4-16,6-5 15,8-1-15,2-6 16,3-6-16,7-3 15,0-7-15,-5-5 16,-40-2-16</inkml:trace>
  <inkml:trace contextRef="#ctx0" brushRef="#br0" timeOffset="173241.614">10327 14653 0,'0'0'0,"0"0"0,1 2 15,0 6-15,4 11 16,-3 6-16,0 9 15,0 8-15,0 5 16,0-1-16,0-2 0,2-3 16,-2-7-16,-2-34 15,6 28 1</inkml:trace>
  <inkml:trace contextRef="#ctx0" brushRef="#br0" timeOffset="173538.3842">10500 14700 0,'0'0'0,"0"0"0,2 8 0,0 13 16,-4 5-16,1 6 16,0 0-16,-2 0 15,0-2-15,2-3 0,2-2 16,-1-25-16,-3 21 16,3-21-1,-3 20-15</inkml:trace>
  <inkml:trace contextRef="#ctx0" brushRef="#br0" timeOffset="173741.4618">10379 14932 0,'0'0'0,"0"0"0,4 0 0,12-1 16,1 0-16,7 3 16,4-1-16,1 1 15</inkml:trace>
  <inkml:trace contextRef="#ctx0" brushRef="#br0" timeOffset="174241.3829">10536 15265 0,'0'0'0,"0"0"0,0 0 15,0 0-15,0 0 16,3-3-16,-3 3 16,7-3-16,-7 3 15,12 0-15,-12 0 16,11 6-16,0 8 16,-5 4-16,-7 5 15,-10 0-15,-3-3 16,14-20-16,-22 18 15,-1-6-15,-3-8 0,26-4 16,-27-2-16,4-4 16,0-9-16,23 15 15,-16-17 1,16 17-16,-10-19 0,10 19 16,-2-19-1,12 7-15,7 8 16,9 7-16,-2 4 0,4 7 15,4 0-15,3 3 16,2 3-16,5 0 16,-1-2-16</inkml:trace>
  <inkml:trace contextRef="#ctx0" brushRef="#br0" timeOffset="174881.831">10237 14891 0,'0'0'0,"0"0"0,-1-1 0,-10 0 15,-8 0-15,-6 0 0,-15 0 16,-5 0-16,-5 1 15,-4 0-15,-3 0 16,2 1-16,0-4 16,4 1-16,7 0 15,6 0-15,38 2 16,-34-1-16</inkml:trace>
  <inkml:trace contextRef="#ctx0" brushRef="#br0" timeOffset="175537.9404">9547 14710 0,'0'0'0,"0"0"0,0 0 0,0-2 16,0 2-16,-4-7 15,-2-3 1,6 10-16,-13-12 0,-3 1 16,-13 4-1,3 4-15,-1 4 0,-3 6 16,2 9-16,-1 6 16,-1 5-16,9 10 15,3 2-15,5 4 16,4 3-16,9-1 15,10-2-15,3-2 16,11-9-16,0-2 16,9-6-16,3-5 15,0-4-15,4-6 0,6-9 16,1-5 0</inkml:trace>
  <inkml:trace contextRef="#ctx0" brushRef="#br0" timeOffset="175944.0998">9301 14272 0,'0'0'0,"0"0"0,0 0 0,1 1 0,3 4 16,-1 11-16,5 8 16,-5 8-16,-1 2 15,-1 7-15,-2-2 16,1-1-16,0-3 16,0-35-16,1 32 15,-1-32-15,2 25 16,5-7-16</inkml:trace>
  <inkml:trace contextRef="#ctx0" brushRef="#br0" timeOffset="176209.6202">9461 14219 0,'0'0'0,"0"0"16,1 2-16,-1-2 15,1 8-15,0 8 0,-1 14 16,5 7-16,-5 6 16,-1 2-16,0-2 15,0-3-15,1-40 16,-3 34-16,3-4 15,0-30-15,1 24 16,-1-24-16</inkml:trace>
  <inkml:trace contextRef="#ctx0" brushRef="#br0" timeOffset="176740.7979">9375 13959 0,'0'0'0,"0"0"0,0 0 0,-1-4 15,1 4-15,-4-7 16,4 7-16,-8-10 16,8 10-16,-11-9 15,-5 6-15,16 3 16,-22 9-16,7 7 16,1 10-16,8 4 15,5 1-15,3-2 16,6-1-16,3-5 15,4-2-15,5-4 16,1-5-16,2-3 16,-1-3-16,-22-6 15,26 1-15,-3-7 16,-5-4-16,-2-6 0,-9-2 16,-3-4-1,-4-3-15,-4-4 16,-2 0-16,-6-1 15,-2 2-15,-3 0 0,-3 1 16,-4 6-16,-1 3 16,-7 9-16</inkml:trace>
  <inkml:trace contextRef="#ctx0" brushRef="#br0" timeOffset="177240.6751">8861 14864 0,'0'0'0,"0"0"0,5 1 16,15 6-16,5-2 15,13 1-15,5-1 16,0-2-16,0 2 16,-43-5-16</inkml:trace>
  <inkml:trace contextRef="#ctx0" brushRef="#br0" timeOffset="177974.9739">8656 14766 0,'0'0'0,"0"0"0,0 0 0,1-2 15,-1 2 1,-1-7-16,-4-5 0,5 12 15,-10-11-15,-2-1 16,-7 2-16,-5 6 16,1 7-16,-2 4 15,1 4-15,3 4 16,3 8-16,5 4 16,2 8-16,4 4 15,11 5-15,6-7 16,3-2-16,2-7 0,7-5 15,0-6-15,-1-4 16,0-5-16,-1-7 16,2-3-16,-3-7 15,-19 9-15,21-13 16,-2-4-16,-1-8 16,-7-1-16,-1-4 15,-7-1-15,-6 0 16,-5 0-16,-7-1 15,-6-1-15,-3 1 16,-9 2-16,-3 5 16</inkml:trace>
  <inkml:trace contextRef="#ctx0" brushRef="#br0" timeOffset="178412.3215">8036 14619 0,'0'0'0,"0"0"0,2 1 16,-2-1-16,5 10 15,-2 11-15,-1 18 16,-1 5-16,0 5 0,0-1 15,2 3 1,-2-10-16,-1-41 0,0 41 16,0-3-16,0-38 15,3 36-15,-3-36 16,3 25-16</inkml:trace>
  <inkml:trace contextRef="#ctx0" brushRef="#br0" timeOffset="178677.9332">8234 14641 0,'0'0'0,"3"7"0,-3 9 15,3 10-15,1 9 16,-1 5-16,-4-3 16,4 4-16,-5-5 15,2-3-15,-3-2 16,1-4-16,2-27 16,0 28-16,0-28 15,1 24-15,-1-24 0</inkml:trace>
  <inkml:trace contextRef="#ctx0" brushRef="#br0" timeOffset="178865.3409">8092 14909 0,'0'0'0,"0"0"15,6 0-15,17 3 16,10-5-16,10 1 16,10-2-16,12-2 15,7 0-15</inkml:trace>
  <inkml:trace contextRef="#ctx0" brushRef="#br0" timeOffset="180271.2983">11955 16522 0,'0'0'0,"0"0"0,0 0 0,0 0 16,0 0-16,0 1 0,-7 4 16,-3 7-1,-5 8-15,-7 10 0,2 6 16,-10 6-16,-8 6 16,-5 3-16,-4 1 15,-4 1-15,0-3 16,0 1-16,3-4 15,5-5-15,0 0 16,8-10-16,35-32 16,-26 28-16,13-3 15</inkml:trace>
  <inkml:trace contextRef="#ctx0" brushRef="#br0" timeOffset="180974.2224">11168 17267 0,'0'0'0,"0"0"0,1-6 15,-1-7-15,0 13 16,-3-17-16,3 17 16,-5-22-16,-4-1 15,-3 2-15,-5 3 16,-2 5-16,-2 5 15,-4 5-15,1 8 16,-2 4-16,-1 8 16,-3 8-16,-5 13 0,3 10 15,5 3-15,2 6 16,7 2-16,9 1 16,11-4-16,11-6 15,8-3-15,12-7 16,5-3-16,9-4 15,6-4-15,6-7 16,4-8-16,-1-11 16,-4-3-16</inkml:trace>
  <inkml:trace contextRef="#ctx0" brushRef="#br0" timeOffset="181677.304">10348 17086 0,'0'0'0,"0"0"0,1 0 0,-1 0 0,5 8 16,3 12-16,2 13 16,-3 14-16,3 3 15,-1 4-15,-2 6 16,-1-1-16,-3 0 15,0-5-15,1-5 16,-3-8-16,-1-41 16,4 34-16,-4-34 15,6 24-15,0-11 16</inkml:trace>
  <inkml:trace contextRef="#ctx0" brushRef="#br0" timeOffset="181911.6185">10637 17158 0,'0'0'0,"0"0"0,-1 5 0,0 15 15,-2 3-15,0 9 16,1 10-16,0 1 0,0 2 16,-2 2-16,4 1 15,-1-6 1,-1-6-16,2-36 16,-2 31-16,2-31 0,0 24 15,0-24-15</inkml:trace>
  <inkml:trace contextRef="#ctx0" brushRef="#br0" timeOffset="182130.3346">10433 17464 0,'0'0'0,"0"0"0,9 1 0,10-1 16,12 0-16,8 1 15,3-1-15,7-1 0</inkml:trace>
  <inkml:trace contextRef="#ctx0" brushRef="#br0" timeOffset="182677.0716">10716 17793 0,'0'0'0,"0"0"0,0 0 0,1-3 16,-1 3-16,4-6 15,-4 6-15,5-5 0,6 0 16,-11 5 0,14 3-16,0 4 0,-2 13 15,-1 2-15,-9 1 16,-4 1-16,-1 2 15,-7-3-15,-6-2 16,16-21-16,-15 22 16,-6-5-16,21-17 15,-23 13-15,23-13 16,-21 9-16,-2-8 16,5-8-16,18 7 15,-12-13-15,12 13 16,-6-15-16,6 1 15,0 14-15,9-11 16,7 11-16,6 10 16,3 5-16,1 5 15,2 5-15,-1-2 16,0 1-16,3-4 16,-2 3-16,-3-8 0,-25-15 15</inkml:trace>
  <inkml:trace contextRef="#ctx0" brushRef="#br0" timeOffset="183145.6665">10330 17482 0,'0'0'0,"0"0"0,-4 2 16,-10-2-16,-8 1 15,-9-1-15,-11 1 16,-2-1-16,-4 2 16,-2 1-16,2 1 15,2 0-15,1 0 16,45-4-16,-37 2 16,37-2-16</inkml:trace>
  <inkml:trace contextRef="#ctx0" brushRef="#br0" timeOffset="184004.8763">9728 17359 0,'0'0'0,"0"0"0,0 0 0,-2-4 16,4-6-16,-2 10 16,0-15-16,-1-4 15,-5 1-15,-4 0 0,0 0 16,-6 5-16,-6 4 15,1 4 1,-8 5-16,-1 7 0,-1 5 16,0 9-16,-5 8 15,2 6-15,0 8 16,2 6-16,3 4 16,9-1-16,7 3 15,9-6-15,7-8 16,10-6-16,5-8 15,10-4-15,8-8 16,8-6-16,7-7 16,5-6-16,-6-5 15</inkml:trace>
  <inkml:trace contextRef="#ctx0" brushRef="#br0" timeOffset="184442.2695">9454 16849 0,'0'0'0,"0"0"0,0 0 15,3 0 1,0 5-16,0 9 0,-1 7 16,0 8-16,-3 8 15,2 4-15,-1-1 16,0 1-16,-1-2 16,2-5-16,-1-34 15,0 31-15,0-31 16,0 24-16</inkml:trace>
  <inkml:trace contextRef="#ctx0" brushRef="#br0" timeOffset="184707.8039">9628 16733 0,'0'0'0,"0"0"0,1 3 15,3 13-15,-3 7 16,4 8-16,-4 7 16,-1 2-16,0 4 15,2-2-15,-3 0 16,2 0-16,-1-42 15,-2 34-15,2-34 16,-4 30-16</inkml:trace>
  <inkml:trace contextRef="#ctx0" brushRef="#br0" timeOffset="185238.9702">9609 16347 0,'0'0'0,"0"0"0,-3-7 0,-3-8 16,6 15-16,-13-17 15,2-1-15,11 18 16,-19-18-16,-3 5 16,22 13-16,-27-4 15,-3 8-15,-5 16 16,6 7-16,4 9 16,8 4-16,5 0 15,10-5-15,8-2 16,5-4-16,5-4 15,4-6-15,-1 1 16,6-8-16,2-5 16,-1-5-16,-3-4 15,2-2-15,-1-6 16,-2-4-16,-5-2 0,-2-6 16,-4-4-1,-7-3-15,-2-1 0,-5-2 16,-3-3-16,-8 2 15,-4-2-15,-7 3 16,-3 4-16,-6 9 16,-5 7-16</inkml:trace>
  <inkml:trace contextRef="#ctx0" brushRef="#br0" timeOffset="185691.9547">8971 17503 0,'0'0'0,"9"0"0,8 4 0,8 2 16,13-3-16,6 1 15,1-1-15,0-3 16,-3 0-16,-42 0 15,36-4-15</inkml:trace>
  <inkml:trace contextRef="#ctx0" brushRef="#br0" timeOffset="186597.9989">8768 17402 0,'0'0'0,"0"0"0,0-4 0,0 4 16,0-8-1,-2-4-15,-6-3 0,8 15 16,-9-17-16,-4 2 15,13 15-15,-21-15 16,0 4-16,-5 3 16,-5 11-16,3 7 15,-2 9-15,0 6 16,2 9-16,7 3 16,3 4-16,7 4 15,8-5-15,6 0 16,5-7-16,6-5 15,4-6-15,4-6 16,-22-16-16,25 9 16,3-6-16,3-5 15,-1-7-15,-4-5 16,-4-1-16,-5-5 16,-3-1-16,0-6 15,-8 1-15,-1-5 16,-7 0-16,-5-4 0,-1-2 15,-9-1-15,-1 3 16,-3 1-16,-7 11 16</inkml:trace>
  <inkml:trace contextRef="#ctx0" brushRef="#br0" timeOffset="187785.2096">7949 17229 0,'0'0'0,"0"0"0,0 0 0,-2 0 15,2 2-15,0 7 16,2 5-16,-4 6 15,2 10-15,2 7 16,-4 2-16,2 3 16,-1 3-16,-1-4 15,-1 1-15,-1-2 16,0-4-16,-1-7 16,5-29-16,-2 28 15,2-28-15,0 21 16</inkml:trace>
  <inkml:trace contextRef="#ctx0" brushRef="#br0" timeOffset="188097.6278">8126 17211 0,'0'0'16,"0"0"-16,0 0 0,0 1 0,-2 11 15,1 13-15,-2 7 16,1 7-16,-5 7 16,2 1-16,-2-3 15,3 1-15,1-7 16,0-4-16,-1-4 15,4-30-15,-5 27 16,5-27-16,-6 25 16,6-25-16,-4 21 0,4-21 15</inkml:trace>
  <inkml:trace contextRef="#ctx0" brushRef="#br0" timeOffset="188331.9743">7956 17470 0,'0'0'0,"0"0"0,0 0 15,3 0-15,7-1 16,-10 1-16,16-2 15,11 0-15,11-2 16,4-2-16,-2 2 16</inkml:trace>
  <inkml:trace contextRef="#ctx0" brushRef="#br0" timeOffset="188644.4215">8254 17523 0,'0'0'0,"0"0"0,3 0 15,8-3-15,5 1 16,9-2-16,7-6 16,5 1-16,6 0 0</inkml:trace>
  <inkml:trace contextRef="#ctx0" brushRef="#br0" timeOffset="272530.851">12574 15257 0,'0'0'0,"0"0"0,0 0 16,1 0-16,-1 0 16,2-1-16,-2 1 0,2-2 15,-2 2-15,0-6 16,0 6-16,-2-5 16,2 5-16,-7-1 15,7 1-15,-9 2 16,9-2-16,-5 5 15,5-5-15,-3 10 16,3-10-16,1 13 16,-1-13-16,10 10 15,-10-10-15,14 6 16,-14-6-16,15 5 16,-15-5-16,15 1 15,-15-1-15,12-4 16,-12 4-16,7-10 15,-7 10-15,5-10 16,-5 10-16,-3-12 16,3 12-16,-9-10 15,9 10-15,-13-4 16,-1 4-16,14 0 0,-16 3 16,16-3-16,-7 5 15,7-5-15,1 5 16,-1-5-1,5 6-15,-5-6 0,11 5 16,-11-5-16,10-1 16,-10 1-1,7-4-15,-7 4 0,1-4 16,-1 4-16,-4-9 16,-10 5-16,14 4 15</inkml:trace>
  <inkml:trace contextRef="#ctx0" brushRef="#br0" timeOffset="275123.9913">12296 15238 0,'0'0'0,"0"0"0,0 0 0,0 0 15,0 0-15,0 0 16,0 0-16,0 0 16,0 0-16,0 1 15,0-1-15,0 0 16</inkml:trace>
  <inkml:trace contextRef="#ctx0" brushRef="#br0" timeOffset="286371.3034">17869 15509 0,'0'0'0,"0"0"0,0 0 0,2 0 16,-2 0-16,3 0 16,-3 0-16,3-3 15,-3 3-15,2-3 16,-2 3-16,2-2 15,-2 2-15,1-1 16,-1 1-16,0 1 16,0-1-16,-1 8 15,1-8-15,0 7 16,0-7-16,1 10 16,-1-10-16,0 8 15,0-8-15,0 6 16,0-6-16,0 6 15,0-6-15,0 3 0,0-3 16,0 2-16,0-2 16,0 0-16,0 0 15,0-3-15,0 3 16,0-5-16,0 5 16,-1-5-16,1 5 15,-1-5-15,1 5 16,-3-6-16,3 6 15,-2-2-15,2 2 16,0-3-16,0 3 16,1-1-16,2-2 15,-3 3-15</inkml:trace>
  <inkml:trace contextRef="#ctx0" brushRef="#br0" timeOffset="287386.719">18115 15542 0,'0'0'0,"0"0"0,0 0 16,2 1-16,-2-1 16,-2-2-16,2 2 15,-2-1-15,2 1 16,-1-2-16,1 2 16,0-1-16,0 1 15,-1-1-15,1 1 16,0 0-16,0 0 15,2 2-15,-2-2 16,5 2-16,-5-2 16,7 5-16,-7-5 15,7 3-15,-7-3 0,9 3 16,-9-3-16,8 1 16,-8-1-16,8 0 15,-8 0-15,5-2 16,-5 2-1,3-2-15,-3 2 0,0-2 16,0 2-16,-3 1 16,3-1-16,-4 3 15,4-3-15,-2 3 16,2-3-16,-3 6 16,3-6-16,0 5 15,0-5-15,3 2 16,-3-2-16,1-1 15,-1 1-15,1-3 16,-1 3-16,4-8 16,-4 8-16,2-6 15,-2 6-15,-3-5 0,-1 2 16,4 3 0</inkml:trace>
  <inkml:trace contextRef="#ctx0" brushRef="#br0" timeOffset="318832.4217">9155 16224 0,'0'0'0,"0"0"0,0 0 0,2 1 16,-2-1-16,-1-1 15,1 1 1,0-1-16,0 1 0,0-3 16,0 3-16,1-1 15,-1 1-15,1-2 16,-1 2-16,1-1 15,-1 1-15,1-1 16,-1 1-16,1 0 16,-1 0-16,0 0 15,0 0-15,0 0 16,0 0-16,0 0 16,0 0-16,0 0 15,0 0-15,0 0 16,0 0-16,0 0 0,0 0 15,0-3-15,0 3 16,2-5-16,-2 5 16,1-6-16,-1 6 15,0-6-15,0 6 16,0-2-16,0 2 16,0-2-16,0 2 15,0 1 1,0-1-16,0 2 0,0-2 15,0 2-15,0-2 16,0 2-16,0-2 16</inkml:trace>
  <inkml:trace contextRef="#ctx0" brushRef="#br0" timeOffset="319504.1016">9120 16353 0,'0'0'0,"0"0"0,0 0 16,0 0-16,0 0 16,2 1-16,-2-1 15,0 1-15,0-1 16,-3 8-16,3-8 15,-3 11-15,3-11 16,-3 7-16,3-7 16,-1 7-16,1-7 15,-2 3-15,2-3 16,0 2-16,0-2 16,0 0-16,0 0 15,0-1-15,0 1 16,0-2-16,0 2 0,1-2 15,-1 2-15,0-1 16,0 1-16,1 0 16,-1 0-16,-1 1 15,1-1-15,3 5 16</inkml:trace>
  <inkml:trace contextRef="#ctx0" brushRef="#br0" timeOffset="320332.0674">9817 16282 0,'0'0'0,"0"0"0,0 0 15,0 0-15,0 0 16,0-1-16,0 1 16,0-2-16,0 2 15,-1-3-15,1 3 16,1-2-16,-1 2 15,1-2-15,-1 2 16,2 0-16,-2 0 16,1 2-16,-1-2 15,2 3-15,-2-3 16,0 2-16,0-2 0,1 1 16,-1-1-16,1-1 15,-1 1-15,4-4 16,-4 4-16,2-7 15,-2 7-15,-3-7 16,3 7-16,-5-6 16,5 6-16,-8-4 15,8 4-15,-7 1 16,7-1-16,-3 2 16,3-2-16,-1 2 15,1-2-15,6 2 16,-6-2-16,8-3 15,2-1-15,-10 4 16,0-4-16,-5 2 16</inkml:trace>
  <inkml:trace contextRef="#ctx0" brushRef="#br0" timeOffset="320831.9198">9802 16464 0,'0'0'0,"0"0"0,0 0 0,0 1 16,0-1-16,-1-2 15,1 2-15,1-1 0,-1 1 16,0 0-16,0 0 15,3 3-15,-3-3 16,3 7-16,-3-7 16,5 7-16,-5-7 15,5 4-15,-5-4 16,6 1-16,-6-1 16,3-1-16,-3 1 15,3-5-15,-3 5 16,1-4-16,-1 2 15,0 2-15,-5 4 16,-1 1-16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7T09:20:24.221"/>
    </inkml:context>
    <inkml:brush xml:id="br0">
      <inkml:brushProperty name="width" value="0.05292" units="cm"/>
      <inkml:brushProperty name="height" value="0.05292" units="cm"/>
      <inkml:brushProperty name="color" value="#FF0000"/>
    </inkml:brush>
  </inkml:definitions>
  <inkml:trace contextRef="#ctx0" brushRef="#br0">3685 7479 0,'0'0'0,"0"0"0,-3-1 16,-15-4-16,-16 0 15,-5-2-15,-13-1 16,-9 1-16,-4 1 0,-5-2 15,-3 4-15,-3 4 16,4-1-16,3 4 16,1 0-16,5 8 15,9-3-15,3 1 16,9-1-16,6 4 16,1 2-16,0-3 15,6 3-15,29-14 16,-27 15-16,5 0 15,5 4-15,8 5 16,4 4-16,2 3 16,7 4-16,0 4 15,1 2-15,-4 7 16,5 6-16,-5 6 16,-2 6-16,-6 7 15,-2 4-15,-4 5 16,-1 2-16,-4-1 15,-1-7-15,2-4 0,4-6 16,0-7 0,-1-4-16,3-6 0,1-6 15,0-3-15,6-6 16,4-5-16,0-29 16,0 25-16,4-2 15,-4-23-15,11 23 16,4-3-16,17-1 15,7-8-15,12-7 16,8-5-16,6-8 16,13-5-16,8-1 15,8 1-15,0 0 16,-3 2-16,-6 5 16,-6 1-16,-11 5 15,-8 9-15</inkml:trace>
  <inkml:trace contextRef="#ctx0" brushRef="#br0" timeOffset="1593.3607">13259 9400 0,'0'0'0,"15"-1"0,14-1 0,7-1 16,15 3-16,8 2 16,-4 1-16,2 2 15,-2 4-15,-10 6 0,3-1 16,-9 2-1,-1 0-15,-6 6 0,-9 1 16,-2 5 0,-6 3-16,-3 3 0,-13 3 15,3 7-15,-8 2 16,3 2-16,-1 2 16,-1 5-16,6 3 15,2 5-15,-1 6 16,4 6-16,2 2 15,3 2-15,2-1 16,-2-4-16,1-2 16,-3 0-16,0-5 15,-3 0-15,0-3 16,1-2-16,-7-5 16,0-4-16,-5-5 15,-5-6-15,-2-6 16,-10-4-16,-3-4 15,-9-5-15,-8-3 16,-14-6-16,-9-3 0,-13-7 16,-12-5-1,-19-3-15,-10 0 0,-11-2 16,-11 2-16,-5 2 16,1 8-16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4:48:47.308"/>
    </inkml:context>
    <inkml:brush xml:id="br0">
      <inkml:brushProperty name="width" value="0.05292" units="cm"/>
      <inkml:brushProperty name="height" value="0.05292" units="cm"/>
      <inkml:brushProperty name="color" value="#FF0000"/>
    </inkml:brush>
  </inkml:definitions>
  <inkml:trace contextRef="#ctx0" brushRef="#br0">2372 14064 0,'0'0'0,"0"0"0,6 9 0,4 11 0,5 5 16,6 4-16,-2 5 15,-1 0-15,-4 0 16,-3 2-16,-2-2 16,-1 0-16,-2-2 15,-1-2-15,-5-30 16,5 26-16,-5-26 16,3 22-16,-3-22 15,3 17-15,-3-17 16,2 11-16,-1-9 15,4-12-15,-4-6 16,5-8-16,-3-6 0,1-1 16,1-3-16,5-3 15,7-2 1,-1 6-16,2 5 0,3 2 16,3 7-16,-2 5 15,8 5 1,-2 5-16,-3 12 0,2 6 15,-6 7-15,-2 5 16,-8 6-16,-1-2 16,-6 2-16,3-1 15,-3 0-15,-5-1 16,-2-1-16,3-29 16,-2 25-16,4 0 15,-2-25-15,7 22 16,-7-22-16,9 19 15,14-8-15,3-7 16,-26-4-16</inkml:trace>
  <inkml:trace contextRef="#ctx0" brushRef="#br0" timeOffset="366.6227">3229 14382 0,'0'0'0,"0"0"0,0 0 0,0-5 0,0 5 15,2-8-15,-5-6 0,3 14 16,-7-18-16,-4 1 16,-5 4-16,-7 6 15,-2 9-15,-3 5 16,3 9-16,1 7 16,0 5-16,7 0 15,6 0-15,11-28 16,-3 25-16,6-2 15,14-3-15,2-2 16,4-6-16,2-5 16,2-5-16,-27-2 15,24-3-15,-2-6 16,2-7-16,-3-4 16,-1-7-16,-7 0 15,-6-1-15,-4 3 16,-6 2-16,3 23 15,-10-18-15,-8 2 16,18 16-16</inkml:trace>
  <inkml:trace contextRef="#ctx0" brushRef="#br0" timeOffset="524.0852">3401 14480 0,'0'0'0,"0"0"0,0 0 0,0 2 0,0-2 16</inkml:trace>
  <inkml:trace contextRef="#ctx0" brushRef="#br0" timeOffset="955.2571">3906 14360 0,'0'0'0,"0"0"0,-4-5 0,-3-5 0,-6 1 0,-4-2 16,-4 4-16,-4 4 16,1 10-1,-4 8-15,4 5 16,24-20-16,-18 25 0,6 5 16,9 1-16,9-4 15,9-3-15,3-5 16,4-6-16,-22-13 15,28 6-15,1-4 16,-29-2-16,31-4 16,-4-6-16,-7-6 15,-9-2-15,-9-4 16,-11-2-16,-3-3 16,-9 2-16,-6 2 15,0 5-15,27 18 16</inkml:trace>
  <inkml:trace contextRef="#ctx0" brushRef="#br0" timeOffset="1227.05">4134 14104 0,'0'0'0,"0"0"0,0 7 0,2 12 0,-2 12 16,0 8-16,-3 8 16,3 3-1,-3-1-15,-4 3 16,4-5-16,1-5 16,2-42-16,-1 38 15,1-38-15,0 27 16,3-14-16,-3-14 15,4-12-15</inkml:trace>
  <inkml:trace contextRef="#ctx0" brushRef="#br0" timeOffset="1416.0684">4058 13952 0,'0'0'0,"7"-8"0,3-9 15,7-1-15,15-1 0,9 2 16,4 8-16,4 9 16,1 4-16,2 9 15,0 7-15,-10 5 16,-8 1-16</inkml:trace>
  <inkml:trace contextRef="#ctx0" brushRef="#br0" timeOffset="1608.8043">4109 14304 0,'0'0'0,"21"-3"0,18 0 0,22 0 0,16 1 0,7 2 16</inkml:trace>
  <inkml:trace contextRef="#ctx0" brushRef="#br0" timeOffset="2163.1062">2503 14829 0,'0'0'0,"0"0"0,4 8 0,9 14 15,14 11 1,5 6-16,5 3 16,-3 0-16,3-1 15,-4-2-15,-6-2 16,-5-3-16,-22-34 16,21 30-16,-21-30 15,17 19-15,-17-19 0,14 12 16,-3-9-1,-1-18-15,-1-10 0,2-11 16,-1-7-16,-2-5 16,1 0-16,6-3 15,-15 51-15,14-45 16</inkml:trace>
  <inkml:trace contextRef="#ctx0" brushRef="#br0" timeOffset="3162.1617">3257 15101 0,'0'0'0,"0"0"16,-1-6-16,-3-14 0,-5-4 0,-2-2 31,-6 0-31,-1 4 16,-5 8-16,2 6 15,-3 9-15,3 11 16,-1 4-16,2 6 16,6 5-16,5-2 0,8-3 15,11-4-15,1-3 16,6-4-16,-17-11 15,23 9-15,-1-4 16,-22-5-16,25 0 16,-25 0-16,21-3 15,-5-5-15,-16 8 16,13-12-16,-13 12 16,7-10-16,0 5 15,-6 9-15,2 8 16,1 6-16,-4-18 15,3 20-15,3 2 16,6-5-16,-12-17 16,17 13-16,3-7 15,1-6-15,3-6 16,-2-9-16,0-4 16,2-6-16,-5-5 0,-2-3 15,-1-4-15,-8-1 16,-2-5-16,-1-3 15,-2 0-15,0-2 16,0 1-16,1 1 16,-4 46-16,3-39 15,-3 39-15,2-30 16,-2 30-16,-2-20 16,-1 13-16,-1 19 15,-6 15-15,3 12 16,1 11-16,-2 10 15,-1 3-15,5-4 16,1 0-16,0-6 16,6-7-16,3-5 15,-2-8-15,6-6 16,-10-27-16,13 20 16,5-3-16,-18-17 15,20 8-15,6-7 0,-26-1 16,28-6-16,-2-11 15,2-8-15,-3-2 16,-8 0 0,-3-1-16,-14 28 15,12-27-15,-9 2 0,-3 25 16,1-22-16,-1 22 16,-6-18-16,-5 10 15,-5 13-15,-2 15 16,0 5-16,5 4 15,6 0-15,10-1 16,1-4-16,9 0 16,12-9-16,-5-2 15,11-8-15,0-7 16,-31 2-16</inkml:trace>
  <inkml:trace contextRef="#ctx0" brushRef="#br0" timeOffset="3565.9427">3753 15039 0,'0'0'0,"0"0"0,0 6 0,2 10 0,7 3 31,1 9-31,-10-28 15,11 29-15,-11-29 0,7 25 16,-7-25 0,9 22-16,-9-22 0,6 16 15,-6-16-15,5 6 16,-4-11-16,3-10 16,-1-5-16,2-2 15,-5 22-15,11-21 16,1 1-16,-12 20 15,16-13-15,2 10 16,2 8-16,-2 10 0,-6 5 0,-12-20 16,11 25-16,-4 4 15,-7-29-15,6 28 16,-6-28-16,1 25 16,-1-25-16,2 20 15</inkml:trace>
  <inkml:trace contextRef="#ctx0" brushRef="#br0" timeOffset="4112.5677">4223 15021 0,'0'0'0,"0"0"0,0 0 0,0-5 16,0 5-16,0-11 15,-6-1 1,6 12 0,-14-13-16,-7 8 15,-10 11-15,3 9 16,-2 6-16,5 7 16,4 1-16,7-3 15,7-2-15,7 1 0,9-5 16,6-1-16,6-1 0,7-4 0,1-4 31,0-3-31,1-5 0,3-3 16,-1-4-1,-1-3-15,-3-4 16,-4 0-16,-1-5 16,-4-1-16,-19 18 15,13-22-15,-2-2 16,-11 24-16,5-27 15,-5 27-15,0-24 16,-9 3-16,-6 7 16,-2 10-16,-3 8 15,2 10-15,-3 7 16,7 1-16,14-22 16,-12 26-16,7 4 15,20-1-15,10-5 0,16 0 16,13-4-16,12-9 15,11-4-15</inkml:trace>
  <inkml:trace contextRef="#ctx0" brushRef="#br0" timeOffset="5199.6636">4802 14948 0,'0'0'16,"0"0"-16,0 0 0,-1 3 0,8 0 0,6-2 15,5 2-15,-18-3 16,21 0-16,6-2 15,-1-4-15,-26 6 16,24-11-16,-3-2 16,-21 13-16,15-20 0,-12-2 15,-3-4-15,-6 2 16,-6 5 0,12 19-16,-19-16 15,-7 9-15,-12 12 16,-4 13-16,-1 8 15,5 7-15,4 4 16,10 2-16,11-5 16,9-2-16,8-1 15,11-2-15,6-1 16,10-2-16,11-5 0,7-6 16,6-6-16,0-4 15,-10-5-15</inkml:trace>
  <inkml:trace contextRef="#ctx0" brushRef="#br0" timeOffset="5682.2604">5098 14404 0,'0'0'16,"3"7"-16,-3 4 0,3 17 0,0 8 15,0 11-15,0 7 0,-5 10 16,2-2-1,-7 2-15,1-3 16,0-4-16,0-4 16,-2-10-16,8-5 15,-1-5-15,1-33 16,0 29-16,0-29 16,0 22-16</inkml:trace>
  <inkml:trace contextRef="#ctx0" brushRef="#br0" timeOffset="6063.5954">5205 15030 0,'0'0'0,"0"0"0,4 0 0,9 4 16,-13-4-16,16 2 0,7-2 15,-23 0 1,25-4-16,-1-4 16,-24 8-16,24-13 15,-8-3-15,-16 16 16,10-18-16,-8-2 16,-4 1-16,-8 3 0,10 16 15,-15-12-15,-6 7 16,-3 9-16,-2 8 15,1 5-15,2 6 16,5 2-16,8-2 16,7 4-16,9-5 15,9 2-15,5-5 16,8-1-16,6-3 16,2-8-16,1-1 15</inkml:trace>
  <inkml:trace contextRef="#ctx0" brushRef="#br0" timeOffset="6327.5368">5572 14991 0,'0'0'0,"0"0"0,0 0 0,-2-1 0,2 1 15,-8-3-15,-5 0 16,-6 6-16,-2 9 15,-3 5-15,-1 10 16,8 2-16,7 3 16,4-4-1,12-1-15,3-2 0,7-4 16,11-7-16,6-6 16,4-5-16,3-10 15,-4-1-15</inkml:trace>
  <inkml:trace contextRef="#ctx0" brushRef="#br0" timeOffset="6688.9443">5731 14490 0,'0'0'0,"0"0"0,1 3 0,4 9 0,0 5 16,0 9-1,3 11 1,-2 7-16,-2 9 16,-1 6-16,-5 4 0,-3 1 15,2-2-15,-2-2 16,2-2-16,3-12 15,6-5-15,1-6 16,-7-35-16,14 23 16,5-6-16,-19-17 15,27 8-15,1-12 16,1-12-16,-4-5 16,-10-6-16,-6-3 15</inkml:trace>
  <inkml:trace contextRef="#ctx0" brushRef="#br0" timeOffset="6834.8091">5761 14968 0,'0'0'0,"0"0"0,0 0 0,0 0 16,0 0-16,0 0 16,7 0-16,12 0 15,7-2-15,7-1 16,7-1-16</inkml:trace>
  <inkml:trace contextRef="#ctx0" brushRef="#br0" timeOffset="7152.8953">5965 14973 0,'0'0'0,"0"0"0,0 3 0,7 8 0,3 2 16,-10-13-16,12 18 0,5 1 16,-17-19-1,15 21-15,-15-21 16,12 18-16,-12-18 16,7 15-16,-7-15 15,0 10-15,0-10 16,-8 4-16,-1-10 15,5-9-15,-3-4 16,10-6-16,7-2 16,6-2-16,-16 29 15,20-25-15,-4 10 16</inkml:trace>
  <inkml:trace contextRef="#ctx0" brushRef="#br0" timeOffset="7534.9131">6301 15052 0,'0'0'0,"0"0"0,0-4 0,0 4 15,-8-8-15,8 8 16,-9-7-16,-4 1 15,-12 3-15,0 7 16,1 5-16,3 4 16,21-13-16,-20 15 15,9 4-15,11-19 16,-3 19-16,9 0 16,5-4-16,-11-15 15,20 11-15,6-6 16,0-5-16,-26 0 0,24-5 15,-5-4-15,-19 9 16,12-13-16,-7-6 16,-9-5-16,-7 2 0,11 22 31,-16-22-31</inkml:trace>
  <inkml:trace contextRef="#ctx0" brushRef="#br0" timeOffset="8233.2958">6360 15001 0,'0'0'0,"0"0"0,3 4 0,3 7 0,-6-11 0,4 16 0,3 2 15,-7-18 1,5 26-1,-5-26-15,4 23 16,-4-23-16,-4 20 16,4-20-16,-2 15 0,2-15 15,-3 9 1,3-9-16,-6 0 0,5-7 16,1 7-16,0-14 0,4-4 15,-4 18-15,6-19 16,-6 19-16,12-17 15,-12 17-15,15-8 16,3 8-16,-18 0 0,15 9 16,-4 6-16,-11-15 15,10 19-15,-10-19 16,6 20-16,-6-20 16,7 13-16,2-6 15,-9-7-15,15 3 31,3-8-31,-18 5 0,21-12 16,-1-4 0,-20 16-16,17-23 0,-6-1 15,-11 24 1,8-26-16,-8 26 0,2-25 16,-2 25-16,-2-19 15,2 19-15,-4-12 16,-1 12-16,3 15 15,5 5-15,6 6 16,2 3-16,7-1 16,6 2-1,-1 0-15,1 2 0,2-1 16,-10-2-16,-2-2 16,-7-3-16,-10-4 15,-8 0-15,-7-4 16,-14-7-16,-6-6 15,-3-6-15</inkml:trace>
  <inkml:trace contextRef="#ctx0" brushRef="#br0" timeOffset="11832.7645">2109 12680 0,'0'0'0,"0"0"0,0 0 0,0-1 0,0 1 16,2-1-16,4 2 0,6 8 15,3 7-15,1 8 16,1 9-1,-1 2-15,-4 2 0,-2-2 16,1 1 0,-5-5-16,-6-31 0,4 31 15,-4-3-15,0-28 32,0 26-32,0-26 15,-4 21-15,4-21 16,0 16-16,0-16 15,-3 7-15,0-12 16,-1-12-16,0-6 16,2-6-16,6-5 15,5-1-15,5 1 16,6-3-16,-20 37 0,22-31 16,6 7-16,9 8 15,-1 10-15,-3 12 16,-6 9-16,2 7 15,-8 4-15,-3 4 16,-4 2-16,-2-2 16,-4 2-16,-4-4 15,-2-1-15,-2-27 16,4 25-16,-4-25 16,3 25-16,-3-25 15,3 22-15,7-10 16,-10-12-16</inkml:trace>
  <inkml:trace contextRef="#ctx0" brushRef="#br0" timeOffset="12220.8167">2841 12881 0,'0'0'0,"0"-6"0,-6-7 0,-1-1 0,7 14 0,-10-16 15,-6-1-15,-3 3 16,-5 4-16,2 5 16,-4 9-16,1 9 15,4 6-15,3 6 16,18-25-16,-17 26 16,13 4-16,4 1 15,9-2-15,11-6 16,5-2-16,6-6 15,2-7-15,-2-3 16,-4-3-16,-27-2 16,25-5-16,-7-2 15,-18 7-15,18-17 16,-9-2-16,-6-9 16,-9 1-16,-9 1 0,-8 7 15,-6 10-15,29 9 16,-27-4-16</inkml:trace>
  <inkml:trace contextRef="#ctx0" brushRef="#br0" timeOffset="12365.8767">3045 13038 0,'0'0'0,"0"0"0,0 0 0,1 1 16,-1-1-16</inkml:trace>
  <inkml:trace contextRef="#ctx0" brushRef="#br0" timeOffset="12778.4525">3480 12928 0,'0'0'0,"0"0"0,0 0 0,0-6 0,-8-2 15,-8 0-15,-7 2 16,-6 7-16,2 5 15,-3 6-15,8 7 16,2 4-16,7 2 16,7 0-16,6 1 15,6-1-15,9-7 16,7-4-16,8-6 16,1-5-16,-1-5 15,-30 2-15,27-6 16,3-3-16,-9-7 0,-7-3 15,-7-4 1,-8-2-16,-11-2 16,-9 0-16,-8-2 15,-1 8-15,30 21 0</inkml:trace>
  <inkml:trace contextRef="#ctx0" brushRef="#br0" timeOffset="13025.8946">3716 12664 0,'0'0'0,"4"10"0,-4 12 0,-1 11 15,-3 11-15,1 9 0,-8 4 16,4 0-16,-2-3 15,0-1-15,-4-6 16,13-47-16,-8 38 16,8-38-16,-6 29 15,3-22-15,3-12 16</inkml:trace>
  <inkml:trace contextRef="#ctx0" brushRef="#br0" timeOffset="13226.9233">3558 12500 0,'0'0'0,"0"0"0,8-3 0,24-5 0,9 4 0,4 5 15,7 5 1,-7 8-16,-3 13 15,-9 3-15</inkml:trace>
  <inkml:trace contextRef="#ctx0" brushRef="#br0" timeOffset="13422.0818">3591 12959 0,'0'0'0,"0"0"0,3 2 0,21-1 0,13-2 16,13-1-16,10 1 15,7-2 1,-4 1-16,-4-1 0</inkml:trace>
  <inkml:trace contextRef="#ctx0" brushRef="#br0" timeOffset="13844.3719">4210 12575 0,'0'0'0,"0"0"0,1 13 0,-1 17 0,-1 14 16,-2 6 0,2 7-1,-6 2-15,-4-4 16,1-1-16,0 0 16,2-7-16,8-6 0,2-6 15,9-10 1,-11-25-16,14 18 0,6-5 15,-20-13-15,24 8 16,0-9-16,3-7 16,-27 8-16,19-12 15,-7-6-15,-5-12 16,-7-1-16,-9 1 16,-2 5-16,-7 3 15,-6 4-15,-6 7 16,30 11-16,-29-4 15</inkml:trace>
  <inkml:trace contextRef="#ctx0" brushRef="#br0" timeOffset="14241.3323">4638 12971 0,'0'0'0,"-7"1"0,-7 0 0,-6 0 0,-5 1 0,-3 6 16,3 10-16,2 2 16,3 5-1,9 3-15,4-2 16,11-5-16,-4-21 15,10 19-15,7-7 16,7-4-16,-24-8 16,26 1-16,1-4 0,-27 3 15,27-9-15,-6-5 0,-11-8 16,-11-1-16,-5-4 16,-9 0-16,-6 1 15,21 26-15,-26-20 31,26 20-31,-24-12 0</inkml:trace>
  <inkml:trace contextRef="#ctx0" brushRef="#br0" timeOffset="14610.9067">4686 13009 0,'0'0'0,"0"0"0,5 5 0,6 9 0,-11-14 0,9 19 16,1 5-16,-10-24 16,7 23-16,-7-23 15,5 22-15,-5-22 16,2 16-16,-2-16 16,0 9-16,-7-7 15,7-2-15,-7-7 16,0-6-16,4-5 0,4-1 0,-1 19 15,5-21-15,-5 21 16,12-18-16,4 8 16,5 7-16,-6 9 15,1 7-15,-5 7 16,-1 4-16,-7 2 16,0 2-16,-2 0 15,-1-28 1,-1 26-16,1-10 0,0-16 15,3 7-15</inkml:trace>
  <inkml:trace contextRef="#ctx0" brushRef="#br0" timeOffset="15393.113">5207 12485 0,'0'0'0,"0"0"0,8 1 0,-1 13 0,1 10 0,1 12 0,-1 10 31,-7 7-31,-2 5 16,-2 3-16,-2-4 15,-5-3-15,4-11 16,6-43-16,-1 36 0,1-36 16,-3 32-1,3-32-15,3 28 0,-3-28 16,1 23-16,-1-23 0,3 17 16,-3-17-16,0 10 15,-7-10-15,-7-7 16,-5-2-16,-2-1 15,0 5-15,-7 5 0,1 4 16,-5 8-16,3 7 16,5 2-16,5 3 15,19-24-15,-12 27 16,12 0 0,12 1-16,8-4 15,10-7 1,5-3-16,5-5 15,3-8-15,-1-3 16,-1-5-16,-2-8 0,-5 2 16,-2-8-16,-4 1 15,-6-3 1,-7-2-16,-1-4 0,-8 1 16,-2 2-16,-4 26 15,-4-25-15,4 25 16,-7-18-1,7 18-15,-13-15 16,0 12-16,13 3 0,-12 8 16,5 8-16,3 7 15,12 4-15,3 0 16,0 1-16,12-4 16,-2 2-16,5 2 15,1-2-15,-3 1 16,-24-27-16,25 23 15,-25-23-15,18 22 16,-12-5-16,-14-1 16,-16-6-16,-12-4 15,-15-6-15</inkml:trace>
  <inkml:trace contextRef="#ctx0" brushRef="#br0" timeOffset="22749.5567">7768 14357 0,'0'0'0,"0"0"0,0 0 0,-2 0 0,4 4 16,5 10-16,-3 9 15,0 8-15,2 6 16,-3 8-16,0 1 16,2 5-16,3 5 15,-5 0-15,0-7 16,-1 0-16,4-8 16,-6-41-16,4 35 0,-4-5 15,0-30-15,0 27 16,0-27-16,-3 19 15,-4-13-15,-1-17 16,-5-11-16</inkml:trace>
  <inkml:trace contextRef="#ctx0" brushRef="#br0" timeOffset="22988.7123">7863 14202 0,'0'0'0,"0"0"0,0 3 0,0-3 0,2 9 16,-1 6-16,-2 10 16,-8 8-16,-11 6 15,-11 5 1,-8 4-16,-11 2 0,-7-2 15,2-4 1,4-4-16,13-8 0</inkml:trace>
  <inkml:trace contextRef="#ctx0" brushRef="#br0" timeOffset="23259.1083">7558 15150 0,'0'0'0,"21"2"0,25 1 0,27-1 0,28 0 0,22 4 16,13 1 0,3 0-16</inkml:trace>
  <inkml:trace contextRef="#ctx0" brushRef="#br0" timeOffset="26437.2611">10828 14241 0,'0'0'0,"0"0"0,0-2 0,0 2 15,-4-9-15,-2-4 16,-7 1-16,13 12 0,-16-13 16,-10 3-16,-5 7 15,-5 1-15,-10 10 16,-3 6-16,0 6 16,0 8-1,2 9-15,1 8 0,3 7 16,8 10-16,4 4 15,6 5-15,11-1 16,9-3-16,11-4 16,11-6-16,5-3 15,14-5-15,-1-7 16,9-8-16,2-9 16,1-10-16,-5-10 15,1-8-15,-2-5 16,-6-3-16,1-5 15,-9-8-15,-8-3 16,-5-4-16,-8-7 16,-15-3-16,-7-1 15,-7-1-15,-11 0 16,-13 7-16,-10 5 16,-20 10-16,-14 16 15</inkml:trace>
  <inkml:trace contextRef="#ctx0" brushRef="#br0" timeOffset="28019.4887">13226 14156 0,'0'0'0,"7"0"0,10 5 0,13-2 0,11 0 0,6-2 0,1-1 16,-1 0-16,-3 1 15,-5 0 1,-3 4-16,-36-5 16,37 2-16,-9 2 15,-28-4-15,30 5 16,-30-5-16,22 5 16,-22-5-16,18 6 15,-7 5-15,-3 11 16,-6 8-16,-6 6 15,0 11-15,-6 5 16,-3 5-16,-1 2 16,-1 3-16,2-1 15,1 1-15,0-3 16,1 1-16,3-5 0,1-3 16,1-6-1,5-3-15,1-43 0,-3 34 16,3-34-16,2 30 15,-2-30-15,1 22 16,0-12-16,6-18 16,-1-16-16,-4-3 15</inkml:trace>
  <inkml:trace contextRef="#ctx0" brushRef="#br0" timeOffset="28212.1066">13339 14616 0,'0'0'0,"0"0"0,4-1 0,19 0 0,24 3 0,22-2 15,26 2 1,21 6-16,20 1 0</inkml:trace>
  <inkml:trace contextRef="#ctx0" brushRef="#br0" timeOffset="30507.7632">16679 14255 0,'0'0'0,"0"0"0,0 0 0,1 0 15,-1 0-15,4 0 16,-4 0-16,3 0 16,-3 0-16,3 0 15,-3 0-15,1 0 16,-6 0-16,-11 0 15,-12 0-15,-10 0 16,-2-3-16,-6 2 16,-1-2-16,3-2 0,0 1 15,2 1-15,42 3 16,-37-2 0,4-1-16,33 3 15,-28-1-15,28 1 16,-20-1-16,20 1 15,-12-3-15,12 3 16,-8 4-16,8 5 16,3 4-16,0 5 15,4 5-15,0-1 0,0 3 16,-1 4-16,1 4 16,-3 2-1,-1 3-15,-4-3 0,3 2 16,-3-3-1,0 0-15,1-34 16,3 28-16,-4-3 0,1-25 16,-1 21-16,1-21 15,-1 15-15,1-15 16,0 10-16,0-10 16,0 4-16,0-9 15,5-5-15,1-4 16,0-3-16,4-2 15,5 0-15,7-1 16,3 4-16,-25 16 16,31-13-16,6 5 15,6 8-15,-1 8 16,-2 8-16,6 6 16,-8 7-16,-7 7 15,2 0-15,-9 4 0,-6 1 16,-6 4-16,-5 0 15,-11 1 1,-8-1-16,-1-5 0,-9-1 16,-6-2-16,0-6 15,-4-3-15,0-5 16,-1-2-16,0-9 16,-6-2-16,3-9 15,-5-2-15,1-10 16,-7-3-16,5-7 15,2-5-15,2-7 16,8-5-16,8-5 16,11 4-16</inkml:trace>
  <inkml:trace contextRef="#ctx0" brushRef="#br0" timeOffset="31547.7276">19193 14089 0,'0'0'0,"0"0"15,0 0-15,0 0 0,0 0 0,1 0 16,-1 0-16,2-2 16,4 2-16,8 0 15,4 0-15,5-1 16,8 2-16,2-2 16,4-1-16,3 2 0,5-1 15,0 0 1,4-3-16,-5-1 15,-2 3-15,-5-1 0,-37 3 16,31-1 0,-1 1-16,-30 0 0,27 1 15,-27-1-15,19 3 16,-19-3-16,11 1 16,-11-1-16,8 4 15,-7 3-15,-1-7 16,0 14-16,-2 5 15,1 11-15,-5 2 16,2 6-16,-1 8 16,-5 4-16,-1 2 15,5 9-15,-5-2 16,3 4 0,1 1-16,0-2 0,-3 0 15,2-3-15,1-4 0,2-5 31,2-8-31,0-4 16,3-38-16,-5 31 16,5-31-16,-3 25 0,3-25 15,-2 18 1,-1-13-16,3-12 16,-4-9-16</inkml:trace>
  <inkml:trace contextRef="#ctx0" brushRef="#br0" timeOffset="31792.5114">19399 14657 0,'0'0'0,"9"1"0,16 6 0,20 3 0,34 2 0,15 2 16,24 1-16,15-1 15,6-1 1</inkml:trace>
  <inkml:trace contextRef="#ctx0" brushRef="#br0" timeOffset="33069.0258">23288 14008 0,'0'0'0,"0"0"0,0 0 0,0 3 15,-3 5-15,-7 9 16,-9 3-16,-3 7 0,-7 5 16,-6-1-16,-1 2 15,-4 3-15,-3-3 16,0 0-16,1-4 15,5-2-15,3-2 16,4-3-16,4-1 16,26-21-16,-27 19 15,6-1-15,0-1 16,21-17-16,-16 16 16,16-16-16,-15 16 15,15-16-15,-7 14 16,2 3-16,11-2 15,-6-15-15,13 16 16,8-4-16,11-5 16,5-3-16,3-1 15,1-5-15,-4 4 16,3-2-16,-5 3 16,4-1-16,-5 3 0,4-1 15,-38-4-15,33 2 16,-6 0-16,-27-2 15,26-3-15,-26 3 16,20-5-16,-4-3 16,-16 8-16,14-14 15,-7-5-15,-5-6 16,0-5-16,-5-4 16,-1 2-16,2-3 15,2 0-15,4-2 16,0 2-16,-2-4 15,2 4-15,-4 35 16,5-32-16,-5 32 16,0-28-16,0 28 0,-1-20 15,0 13 1,3 18-16,-4 12 0,2 9 16,-1 8-16,3 6 15,0 7-15,-2 4 16,6 4-16,-5 3 15,6 1-15,-3-1 16,-1 1-16,1-4 16,-2-2-16,-2-5 15,-4-3 1,2-6-16,-3-3 0,-3-5 16,8-37-16,-9 31 15,-5-12-15</inkml:trace>
  <inkml:trace contextRef="#ctx0" brushRef="#br0" timeOffset="106722.4519">2216 16051 0,'0'0'0,"0"0"0,2 1 0,-2-1 0,4 3 15,4 10-15,4 7 0,3 8 16,-1 5-1,-4 5-15,3-4 16,-5 1-16,-2 0 0,1-4 16,-1-2-1,-3-4-15,-3-25 16,2 23-16,-2-23 16,5 20-16,-5-20 0,2 17 15,-2-17-15,3 11 16,-3-10-16,3-12 15,1-10 1,-1-5-16,-1-3 0,7-4 16,4-4-16,-1 3 15,3 3-15,1 0 16,1 6-16,-1 5 16,5 4-16,-21 16 15,21-13-15,1 10 16,5 8-16,-6 8 15,-3 12-15,-2 7 16,-4 6-16,-3 0 16,-3 3-16,-6-1 15,-2-3-15,2-37 16,-8 35-16,8-35 16,-5 31-16,5-31 15,-4 30-15,6-11 0,2-13 16,13-11-16</inkml:trace>
  <inkml:trace contextRef="#ctx0" brushRef="#br0" timeOffset="107180.5428">2962 16260 0,'0'0'0,"0"0"0,0 0 0,1-1 15,-1 1-15,-1-7 16,-5-5-16,6 12 16,-10-13-16,-5 2 15,15 11-15,-19-6 16,-2 11-16,-4 12 15,4 8-15,6 3 0,6 5 16,9-4 0,9-2-16,5-3 15,1-4-15,-15-20 0,19 16 16,7-3 0,4-6-16,-30-7 0,29 1 15,1-5-15,-9-10 16,-3-4-16,-8-7 15,-9-2-15,-5-5 16,-1-4-16,-5 0 16,-4 3-16,0 4 15,-7 8-15,2 7 16,19 14-16,-22-6 0</inkml:trace>
  <inkml:trace contextRef="#ctx0" brushRef="#br0" timeOffset="107353.4642">3232 16488 0,'0'0'0,"0"0"0,0 0 0,0 2 0,7-4 0</inkml:trace>
  <inkml:trace contextRef="#ctx0" brushRef="#br0" timeOffset="107826.727">3960 16349 0,'0'0'0,"0"0"0,0-6 0,-3-6 16,-4-6-16,4-3 15,-7-1-15,10 22 16,-11-20-16,-9 3 16,-3 3-16,-5 8 15,-2 8-15,3 9 16,0 8-16,8 7 16,-2 7-16,10 3 15,6 1-15,6-2 16,9-1-16,13-8 15,3-6-15,0-4 16,2-6-16,4-9 16,-1-3-16,-31 2 15,30-7-15,-4-6 0,-5-8 16,-11-6-16,-7 1 0,-6-4 16,-8 0-16,-10 3 15,0 3-15,21 24 16</inkml:trace>
  <inkml:trace contextRef="#ctx0" brushRef="#br0" timeOffset="108126.8431">4141 15958 0,'0'0'0,"0"0"0,0 4 0,0 18 0,3 11 15,0 9-15,-6 11 16,6 5 0,-6 2-16,1 1 15,0 1-15,-2-7 0,-2-4 16,4-9-1,2-42-15,-5 32 0,2-13 16,1-13-16,2-6 16</inkml:trace>
  <inkml:trace contextRef="#ctx0" brushRef="#br0" timeOffset="108332.5306">4065 15800 0,'0'0'0,"7"-6"0,13-5 0,16-4 15,9 2-15,12 3 16,3 12-16,2 6 0,2 9 0,-6 6 16,-3 10-16,-14 4 31</inkml:trace>
  <inkml:trace contextRef="#ctx0" brushRef="#br0" timeOffset="108522.8326">4152 16262 0,'0'0'0,"11"0"0,11-3 0,20-1 0,17-5 15,4 0-15</inkml:trace>
  <inkml:trace contextRef="#ctx0" brushRef="#br0" timeOffset="109036.3795">4850 16091 0,'0'0'0,"6"6"0,-1 9 0,1 5 16,2 15-16,4 2 16,-9 2-16,4 1 15,-7-4 1,-2-6-16,-3-4 16,5-26-16,-9 23 15,9-23-15,-8 14 16,8-14-16,-7 10 15,2-10-15,4-13 16,2-7-16,2-4 16,4-7-16,1 0 15,7-3-15,-2 0 16,-13 34-16,21-33 16,3 7-16,3 6 0,-27 20 15,26-11-15,1 11 16,-3 11-16,-7 6 0,-3 4 15,-3 5-15,-5 4 0,-5-1 16,-2 4-16,-2-1 16,0-2-1,3-30 1,-4 27-16</inkml:trace>
  <inkml:trace contextRef="#ctx0" brushRef="#br0" timeOffset="109467.825">5468 16179 0,'0'0'0,"0"0"0,0 0 15,2-4-15,-3-6 0,1 10 0,-7-13 16,-7 1-16,-1 0 16,-9 7-16,0 5 15,1 10-15,0 8 16,4 8-16,4 3 16,5 2-16,5 0 15,10-6-15,5-2 16,8-3-16,0-5 15,8-5-15,-1-4 16,3-5-16,-28-1 16,24-4-16,-24 4 15,24-9-15,-7-5 16,-6-9-16,-11-3 16,-11-3-16,-7-1 15,-7 3-15,25 27 16,-33-20-16</inkml:trace>
  <inkml:trace contextRef="#ctx0" brushRef="#br0" timeOffset="109928.3749">5675 16109 0,'0'0'0,"2"7"0,3 5 0,-2 8 0,1 4 15,-1 4-15,-3-28 16,2 28 0,-2-28-16,0 27 15,0-27-15,-2 26 16,2-26-16,-3 22 15,3-22-15,-4 15 16,4-15-16,-3 8 16,6-9-16,4-12 15,4-5-15,2-6 16,-1-1-16,4-2 16,-4 0-16,2 3 0,3 1 15,0 5-15,3 7 16,0 4-16,-20 7 15,22-2-15,1 10 16,3 11-16,-5 6 16,-3 8-16,-3 4 15,-11 1-15,-3 2 16,-6 2-16,-2-1 16,7-41-16</inkml:trace>
  <inkml:trace contextRef="#ctx0" brushRef="#br0" timeOffset="111698.2213">4542 16580 0,'0'0'0,"0"0"0,0 0 0,-1 0 0,1 0 15,-3 10-15,-3 13 16,2 9-16,-6 10 15,2 5-15,-1 3 16,0-3-16,0 5 16,-2-5 15,5-7-31,6-40 0,0 43 16,8-7-16,-8-36 15,21 25-15,6-9 16,7-12-16,3-11 15,-5-4-15,-4-7 16,-6-4-16,-6 0 16,-3-4-16,-3-2 15,-7 0-15,-5 2 0,-2-2 16,-11 5-16,-6 7 16,-4 2-16,-8 4 15,33 10-15</inkml:trace>
  <inkml:trace contextRef="#ctx0" brushRef="#br0" timeOffset="112148.7813">4955 16902 0,'0'0'0,"0"0"0,-1-3 0,-4-6 16,5 9-16,-12-8 15,-6-1 1,-4 4-16,0 7 16,1 8-16,0 7 15,10 6-15,7 2 16,4-2-16,9 0 15,6-2-15,6-6 16,3 1-16,-24-16 16,24 9-16,5-2 15,-29-7-15,33-1 16,-8-5-16,-25 6 16,20-12-16,-10-6 15,-10-11-15,-13-1 16,-5 1-16,-3 2 15,-6 7-15,-1 5 16,28 15-16,-27-9 16,27 9-16,-21-4 15,8 8-15</inkml:trace>
  <inkml:trace contextRef="#ctx0" brushRef="#br0" timeOffset="112504.2605">5073 16893 0,'0'0'0,"0"0"0,5 2 0,4 9 0,-9-11 0,14 15 16,0 5-1,-14-20-15,10 22 16,-10-22-16,10 23 16,-10-23-16,5 18 0,-5-18 15,-3 18-15,3-18 16,-2 12-16,2-12 15,-3 6-15,2-10 16,2-9-16,4-4 16,8-2-16,-13 19 15,13-18-15,9 1 16,1 8-16,-23 9 16,24-3-16,2 9 15,-3 6-15,-23-12 16,21 22-16,-8 4 15,-4 5-15,-9-31 16,3 28-16,-3-28 16,3 22-16</inkml:trace>
  <inkml:trace contextRef="#ctx0" brushRef="#br0" timeOffset="113006.5631">5637 16580 0,'0'0'0,"0"11"0,0 11 0,0 10 0,0 11 0,0 9 15,-2-1-15,1-1 16,2-1-16,-2-5 16,1-44-16,0 38 15,3-8-15,-3-30 16,3 28-16,-3-28 16,1 19-16,-1-19 15,5 13-15,-3-10 16,-2-3-16,-2-6 15,-4-11-15,-7-7 16,-1-1-16,-4 0 0,1 5 16,17 20-16,-21-15 15,0 6-15,-8 9 16,3 8-16,26-8 16,-24 13-16,3 6 15,11 5-15,14-1 16,3-3-16,13 0 15,4-5-15,8-6 16,6-4-16,3-4 16,-2-2-16</inkml:trace>
  <inkml:trace contextRef="#ctx0" brushRef="#br0" timeOffset="113182.0176">5807 16965 0,'0'0'0,"0"0"0,-3 8 0,3-8 0,-1 14 0,-2 6 15,0 3-15,3-23 16,-4 25-16,4-25 16,-4 21-16</inkml:trace>
  <inkml:trace contextRef="#ctx0" brushRef="#br0" timeOffset="113352.9649">5823 16792 0,'0'0'0,"0"0"0,0 0 0,3 4 0,5 5 0</inkml:trace>
  <inkml:trace contextRef="#ctx0" brushRef="#br0" timeOffset="114244.8222">5957 16970 0,'0'0'0,"0"0"0,3 6 0,0 4 0,-3-10 0,2 13 16,-2-13-16,7 16 15,-7-16-15,3 18 16,-3-18-16,2 13 0,-2-13 16,3 8-16,1-7 15,5-9 1,1-4-16,7-3 15,-17 15-15,21-16 16,1 2-16,2 5 16,-24 9-16,23 1 15,-3 10-15,-2 11 16,-3 1-16,-5 2 16,-10-25-16,10 24 15,7-6-15,1-3 16,4-7-16,1-5 0,0-6 15,-1-2 1,-2-5-16,4-2 16,-3-3-16,-3-1 0,-18 16 15,16-18-15,-2-1 16,-3-5-16,-7 0 16,-4 24-16,-2-23 15,-10 2-15,-6 5 16,-6 7-16,0 8 15,-1 6-15,2 8 16,2 6-16,5 3 16,4 2-16,12-24 15,-4 25-15,9 0 16,11-3-16,-16-22 16,22 18-16,6-2 15,-28-16-15,33 9 16,-33-9-16,31 3 15,-31-3-15,27-5 0,-8-9 16,-6-8 0,-13 22-16,5-23 15,-6 0-15,1 23 0,-6-22 16,6 22-16,-5-17 16,-4 12-16,1 10 15,-2 9-15,4 10 16,-1 7-16,6 5 15,1 5-15,0 4 16,1 5-16,1 2 16,-1 1-16,-1 3 15,2-2-15,-2-1 16,2-4-16,-6-7 16,4-42-16,-7 37 15,-10-6-15,-5-8 16,-6-9-16,-2-13 15,-5-10-15,-3-13 0,-2-13 16,-6-9-16</inkml:trace>
  <inkml:trace contextRef="#ctx0" brushRef="#br0" timeOffset="115023.2792">4332 17656 0,'0'0'0,"7"3"0,10-1 0,7-2 16,6-1-16,-3 0 0,-27 1 15,29-6 1,0-3-16,-2-5 16,-27 14-16,26-17 15,-5-3-15,-9-2 16,-12 22-16,6-21 15,-9 1-15,-6-2 16,9 22-16,-15-17 16,-7 5-16,-9 4 15,0 8-15,-2 9 16,1 8-16,3 8 16,-1 7-16,8 2 0,6-3 15,8 2-15,9-1 16,10-6-16,6 1 15,9-3-15,7-5 16,7-4-16,5-8 16,-2-7-16,0-5 15</inkml:trace>
  <inkml:trace contextRef="#ctx0" brushRef="#br0" timeOffset="115323.3298">4790 17197 0,'0'0'0,"0"0"0,0 6 16,3 13-16,-3 7 0,-2 10 15,4 13 1,-4 5-16,1 5 15,-2 3-15,1 0 16,-3-2-16,0-7 16,0-10-16,2-7 15,2-7-15,1-29 16,-3 24-16,3-24 16,-3 22-16,12-13 15,3-10-15</inkml:trace>
  <inkml:trace contextRef="#ctx0" brushRef="#br0" timeOffset="115687.3747">4935 17698 0,'0'0'0,"0"0"0,2 1 0,-2-1 0,9 1 0,4 1 0,-13-2 31,22 0-31,-22 0 16,20-1-16,-20 1 15,21-4-15,-21 4 16,13-10-16,-4-4 16,-9 14-16,2-17 0,-2 17 15,-3-16-15,3 16 16,-9-14-16,-7 8 15,-7 13-15,2 10 16,0 11-16,5 0 16,4 5-16,5-4 15,7-3-15,9-1 16,3-4-16,8-2 16,6-5-16,5-5 15,3-6-15,3-5 0</inkml:trace>
  <inkml:trace contextRef="#ctx0" brushRef="#br0" timeOffset="115981.2035">5329 17681 0,'0'0'0,"0"0"0,0 0 0,0-2 0,0 2 15,-5-6-15,-2-2 16,7 8-16,-11-6 16,-3 1-16,-9 12 15,1 6-15,1 8 16,0 7-16,3 3 16,6 2-16,9-3 15,5 0-15,6-3 16,8-5-16,15-5 15,0-5-15,4-7 16</inkml:trace>
  <inkml:trace contextRef="#ctx0" brushRef="#br0" timeOffset="116324.206">5514 17290 0,'0'0'0,"0"0"0,3 1 0,-2 7 0,-2 12 0,-2 6 0,2 12 0,-3 9 16,-3 7-16,1 6 31,-5 6-31,2-3 15,-2-2-15,6-7 16,-3-4-16,8-50 16,2 39-16,4-4 15,10-9-15,4-6 16,5-11-16,6-6 16,2-13-16,-2-2 0,-5-6 15</inkml:trace>
  <inkml:trace contextRef="#ctx0" brushRef="#br0" timeOffset="116508.0476">5462 17698 0,'0'0'0,"0"0"0,1 0 0,6 1 0,11 0 0,6 1 0,8 0 31,9 0-31,4-2 16,-6 4-16</inkml:trace>
  <inkml:trace contextRef="#ctx0" brushRef="#br0" timeOffset="116858.7973">5729 17772 0,'0'0'0,"0"0"0,5 1 0,7 3 0,3 6 16,4 4-16,0 4 15,-5 3-15,-2 1 16,-12-22-16,10 24 15,-1-1-15,-9-23 16,0 23-16,0-23 16,0 16-16,0-16 15,-3 10-15,-4-9 16,-2-10-16,4-7 16,-2-2-16,4-3 15,6-5-15,8-6 16,6-1-16,4-2 15,-21 35-15,21-29 16</inkml:trace>
  <inkml:trace contextRef="#ctx0" brushRef="#br0" timeOffset="117282.5591">6135 17848 0,'0'0'0,"0"0"0,0-1 0,-2-9 0,2 10 0,-4-11 16,-3-5-16,7 16 15,-12-16-15,-5 2 16,-4 8-16,-2 9 15,2 8-15,1 8 16,8 2-16,7 2 16,4 0-16,8-1 15,2-2-15,9-2 16,-1-4-16,-17-14 16,20 12-16,5-4 15,-25-8-15,25 2 16,-25-2-16,22-5 15,-2-7-15,-8-10 16,-8-6-16,-7-3 0,-6-1 16,-3 4-16,-4 3 15,16 25-15,-18-17 16</inkml:trace>
  <inkml:trace contextRef="#ctx0" brushRef="#br0" timeOffset="117960.4645">6253 17784 0,'0'0'0,"0"0"0,3 7 0,4 13 0,4 6 16,-2 2-16,-9-28 15,8 30-15,-8-30 16,6 28-16,-6-28 15,0 24-15,0-24 16,-3 15-16,3-15 16,-1 10-16,1-8 15,1-11-15,6-8 16,-1-4-16,3-5 16,3 0-16,0 0 0,-12 26 15,17-22 1,-17 22-16,16-16 0,3 10 15,-19 6-15,15 6 16,-1 10-16,-3 9 16,-4 5-16,-7-30 15,7 30-15,-7-30 16,7 26-16,-7-26 16,8 24-16,6-6 15,-14-18-15,13 6 16,3-8-16,5-12 15,-8-5-15,3-6 16,-7-2-16,-2 1 16,0-3-16,-6 0 15,-1 29-15,0-26 16,0 26-16,-4-23 0,4 23 16,-8-16-16,-4 10 15,-1 12-15,4 8 16,6 9-16,4 3 15,9 5-15,6 1 16,2 3-16,7-1 16,2 1-16,-1-3 15,0 0-15,-4-4 16,-22-28-16,15 28 16,-8-4-16,-12 2 15,-12-7-15,-11-5 16,-6-7-16</inkml:trace>
  <inkml:trace contextRef="#ctx0" brushRef="#br0" timeOffset="133001.1819">7964 16107 0,'0'0'0,"0"0"0,0 0 0,-1 0 0,1 0 0,1-1 16,-1 1-16,2-5 16,-2 5-16,3-7 15,-3 7-15,3-12 16,-2-5-16,-5-4 16,-2-2-16,-7 1 31,-6 4-31,-4 0 0,-4 5 0,-2 1 15,-4 4-15,-6 2 16,-2 4-16,0 6 16,-2 6-1,-3 4-15,3 5 16,1 8-16,-1 6 16,5 6-16,2 8 15,8 5-15,5-3 16,12 6-16,8 1 15,12-1-15,7-4 16,5-4-16,8-5 16,3-5-16,6-9 15,3-2-15,0-6 16,6-8-16,1-3 0,0-5 16,-1-6-16,-1 0 15,1-7 1,-5-5-16,-4-4 0,-4-2 15,-5-8-15,0-5 16,-5-5-16,-4-7 16,-7-2-16,-3 3 15,-7-2-15,-5-1 16,-7 0-16,-3-4 16,-7-1-16,-7 5 15,-4 1-15,-3 6 16,-8 7-16,-7 4 15,-7 7-15,-7 12 16</inkml:trace>
  <inkml:trace contextRef="#ctx0" brushRef="#br0" timeOffset="141593.1584">10502 15745 0,'0'0'0,"0"0"0,0 0 0,0 2 0,0-2 16,-2 0-16,-5 6 15,-7 6-15,-6 7 16,-4 5-16,-6 8 16,-8 4-16,0-1 15,-3 2-15,-3-4 16,-3-2-16,3 0 15,1-4-15,-2 0 16,7-5 0,3 0-16,1-2 0,34-20 15,-30 19-15,30-19 16,-27 17-16,27-17 16,-17 18-16,5-1 15,15 3-15,12-3 16,7-1-16,9-4 15,4-4-15,7 0 16,1-2-16,0-3 16,1 1-16,3-2 15,-4-1-15,1 0 0,-6 1 16,-4-2 0,-34 0-16,31-2 0,-1 0 15,-30 2-15,27-3 16,-27 3-16,18-4 15,-7-6-15,-11 10 16,6-15-16,-5-8 16,-3-9-16,-3-1 15,2 0-15,0 1 16,-2 1-16,1 2 16,-1 0-16,-1 4 15,6 25-15,-5-25 16,5 25-16,-3-25 15,3 25-15,-2-23 16,2 23-16,-1-18 16,2 6-16,1 12 15,5 10-15,-1 7 16,2 8-16,-1 8 16,-1 8-16,4 3 15,-1 4-15,-3 4 16,1 1-16,2 1 0,-4-1 15,0 0-15,-1-1 16,1-5-16,-2-2 16,-1-2-16,1-8 15,-3-35-15,0 37 16,-2-5-16,2-32 16,-2 29-16,2-29 15,-2 25-15,2-25 16,0 18-16</inkml:trace>
  <inkml:trace contextRef="#ctx0" brushRef="#br0" timeOffset="171740.0151">13742 15996 0,'0'0'0,"0"0"0,0 0 0,0-1 0,0 1 15,1-2-15,-1 2 16,-5-6-16,-10 0 16,-6 2-16,-12 3 15,0 2-15,-7 3 16,-6 4-16,1 1 16,-1 6-16,0 3 15,-3 6-15,0 8 16,1 10-16,5 8 15,0 12-15,9 5 16,8 1-16,12 3 16,11-6-16,5-3 15,10-3-15,7-5 16,4-8-16,6-4 16,7-6-16,3-9 15,7-4-15,-2-8 16,0-5-16,1-5 15,-3-3-15,-4-5 0,-2-6 16,-3-3-16,-6-5 16,-7-5-16,-4-3 15,-8-5-15,-3-2 16,-7-5 0,-7-1-16,-12-4 0,-7 3 15,-7 2-15,-13 2 16,-4 6-16,-4 8 15,-8 6-15,-1 10 16</inkml:trace>
  <inkml:trace contextRef="#ctx0" brushRef="#br0" timeOffset="172774.7443">19752 16138 0,'0'0'0,"0"0"0,0 0 0,2-4 0,-2 4 15,4-7-15,-4 7 16,6-8-16,-6 8 0,3-5 16,-3 1-16,-9 7 15,-8 3-15,-15 4 16,-4 4-16,-4 2 15,-8 5-15,-5 3 16,3 6-16,-7 2 16,-4 8-16,7 6 15,7 1-15,6 1 16,15 2-16,6 4 16,12 2-1,12 3-15,9 1 0,8-1 16,11-7-1,7-3-15,6-7 0,3-9 16,-1-8 0,3-6-16,-2-8 0,-3-8 15,-5-7-15,-1-5 16,-1-6-16,-3-6 16,-4-6-16,-2-10 15,-7-3-15,-9-3 16,-5-2-16,-13-4 15,-8 1-15,-11 0 16,-8 0-16,-10 1 16,-11 4-16,-13 6 15,-15 6-15</inkml:trace>
  <inkml:trace contextRef="#ctx0" brushRef="#br0" timeOffset="193451.3599">16020 16009 0,'0'0'0,"0"0"0,0 0 0,0-3 0,0 3 16,-3-6-16,-1-4 31,4 10-31,-1-18 0,3-1 0,-2 19 16,11-22-16,3 2 15,5-2-15,3 5 0,6 3 16,-2 3 0,3 3-16,2 4 0,8 3 15,-3 4 1,7 7 0,-4 7-16,1 5 15,-1 4-15,0 10 16,-7 5-16,-4 6 15,-7 6-15,-10 1 16,-4 3-16,-6 2 16,-8 0-16,-6 0 15,-9-2-15,-3-5 16,-12-5-16,-2 0 16,-9-5-16,-5-2 15,1-7-15,-2-7 16,0-7-16,0-7 15,9-7-15,-1-6 16,8-6-16,5-6 16,7-7-16,2-3 0,9-5 15,6 0-15,11 0 16,1-2-16,-3 30 16,12-27-16,6 5 15,6 5-15,8 7 16,1 4-16,4 10 15,1 6-15,-3 4 16,6 5-16,-1 5 16,-1 2-16,6 6 15,0 3-15,-2 4 16,4 5-16,2 2 16,3 0-16,8 2 15,6-2-15,8-6 16</inkml:trace>
  <inkml:trace contextRef="#ctx0" brushRef="#br0" timeOffset="214306.9751">23045 16201 0,'0'0'0,"0"0"0,0 0 0,-1-3 0,1 3 16,-4-6-16,4 6 15,-4-9-15,4 9 16,-8-10-16,-4-1 16,12 11-1,-14-13-15,-6 2 0,-3 7 16,-4 0-16,3 3 16,-6 5-16,2 2 15,-3 3-15,1 3 16,0 1-16,0 2 15,5 5 1,-4 3-16,4 5 16,0 5-16,2 5 15,-1 2-15,8 5 16,6 3-16,3-2 16,7 2-16,8 0 15,9-2-15,6-3 16,8 0-16,4-3 15,9-6-15,2-3 0,4-5 16,-2-10 0,3-6-16,1-5 0,-2-5 15,-5-5-15,-2-8 16,-4-2-16,-3-7 16,-5-3-16,-6-6 15,-5-3-15,-7-7 16,-3-3-16,-5-5 15,-1-2-15,-5-2 16,-4 2-16,-7-1 16,-1 2-16,-8-1 15,-7 2-15,-8 3 16,-14 6-16,-15 8 16,-11 10-16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5:00:48.983"/>
    </inkml:context>
    <inkml:brush xml:id="br0">
      <inkml:brushProperty name="width" value="0.05292" units="cm"/>
      <inkml:brushProperty name="height" value="0.05292" units="cm"/>
      <inkml:brushProperty name="color" value="#FF0000"/>
    </inkml:brush>
  </inkml:definitions>
  <inkml:trace contextRef="#ctx0" brushRef="#br0">11646 4473 0,'0'0'0,"0"0"0,3-3 0,-3 3 0,7-4 0,9-2 0,-16 6 16,22-4-16,8 3 0,5 4 16,3 2-16,-1 3 15,1 0-15,4 0 16,-1-1-1,3-1-15,1 1 16,7-1-16,4-1 16,3 1-16,4-2 15,7-1-15,6-2 16,6 2-16,5-1 16,6-2-16,1 2 0,2-4 15,6 0 1,0 1-16,5 1 0,5-1 15,4-1 1,3-1-16,-1-1 0,10 3 16,0 0-16,1 1 15,6-5-15,1 2 16,2 3-16,6-4 16,-1 2-16,0 2 15,0-3-15,3 0 16,-2 0-16,7 2 15,-3-2-15,1 1 16,5 1-16,-3-5 16,2 6-16,-2-1 15,3 1-15,0-2 16,2 5-16,1-6 16,-3-1-16,0 7 0,-1-4 15,0-2-15,3 5 16,-1-1-16,0 1 15,0 0-15,2 1 16,-2 0-16,-3-3 16,4 1-16,0-4 15,2 5-15,-3-1 16,0 2-16,-2-2 16,-5 3-16,1-2 15,-1-2-15,3 3 16,0 1-16,4 0 15,-3-3-15,4 7 16,-4-3-16,3 0 16,-4 2-16,-3 2 15,-3-1-15,-3 2 16,-8-4-16,-1 3 16,-9 3-16,-6 0 15,-3-3-15,-8 4 0,-3-4 16,-10-3-16,-8 1 15,-14-3-15,-4-3 16,-14 0-16,-54-1 16,43 1-16,-43-1 15,32-3-15,-32 3 16,20-2-16,-13 1 16</inkml:trace>
  <inkml:trace contextRef="#ctx0" brushRef="#br0" timeOffset="59100.211">7254 11237 0,'0'0'0,"0"0"0,0 0 16,2-3-16,-2 3 0,5-9 0,-2-6 15,-3 15-15,0-21 16,0-3-16,-4-2 16,-5-1-16,-1 3 15,-4 1-15,-4 1 16,-1 3-16,-5 5 15,-4-2-15,-4 5 16,-3 6 0,-6 6-16,-3 9 0,-8 4 15,-3 13-15,0 8 16,-5 6-16,1 13 16,-4 14-16,6 5 15,8 13-15,8 5 16,5 2-16,15 1 15,11-7-15,14-5 16,11-3-16,18-9 16,8-6-16,11-9 15,4-6-15,11-10 16,1-9-16,2-9 16,3-9-16,5-11 0,-1-4 15,2-7-15,-3-8 16,-4-4-16,-5-3 15,-11 0-15,-56 25 16,46-23-16,-12 3 16,-34 20-16,20-19 15,-20 19-15</inkml:trace>
  <inkml:trace contextRef="#ctx0" brushRef="#br0" timeOffset="66670.8752">6712 10259 0,'0'0'0,"0"0"0,0 0 0,3-1 0,-3 1 15,0-2-15,0 2 0,1-2 16,-1 2-16,1-3 15,-1 3-15,1-3 16,-1 3 0,3-4-16,-3 4 0,0-2 15,0 2-15,3-3 16,-3 3-16,4 1 16,8 9-16,5 7 15,4-2-15,2 6 16,3-2-16,1-3 15,-27-16-15,25 20 16,2-1-16,-27-19 16,31 17-16,-7 2 0,-24-19 31,21 18-31,-21-18 16,16 13-16,-16-13 15,11 9-15,-11-9 16,4 2-16,-4-2 15</inkml:trace>
  <inkml:trace contextRef="#ctx0" brushRef="#br0" timeOffset="66914.7858">6976 10234 0,'0'0'0,"0"0"0,0 0 0,0 0 0,0 0 0,0 0 16,-5 9-16,-6 7 15,-8 7-15,-3 3 0,-3 2 16,-5-2-16,-2 1 16,0-4-16,32-23 15,-31 28-15,31-28 16</inkml:trace>
  <inkml:trace contextRef="#ctx0" brushRef="#br0" timeOffset="68292.8432">8029 11471 0,'0'0'0,"0"0"0,0 0 0,5-4 0,-5 4 0,1-5 16,-1 5-16</inkml:trace>
  <inkml:trace contextRef="#ctx0" brushRef="#br0" timeOffset="68571.9682">8037 11421 0,'0'0'0,"0"0"0,0 0 0,0 0 0,0 0 0,2 1 16,6 3-16,5 6 15,7 4 1,4 2-16,3 1 16,3 5-16,4-1 15,-6 0-15,6 1 16,-2-4-16,-3 2 16,-29-20-16,29 17 15,-7 1-15,-22-18 16,22 18-16,-22-18 15,14 17-15,-14-17 16,7 9-16</inkml:trace>
  <inkml:trace contextRef="#ctx0" brushRef="#br0" timeOffset="68802.6546">8271 11453 0,'0'0'0,"0"0"0,-3 3 0,-3 6 0,-5 8 16,-1 6-16,-3 5 16,-2 7-16,-2 1 15,-2 3-15,-3 3 16,-4-5-16,28-37 15</inkml:trace>
  <inkml:trace contextRef="#ctx0" brushRef="#br0" timeOffset="70521.3201">5502 11237 0,'0'0'0,"0"0"0,0 0 0,0-1 0,0 1 0,1-2 16,5 4-16,-6-2 15,11 6-15,5 5 16,7 5-16,6 5 15,-1 2-15,-4-2 16,4-1-16,-4-1 16,-2-1-1,-22-18-15,21 19 16,-2-1-16,-19-18 16,14 19-16,-14-19 0</inkml:trace>
  <inkml:trace contextRef="#ctx0" brushRef="#br0" timeOffset="70778.8521">5763 11258 0,'0'0'0,"0"0"0,-4 9 0,-1 10 0,-9 10 0,-6 6 0,-8 2 15,0-3-15,-2 2 16,-4 0-16,4-4 16,30-32-16</inkml:trace>
  <inkml:trace contextRef="#ctx0" brushRef="#br0" timeOffset="71955.9909">6632 12528 0,'0'0'0,"0"0"16,4 2-16,0 4 0,5 7 0,5 4 15,4 3-15,1 2 16,8-1-16,-1 3 16,0-6-16,0 2 15,-1-4-15,-25-16 16,23 17-16,0-1 16,-23-16-16,19 21 31,-19-21-31,12 15 0</inkml:trace>
  <inkml:trace contextRef="#ctx0" brushRef="#br0" timeOffset="72196.2627">6873 12536 0,'0'0'0,"0"0"0,-6 4 0,-3 6 0,-8 6 16,-4 5-16,-5 7 15,-3 5-15,-6 2 0,-1 3 16,-1-3-16,-2-2 15,39-33-15,-37 29 16</inkml:trace>
  <inkml:trace contextRef="#ctx0" brushRef="#br0" timeOffset="80667.0517">6702 8322 0,'0'0'0,"0"0"0,0 0 0,0 0 0,0 0 16,0-2-16,0 2 16,-1-3-16,1 3 15,0 1-15,1 3 16,-1 7-16,1 9 16,-1 4-16,-1 4 0,-3 6 15,3 2-15,-1 4 16,-2 5-16,0 4 15,1-1-15,0 1 16,0-2-16,1-7 31,7-2-31,-2-5 16,-3-33-16,1 28 16,-1-28-16,2 25 0,-2-25 15,-2 22-15,1-10 16,2-16-16</inkml:trace>
  <inkml:trace contextRef="#ctx0" brushRef="#br0" timeOffset="81047.7815">7171 8228 0,'0'0'0,"0"0"0,2 3 0,-2 8 0,3 9 0,-1 8 15,0 10 1,-4 6-16,0 9 0,-3 4 15,2 4-15,-2-3 16,-2-5 0,3-7-16,-1-4 0,5-6 15,0-7-15,0-29 16,1 28-16,-2-3 16,1-25-16,0 24 15,0-24 1,0 20-16,-3-14 0,-3-8 15</inkml:trace>
  <inkml:trace contextRef="#ctx0" brushRef="#br0" timeOffset="81269.7941">6715 8713 0,'0'0'0,"0"0"0,0 1 0,10-1 0,12 0 0,20-1 16,14-1-16,11-3 15,5 0-15,9 2 16,-9 0-16</inkml:trace>
  <inkml:trace contextRef="#ctx0" brushRef="#br0" timeOffset="82541.3266">6916 9399 0,'0'0'0,"0"0"0,0 0 16,0-3-16,0 3 0,-3-5 15,3 5-15,-1-4 16,1 4-16,-2-2 15,2 2-15,-2-4 0,2 4 16,-3 5-16,-1 1 16,4-6-16,-6 12 15,6-12-15,-4 11 16,4-11-16,-5 10 16,5-10-16,2 10 15,-2-10-15,3 10 16,-3-10-16,11 8 15,4 0-15,-15-8 16,17 4-16,-17-4 16,15 2-16,-15-2 15,13 1-15,-13-1 16,10-3-16,-10 3 16,3-4-16,-3 4 15,0-5-15,-6 2 16,6 3-16,-11 2 15,-6 2-15,17-4 0,-19 11 16,-1 3-16,20-14 16,-14 17-1,14-17-15,-9 18 0,9-18 16,-2 16-16,2-16 16,6 12-16,4-6 15,-10-6 1,16 3-16,3-9 15,-19 6-15,15-11 16,-5 0-16,-10 11 16,5-15-16,-5 15 15,-3-15-15,-3 0 16,6 15-16,-9-13 16,-5 4-16,14 9 15,-17 2-15,1 3 16,16-5-16,-16 12 15,6 0-15,10-12 0,-3 16 16,3-16 0,3 11-16,7-6 15,-10-5-15,16 0 16,1-4-16,-17 4 0,18-12 16,-18 12-16,10-12 0,-10 12 15,5-14-15,-8-2 16,3 16-16,-11-11 15</inkml:trace>
  <inkml:trace contextRef="#ctx0" brushRef="#br0" timeOffset="86395.6788">8981 11547 0,'0'0'0,"0"0"0,0 0 0,-2-1 15,2 1-15,0-3 0,0 3 16,0-6-16,0 6 16,0-3-1,0 3-15,0-2 0,0 2 16,0 0-16,0 0 15,0 3-15,0-3 16,-1 5-16,1-5 16,-1 7-16,3 0 15,-2-7-15,10 2 16,-10-2-16,9 1 16,-9-1-16,8-2 15,-8 2-15,8-8 16,-8 8-16,3-11 15,-3 11-15,-3-11 16,-5 0-16,-6 7 16,14 4-16,-19-1 0,0 6 15,19-5-15,-16 12 16,16-12-16,-15 17 16,15-17-16,-5 15 15,9 0-15,-4-15 16,11 11-16,5-6 15,-16-5-15,18 1 16,-18-1-16,18-3 16,-18 3-16,11-3 15,-11 3-15,8-5 16,-8 5-16,0-6 16,-11 5-16,-5 4 15</inkml:trace>
  <inkml:trace contextRef="#ctx0" brushRef="#br0" timeOffset="87330.4992">9773 11223 0,'0'0'0,"0"0"0,0 0 0,0 0 0,0 7 0,4 11 15,1 9-15,-2 12 0,2 4 16,1 3 0,-2 5-16,-4 0 0,4-2 15,-2 0-15,-1-5 32,1 0-32,0-3 15,-1-2-15,-2-6 16,3-3-16,-2-30 15,4 27-15,3-8 16,-7-19-16,10 11 16,3-13-16</inkml:trace>
  <inkml:trace contextRef="#ctx0" brushRef="#br0" timeOffset="87689.736">10325 11286 0,'0'0'0,"0"0"15,2 3-15,5 15 0,0 8 0,-1 9 16,0 11-16,-3 6 15,-3 3-15,2 2 16,0 7-16,-1-3 16,-2-7-16,4-5 15,3-7-15,-3-4 16,1-9-16,3-3 16,-7-26-16,4 23 15,-4-23-15,4 15 16,-8-12-16,4-3 0</inkml:trace>
  <inkml:trace contextRef="#ctx0" brushRef="#br0" timeOffset="87907.1359">9891 11635 0,'0'0'0,"0"0"0,7 0 0,19-1 0,13-1 0,17-1 15,14 2-15,5 1 16,19 1 0,11 3-16</inkml:trace>
  <inkml:trace contextRef="#ctx0" brushRef="#br0" timeOffset="89248.7414">5086 11332 0,'0'0'0,"0"0"0,0 0 0,0 0 0,0 0 16,-3 3-16,3-3 15,-3 2-15,3-2 16,-3 2-16,3-2 16,-4 1-16,4-1 15,-3 1-15,3-1 16,0-2-16,0 2 0,1-6 15,-1 6 1,2-5-16,-2 5 16,2-5-16,-2 5 0,0 0 15,0 0-15,-5 2 16,5-2-16,-10 5 16,3 7-16,7-12 15,-9 16-15,9-16 16,-5 11-16,5-11 15,1 14-15,-1-14 16,10 8-16,-10-8 16,11 5-16,-11-5 15,14-1 1,-14 1-16,12-8 0,-12 8 0,7-10 16,-7 10-1,4-13-15,-4 13 0,-7-9 16,7 9-16,-11-5 15,11 5 1,-10 0-16,10 0 0,-12 3 16,12-3-16,-9 9 15,9-9-15,-3 7 16,10-5-16</inkml:trace>
  <inkml:trace contextRef="#ctx0" brushRef="#br0" timeOffset="90258.011">3902 11056 0,'0'0'0,"0"0"16,0 0-16,4-4 0,6-6 0,-10 10 16,10-14-16,-10 14 15,12-17-15,-12 17 16,12-18-16,-12 18 15,10-17-15,-10 17 16,8-13-16,-8 13 16,3-10-16,-3 10 15,1-4-15,2 12 0,0 11 16,0 9-16,-3 6 16,-2 6-16,2-1 15,-4 4-15,1 2 16,-1 1-16,1 1 15,2-3 1,1-44-16,0 40 0,0-40 16,-2 38-1,2-38-15,0 31 0,0-31 16,2 25-16,2-17 16,-4-8-16</inkml:trace>
  <inkml:trace contextRef="#ctx0" brushRef="#br0" timeOffset="90577.4434">4244 10951 0,'0'0'0,"0"0"0,2 8 0,3 9 16,2 10-16,-3 4 16,2 11-16,-5-1 15,0 7-15,-1-2 16,2-2 0,-2-1-16,1-6 0,-1-37 15,0 32-15,0-3 16,0-29-16,-1 26 15,1-26-15,-2 19 16,2-19-16</inkml:trace>
  <inkml:trace contextRef="#ctx0" brushRef="#br0" timeOffset="90790.4118">4026 11305 0,'0'0'0,"12"-1"0,11 1 0,22 0 0,18 0 16,17 4-16,9 1 15,10-3-15</inkml:trace>
  <inkml:trace contextRef="#ctx0" brushRef="#br0" timeOffset="91982.4794">6760 13118 0,'0'0'0,"0"0"0,0 0 0,-2 5 15,2-5-15,0 4 16,0-4-16,0 4 16,0-4-16,2 4 15,-2-4-15,4 0 16,-4 0-16,6-4 15,1-2-15,-7 6 16,4-12-16,-4 12 16,1-12-1,-1 12-15,-2-12 0,-8 1 0,10 11 16,-13-7-16,-3 2 16,16 5-16,-16 1 15,1 5-15,15-6 16,-12 14-16,6 2 15,6-16 1,1 18-16,-1-18 0,7 15 16,-7-15-16,16 11 15,2-5-15,-18-6 16,23 1-16,-23-1 16,16-2-16,-16 2 15,16-8-15,-5-3 16,-11 11-16,2-15 15,-2 15-15,-6-12 16,-10 6-16,-3 2 0,19 4 16,-20 2-16,20-2 15,-15 6-15,15-6 16</inkml:trace>
  <inkml:trace contextRef="#ctx0" brushRef="#br0" timeOffset="92901.4814">6643 13870 0,'0'0'0,"0"0"0,0 0 0,0 0 0,0 0 0,3 0 16,-6-5-16,3 5 15,5-9-15,-5 9 16,0-10-16,0 10 16,-4-14-16,4 14 15,-2-10-15,2 10 16,-4-8-16,4 8 15,-2-4-15,-1 6 16,6 11-16,-3 5 16,-4 5-1,5 12 1,-1 3-16,-4 7 16,1 1-16,-1 7 0,-2-2 15,-1 2-15,3-1 16,-3-5-16,7-47 15,-6 42-15,1-5 16,5-37-16,-5 32 16,5-32-16,-5 25 15,5-16-15,4-15 16,5-15-16,-2-8 16</inkml:trace>
  <inkml:trace contextRef="#ctx0" brushRef="#br0" timeOffset="93144.9294">6865 13920 0,'0'0'0,"0"0"0,2 4 0,3 11 0,0 10 16,1 7-16,-1 6 15,-4 10-15,-1-3 0,-1 4 16,-2-1 0,-3 0-16,0-4 0,2-3 15,2-8 1,2-3-16,0-30 0,-2 27 16,2-27-16,2 25 15,-1-7-15,0-14 16</inkml:trace>
  <inkml:trace contextRef="#ctx0" brushRef="#br0" timeOffset="93388.9853">6638 14156 0,'0'0'0,"0"0"0,10 1 0,17-4 0,16 3 16,16-2-16,7 0 16,11-3-16,10-2 15</inkml:trace>
  <inkml:trace contextRef="#ctx0" brushRef="#br0" timeOffset="107834.8619">5901 11079 0,'0'0'0,"0"0"0,-4-3 0,4 3 0,-7-8 0,0-4 0,7 12 16,-9-14-16,0-5 16,-10 0-16,3-2 15,-6 5 1,-3 0-16,-3 3 0,-2 0 15,-3 5-15,-5-3 16,3 2-16,-1 6 16,-3-1-1,1 3-15,0-1 16,-4 4-16,7-3 16,-1 2-16,0 4 15,2-1-15,5 1 16,-1 3-16,-1 1 15,0 1-15,2 0 16,-2 1-16,0 2 16,7-1-16,-7 3 0,4-2 15,0 0-15,0 0 16,-1 3-16,28-16 16,-27 18-16,2 0 15,-1 3-15,26-21 16,-22 20-16,3 1 15,1 1-15,6 1 16,6 2-16,2 0 16,2 0-16,2-25 15,2 25-15,4 2 16,7 4-16,3-2 16,1 0-16,5-1 15,5-2-15,3-3 16,4 0-16,5-2 15,8 0-15,1 0 16,2-4-16,4 2 16,2-2-16,-1-2 15,4-1-15,-4 2 16,4-5-16,0-4 0,-1 1 16,-2-4-16,-1-4 15,-6-4-15,-4-5 16,-2-3-16,-8-2 15,-4-3-15,-3-4 16,-6-2-16,-22 23 16,20-27-16,-5-5 15,-3-8-15,-5-3 16,-6 0-16,-5 0 16,-3 3-16,-4 0 15,-4 0-15,-4-2 16,-9 2-16,-6 2 15,-1 4-15,-10 1 16,-5 2-16,-7 9 16,-11 7-16</inkml:trace>
  <inkml:trace contextRef="#ctx0" brushRef="#br0" timeOffset="112017.1004">7058 9337 0,'0'0'0,"0"0"0,2-7 0,-2 7 0,5-9 16,-2-6-16,-3 15 16,0-19-16,0 19 15,3-19-15,-3 19 0,0-17 16,0 17-16,0-18 15,0 18-15,0-15 16,-5 1-16,-8 5 16,-6 7-16,-2 4 15,-8 4-15,-2 2 16,3 0 0,-2 0-1,-4 0-15,0 3 0,4 3 16,-2 2-1,1-1-15,2 4 0,-1 3 16,4 3-16,2 2 16,4 5-16,-1 1 15,1 4 1,0 5-16,1 3 0,2 3 16,0 5-1,4-1-15,2-1 0,1-3 16,2 3-16,1-1 15,2 4-15,5-4 16,2 0-16,5 0 16,3-3-16,1-2 15,6-1-15,-3 0 16,2-2-16,2-1 16,3-3-16,0-2 15,1-4-15,0-3 16,2-2-16,-3-5 0,5-4 15,-26-18-15,27 9 16,-2-1 0,5-6-16,0-2 0,-1-4 15,-2-3-15,1-2 16,-4-7-16,4-4 16,-3-4-16,1-4 15,3-4 1,-2 1-16,-3-3 0,0-1 15,-4-5 1,-2-6-16,-4 3 0,-2-6 16,-2-2-16,-1-1 15,-3-2-15,1-6 16,-1 0-16,-4-3 16,-4 2-16,-3-1 15,1 2-15,-4-3 16,2 2-1,-2 4-15,0 5 0,-3 2 16,-1 4-16,-4 3 16,-1 2-16,0 2 15,0 6-15,-4 3 16,-4 6-16,-4 3 16,-3 9-16</inkml:trace>
  <inkml:trace contextRef="#ctx0" brushRef="#br0" timeOffset="113249.0639">9299 11339 0,'0'0'0,"0"0"0,-1-4 0,1 4 0,-4-12 15,-2 0-15,-4-4 16,-5-3-16,-3 4 16,-2-1-16,-5-1 15,-5 3-15,-3 0 0,-5-1 31,-3 1-15,-3 1-16,-6 0 0,2-1 16,-6 4-16,-5 1 15,2 1-15,-6 1 16,1 4-16,-3 2 16,5 0-16,-1 2 15,-2 3-15,2 1 16,0 5-16,1 3 15,-2 4-15,6 3 16,4 3-16,-1 4 16,6-1-16,2 4 15,6 3-15,6 1 16,7 3-16,3 3 16,10-2-16,7 4 15,3-2-15,4-3 0,7 3 16,7-2-16,6-2 15,6 2-15,5-3 16,13 1-16,2-3 16,8 1-16,1-5 15,9-2-15,6-3 16,-4-2-16,6-8 16,1-3-16,1-5 15,2 0-15,-1-3 16,0-3-16,-3-1 15,-1-2-15,-5-5 16,-6-3-16,-5 2 16,1-7-16,-8 0 15,1-5-15,-6-3 16,-6 0-16,-3-2 16,-5-4-16,-11-2 15,0-3-15,-5-3 16,-7 0-16,-8-5 15,-3-1-15,-6-2 0,-9 1 16,-5-3 0,-11 6-16,-9-1 0,-10 3 15,-14 4-15</inkml:trace>
  <inkml:trace contextRef="#ctx0" brushRef="#br0" timeOffset="114405.9712">7162 12429 0,'0'0'0,"0"0"0,0 0 0,-4-5 0,-3-3 16,7 8-16,-12-12 15,-2-2-15,-3 3 16,17 11-16,-15-12 15,-4 0-15,-4 3 16,-4-2-16,27 11 16,-27-9-16,-3 4 15,-4 0-15,1 5 16,2 3-16,6 1 0,0 5 16,4-2-16,-2 6 15,2 0-15,1 3 16,-1 2-16,0 2 15,3 3-15,1 4 16,-3 0 0,1 7-16,1 2 0,2 2 15,-1 3 1,3-1-16,-4 4 0,8 2 16,-1 0-16,3-1 15,3 4-15,2-1 16,-2 3-16,2-1 15,2 0-15,0-2 16,1-3-16,5-2 16,1-3-16,-1-4 15,5-1-15,1-3 16,-11-32-16,14 29 16,7-2-16,4-1 15,5-5-15,1-5 0,4-7 16,0-7-1,-3-5-15,2-3 0,-1-8 16,2-4 0,-3-4-16,5-4 0,-5-3 15,3-3-15,-4-1 16,-1-4-16,-1 0 16,-2-4-16,-2 0 15,-5-4-15,0-4 16,-4-2-16,-4-1 15,-2-3-15,-2 2 16,-5-2-16,-3-1 16,1-1-16,-6 3 15,0 2-15,-7 8 16,0 6-16,-7 4 16,-2 3-16,-15 3 15,-4 3-15</inkml:trace>
  <inkml:trace contextRef="#ctx0" brushRef="#br0" timeOffset="125631.0189">9763 13201 0,'0'0'0,"0"0"0,6 4 0,-6-4 15,13 6-15,9 4 16,5 2-16,7-1 16,-1 0-16,-1 3 0,4-4 15,2 0-15,-2 3 16,2-2 0,3 0-16,4 2 15,4-2-15,3 1 0,1 0 16,11-1-16,-4 0 15,9 2-15,4 1 16,0 2-16,8 1 16,2-3-16,3 2 15,1 2-15,0-1 16,2 0-16,9 2 16,0-2-16,4 2 15,2-1 1,3 1-16,4-3 0,-1 1 15,2 2-15,4 1 16,-1-2-16,-3 6 16,2-2-16,4-2 15,-4-1-15,4 1 16,1 0-16,1 1 16,1 1-16,0 0 15,4-2-15,-2 1 16,4-1-16,-1 1 0,4-1 15,-4 0-15,5-1 16,-2 1-16,7-1 16,-7 1-1,2 2-15,3-2 0,-7-1 16,4 2-16,3-4 16,-1 1-16,4-2 15,2-3-15,6 5 16,-1 3-1,1-1-15,0 1 0,6-2 16,-8 0-16,6 3 16,0 0-16,-1 1 15,2 3-15,-4 2 16,-3-3-16,3 1 16,-6 1-16,2 0 15,-2 1-15,-2-1 16,1-1-16,-4-1 15,-4 4-15,0 2 0,-7-2 16,-9 0-16,1-2 16,-2 0-16,-10-2 15,0 3 1,3-2-16,-9 1 0,-8-1 16,-8-7-1,-8-1-15,-6 0 16,-6-1-16,-6-3 0,-8-1 15,-48-13-15,37 9 16,-37-9-16,29 6 16,-29-6-16,16 4 15,-16-4-15,9 0 16,-11-5-16,2 5 16</inkml:trace>
  <inkml:trace contextRef="#ctx0" brushRef="#br0" timeOffset="126352.9248">19573 14653 0,'0'0'0,"9"6"0,6 6 0,15 10 0,13 8 15,1 5-15,7 2 16,5 5-16,4 0 16,-1-1-1,2 0-15,-6 1 16,-2-2-16,-6-4 0,0-2 15,-10-2 1,-1-4-16,-36-28 0,27 24 16,-5-1-1,-22-23-15,16 20 0,-7-3 16,-19-4-16,-6-4 16,-14-5-16,-11-4 15,-5-1 1,-6-1-16,-8-2 0,-4 2 15,-5 3-15,1 0 16,2 0-16,3 5 16,3 2-1,4-1-15,8 5 0,5 4 16</inkml:trace>
  <inkml:trace contextRef="#ctx0" brushRef="#br0" timeOffset="174877.9355">25273 14739 0,'0'0'0,"0"0"0,0 0 0,0-4 0,0 4 16,-2-4-16,2 4 0,-4-6 31,4 6-31,-2-7 0,2 7 0,-1-5 16,1 5-16,-1-2 15,1 2-15,0-2 16,0 2-16,0 1 15,0-1-15,0 2 16,0-2 0,4 4-16,-4-4 0,10 2 15,7 4-15,10 0 16,-27-6-16,30 4 16,3 1-16,6 1 15,-3-4-15,1-1 16,-3-1-16,-3 0 15,-4-1-15,0 4 16,-27-3 0,27 4-1,-27-4-15,25 4 0,-25-4 16,25 3-16,-25-3 16,24 4-16,-24-4 15,20 5-15,-20-5 16,15 4-16,-15-4 15,10 3-15,-10-3 16,7 2-16,-7-2 16,3 1-16,-3-1 15,1 6-15,-1-6 16,2 8-16,2 7 16,-4-15-16,3 19 15,0 4-15,2 7 0,-4 0 16,-2 2-16,-4 1 15,5 6-15,-6 4 16,-1 6-16,1-2 16,-1-3-16,1-7 15,3-2-15,3-2 16,-1-2-16,1-31 16,0 27-16,0-27 15,0 25-15,0-25 16,-1 22-16,1-22 0,1 15 15,-1-15 1,2 10-16,-2-10 16,1 5-16,-1-5 15,-2 2-15,2-2 16,-1-1-16,1-7 16,0 8-16</inkml:trace>
  <inkml:trace contextRef="#ctx0" brushRef="#br0" timeOffset="176005.835">26127 14455 0,'0'0'0,"0"0"0,0 0 0,-1-2 0,1 2 16,0-1-16,0 1 15,1-4-15,-1 4 16,5-3-16,-5 3 16,6-5-16,-6 5 15,8-2-15,-8 2 16,8-4-16,-8 4 16,5-6-16,-5-6 15,-4 0-15,4 12 0,-7-16 16,7 16-16,-9-18 15,-2 2-15,-6-1 16,17 17 0,-21-12-16,-4 2 0,-3 4 15,-2 5-15,0 4 16,4 4-16,3 8 16,-2 1-16,4 7 15,7 2-15,14-25 16,-12 31-16,10-1 15,2-30-15,8 36 16,11-4-16,9-6 16,2-3-16,1-9 0,-2-9 15,-29-5 1,28 1-16,-3-7 16,-2-3-16,-3-7 15,-3-1-15,-17 17 16,10-19-16,-1-1 15,-9 20-15,5-20 16,-5 20-16,4-18 16,-4 18-16,2-13 15,-2 13-15,-3-7 0,0 11 16,2 11-16,-5 7 16,2 9-16,0 2 15,0 1-15,2 3 16,1-2-16,-2 0 15,-3-3-15,9-1 16,-3-31-16,0 27 16,0-27-16,-2 22 15,2-22-15,0 18 16,1-8-16,3-13 16</inkml:trace>
  <inkml:trace contextRef="#ctx0" brushRef="#br0" timeOffset="176460.0525">26487 14451 0,'0'0'0,"0"0"0,-1-4 0,1 4 0,-4-9 16,4 9-16,-6-9 15,-7 2-15,-5 3 16,-5 9-16,-3 8 16,3 6-16,0 5 15,6 6-15,2-2 16,6 3-16,5 0 15,6-1-15,-2-30 16,11 31-16,8-1 16,7-4-16,1-2 15,3-9-15,-1-8 16,-29-7-16,27 3 16,-8-6-16,0-11 15,-6-4-15,-2-4 0,-3-9 16,-5-3-1,-4-5-15,-3 1 16,-6 0-16,-5 3 0,-9 6 16,-2 10-16</inkml:trace>
  <inkml:trace contextRef="#ctx0" brushRef="#br0" timeOffset="176862.266">26854 14173 0,'0'0'0,"0"0"0,-4-4 0,4 4 16,-7-9-16,-8-1 15,-3 2-15,-6 6 16,2 7-16,0 6 16,5 5-1,1 3-15,16-19 0,-10 23 16,8-3-16,9 2 16,8-6-16,6-1 15,3-5-15,0-6 16,0-5-16,-24 1 15,21-5-15,-2-6 16,-19 11-16,14-19 16,-4-4-16,-9-8 15,-10-3-15,-13 8 16,-14 7-16</inkml:trace>
  <inkml:trace contextRef="#ctx0" brushRef="#br0" timeOffset="206555.4581">30426 11199 0,'0'0'0,"0"0"0,0 0 0,-1-2 0,1 2 16,2-4-16,-2 4 0,3-10 16,2-2-16,-5 12 15,4-16-15,0 2 16,-4 14-16,3-19 15,-3 1-15,-6-4 16,6 22-16,-7-21 16,-6 1-16,-7-3 15,-2 6-15,-3 1 32,-1 3-32,-3 1 0,-1 5 15,-2 2 1,-2 4-16,-4 4 0,2 2 15,-4 5-15,0 5 16,-6 2-16,6 9 16,-1 7-16,0 6 15,-2 6-15,3 4 16,3 5-16,4 2 16,5-3-16,9 0 15,5-1-15,12 1 16,9-4-16,9 0 15,4-6-15,9 0 16,4-7-16,10-5 16,0-7-16,12-8 15,5-7-15,3-4 16,6-4-16,-1-5 0,-4 0 16,-2-3-16,-7 0 15,-9-1-15,-46 8 16,40-4-16,-40 4 15,32-6 1</inkml:trace>
  <inkml:trace contextRef="#ctx0" brushRef="#br0" timeOffset="207379.015">29960 9978 0,'0'0'16,"0"0"-16,3 3 0,-2 6 0,1 5 0,-2 7 16,2 8-1,-3 17-15,3 4 16,-4 4-16,4 1 15,-5-1-15,4-3 16,2-5-16,3 0 16,-2-6-16,0-2 15,2 0-15,-4-6 0,6 0 16,-1 0-16,-1-4 16,1 2-16,-7-30 15</inkml:trace>
  <inkml:trace contextRef="#ctx0" brushRef="#br0" timeOffset="208042.0104">29855 11879 0,'0'0'0,"0"0"0,0 0 0,0 1 16,-10 6-16,-12 9 15,-7 7-15,-10 6 16,-6 7-16,-10 3 15,-10 7-15,-5 3 16,-11 1 0,-3-2-16,0-2 0,4-1 15,1-4-15,9-3 16,7-3-16,5-6 16,5 0-16,12-4 15,41-25-15,-42 24 16,42-24-16,-35 19 15</inkml:trace>
  <inkml:trace contextRef="#ctx0" brushRef="#br0" timeOffset="208794.5572">29716 9153 0,'0'0'0,"0"0"0,1 7 0,1 18 0,-1 7 16,-2 9-16,2 8 16,-1 8-1,-3-4-15,-2 5 16,0-7-16,2-2 16,-1-10-16,3-3 15,1-36-15,0 32 16,0-32-16,4 29 15,0-8-15</inkml:trace>
  <inkml:trace contextRef="#ctx0" brushRef="#br0" timeOffset="209083.1008">30161 9121 0,'0'0'0,"0"7"0,-1 12 0,1 13 0,0 8 16,0 8-16,-1 4 16,2 4-1,-1-4-15,-3-3 16,-2-3-16,1-6 15,1-4-15,-1-6 16,4-30-16,-1 29 16,1-29-16</inkml:trace>
  <inkml:trace contextRef="#ctx0" brushRef="#br0" timeOffset="209323.7604">29647 9544 0,'0'0'0,"14"-4"0,19-1 0,15-4 0,29 0 16,15 2-16,9 1 15,0 1 1,0-2-16</inkml:trace>
  <inkml:trace contextRef="#ctx0" brushRef="#br0" timeOffset="210107.3296">28016 12521 0,'0'0'0,"0"0"0,0 2 0,-5 14 0,3 7 15,-2 9-15,-4 12 0,1 11 16,-4 7-16,1 1 16,-3 1-1,4-2-15,4-6 16,0-6-1,-1-7-15,6-43 16,-5 36-16,1-5 16,4-31-16,-2 27 15,4-11-15</inkml:trace>
  <inkml:trace contextRef="#ctx0" brushRef="#br0" timeOffset="210408.4887">28352 12596 0,'0'0'0,"0"0"0,2 7 15,0 16-15,-4 10 0,0 8 16,0 7-16,1 2 16,-5-3-16,4-2 15,-6-1-15,8-44 16,-4 41-16,-1-1 16,5-40-16,-5 41 15,-1-4-15,6-37 16,-6 29-16</inkml:trace>
  <inkml:trace contextRef="#ctx0" brushRef="#br0" timeOffset="210626.7478">27921 12935 0,'0'0'0,"8"-1"15,11-3-15,13-2 0,25-3 0,14-2 16,16 1-16,16-3 16</inkml:trace>
  <inkml:trace contextRef="#ctx0" brushRef="#br0" timeOffset="212147.1174">30272 11958 0,'0'0'0,"0"0"16,0 0-16,0-1 0,0 1 0,-1-3 16,1 3-16,0-1 15,0 1-15,-1 0 16,1 0-16,1 1 15,-1-1-15,0 7 16,3 6-16,2 3 16,-5-16-16,7 22 15,3 3-15,1 6 16,-1 1-16,0 0 0,4 1 16,0-2-16,-2 2 15,4 0-15,-2 1 16,4 2-16,-3-1 15,4 0-15,0-2 16,-3 1-16,3 0 16,-4 0-16,5 4 15,-3-5 1,-2 1-16,5 3 16,-5-4-16,3 2 15,-4 1-15,2-3 16,-3-1-16,-2 0 15,2-1-15,-13-31 16,10 32-16,-2-4 16,3 4-16,-1-2 15,0-1-15,-10-29 0,8 28 16,3-2-16,-11-26 0,9 25 16,-9-25-16,10 24 15,-10-24-15,9 22 16,-9-22-16,8 18 15,-8-18-15,4 13 16,-4-13-16,7 7 16,-7-7-1,5 4-15,-5-4 0,3 1 16,-3-1-16,2 0 16,-2 0-1,0-1-15,0 1 16,0 0-16,0 0 15,0 0-15,0 0 16,1-5-16,-1 5 16,3-7-16,5-1 15,-8 8-15,10-13 16,6 1-16,8-1 16,2 1-16,1 0 15,7 0-15,-1 0 16,2-2-16,0-2 15,8 5-15,-2-3 0,4 0 16,-2 2 0,-3 4-16,-40 8 0,33-6 15,-33 6-15,29-5 16,-29 5-16,22-3 16,-9 0-16,-12-5 15,-7-2-15</inkml:trace>
  <inkml:trace contextRef="#ctx0" brushRef="#br0" timeOffset="213062.7775">30267 11928 0,'0'0'0,"0"0"0,0 0 0,2-2 0,-2 2 16,0-3-16,0 3 15,2-1-15,-2 1 32,1 3-32,-1-3 15,6 9-15,2 7 16,5 5-16,2 2 15,1-1-15,1-1 16,0 0-16,4 1 16,0 0-16,3 1 15,-1 2-15,2-2 16,-1 4-16,-2-2 16,3 1-16,5 2 15,-2 1-15,0-4 0,1 4 16,-2-3-1,2 0-15,-2 2 0,0-1 16,-3-3-16,-3-1 16,1 2-16,2 0 15,-2 2-15,-1-2 16,-1-1-16,3-2 16,-4 0-16,0-1 15,-1-2-15,3 0 16,-5 1-16,7 1 15,-23-21-15,17 21 16,4 0-16,0-1 16,3 2-16,-24-22 15,20 20-15,0-1 16,-20-19-16,22 19 16,-22-19-16,19 18 15,-19-18-15,16 17 16,-16-17-16,13 14 0,-6-5 15,-11-9-15,4 0 16</inkml:trace>
  <inkml:trace contextRef="#ctx0" brushRef="#br0" timeOffset="216530.2582">30372 12171 0,'0'0'0,"0"0"0,2 6 0,2 8 0,3 6 15,1 5-15,3 7 16,3-1-16,0 5 15,4 1-15,-1-2 16,-1-2-16,-2-3 16,-14-30-16,15 24 15,-15-24-15,10 20 16,-10-20-16,13 18 16,-13-18-16,9 11 15,-9-11-15,4 5 16,-4-13-16,-3-13 15,-1-3-15,-5-7 16,1-5-16,-1-1 16,2 5-16,-1-4 15,8 36-15,-9-38 16,3 4-16,6 34 0,-6-31 16,6 31-16,-4-25 15,2 10-15,2 15 16,0-1-16,6 15 15,6 18-15,4 11 16,2 2-16,0 2 16,1-2-16,-2-6 15,-3-2-15,0-8 16,1-2-16,-15-27 16,12 24-16,-12-24 15,11 17-15,-11-17 16,8 10-16,-2-7 15,-6-9-15,-5-10 16,-2-8-16,0-3 0,-6-7 16,1 0-1,-3-4-15,-5 0 0,-1 0 16,1 2-16,0 1 16,20 35-16,-16-29 15,16 29-15,-16-25 16,16 25-16,-9-17 15,1 14-15,5 23 16,5 15-16,4 12 16,5 7-16,5 2 15,0-5-15,5-1 16,-1-5-16,-20-45 16,16 37-16,-16-37 15,14 28-15,-14-28 16,13 21-16,-4-8 15,-5-13-15,-6-9 16,-4-11-16,-7-9 16,3-7-16,-7-8 15,0-7-15,2 2 16,-4-1-16,1 5 0,18 45 16,-15-39-16,15 39 15,-13-28-15,5 10 16,5 14-16,4 15 15,9 14-15,3 13 16,0 10 0,5 6-16,4 3 0,-5-2 15,0-3-15,3-4 16,-3-5-16,-17-43 16,13 34-16,-13-34 15,11 28-15,-11-28 16,11 22-16,-6-10 15,-4-12-15,-3-12 16,-1-7-16,-3-11 16,2-11-16,0-4 15,0-6-15,3 2 0,0 4 16,1 9-16,0 36 16,0-29-16,0 11 15,0 14-15,1 13 16,4 16-16,-1 12 15,0 14-15,0 10 16,2 0-16,1-3 16,2-6-16,-9-52 15,7 40-15,-7-40 16,7 29-16,-7-29 16,9 22-16,-9-22 15,7 12-15,2-15 16,-4-11-16,-2-11 15,-3-7-15,-1-6 16,-3-1-16,-2-3 16,1 2-16,0 3 15,5 37-15,-5-34 16,5 34-16,-1-29 0,1 29 16,-1-21-1,1 11-15,4 16 0,5 17 16,3 11-16,0 14 15,1 7-15,3 3 16,-5-6-16,1-8 16,-12-44-16,9 37 15,-9-37-15,6 28 0,-6-28 16,2 18-16,2-9 16,-5-12-16,-2-11 15,-1-9 1,-5-9-16,0-7 15,4-3-15,-6-6 16,2-3-16,1 3 16,1 3-16,7 45 15,-9-38-15,9 38 16,-8-27-16,-1 13 16,2 17-16,2 17 15,7 14-15,-1 16 0,3 9 16,0 4-16,-4-1 15,2-4 1,1-5-16,-3-53 0,3 46 16,-3-46-16,4 37 15,-4-37-15,6 26 16,-6-26-16,7 17 16,1-18-1,2-20-15,-1-12 0,-1-15 16,-1-8-16,1-6 15,3 4-15,-2 3 16,-1 6-16,-8 49 16,6-39-16,-6 39 15,6-27-15,-2 18 16,-3 27-16,-1 17 16,-4 19-16,-3 8 15,-4 10-15,0-2 16,0-9-16,3-11 15,8-50-15,-5 39 16,5-39-16,-1 27 0,1-14 16,6-11-1,7-12-15,1-8 0,-1-9 16,5-7-16,-6-8 16,-1-7-16,1-1 15,-3 2-15,-9 48 16,5-41-16,-5 41 15,9-33-15,0 16 16,0 16-16,-5 18 16,-1 14-16,-8 13 15,-5 10-15,1 0 16,-2-5-16,11-49 16,-10 40-16,10-40 15,-8 31-15,8-31 16,-5 21-16,5-21 15,-2 13-15,2-14 16,0-11-16,3-8 0,3-7 16,2-6-16,-3-3 15,4-1-15,-4 1 16,-1 1-16,-4 35 16,5-32-16,-5 32 15,3-25-15,1 11 16,-3 18-16,-2 16 15,-6 14-15,-3 15 16,-5 5-16,0 1 16,15-55-16,-15 49 15,15-49-15,-13 39 16,13-39-16,-10 29 16,7-16-16,3-16 15,10-11-15,2-8 16,2-6-16,8-4 15,-2-1-15,1-9 16,1-1-16,-4 6 0,-18 37 16,14-32-1,-14 32-15,11-23 0,-3 18 16,-5 21-16,-5 14 16,-10 14-16,-8 9 15,-1 3-15,-5-4 16,26-52-16,-23 46 15,23-46-15,-17 36 16,17-36-16,-14 29 16,9-12-16,4-14 15,12-4-15,4-12 16,6-5-16,3-10 16,3 0-16,-5-6 15,1 0-15,-3-2 0,-20 36 16,19-29-1,-19 29-15,13-25 0,-2 11 16,-1 16-16,-7 12 16,-8 10-16,-10 9 15,-5 4-15,-7 2 16,2-3-16,-2-8 16,27-28-16,-23 25 15,23-25-15,-17 18 16,7-11-16,10-10 15,14-6-15,4-10 16,7-5-16,4-8 16,2-1-16,5-3 15,-3 2-15,-33 34 16,28-34-16,-28 34 0,24-25 16,-24 25-16,17-16 15,-8 10-15,-11 20 16,-13 16-1,-9 11-15,-10 7 0,-2-1 16,36-47-16,-37 41 16,37-41-16,-28 30 15,28-30-15,-21 18 16,18-11-16,18-13 16,12-7-16,7-4 15,2-6-15,3-1 16,-3 1-16,-8 2 15,-28 21-15,29-19 16,-29 19-16,22-11 16,-22 11-16,10-4 15,-10 7-15,-14 11 16,-8 3-16,-5 2 16,27-19-16,-26 20 0,26-20 15,-23 16 1,9-4-16</inkml:trace>
  <inkml:trace contextRef="#ctx0" brushRef="#br0" timeOffset="217051.6762">31129 13405 0,'0'0'0,"0"0"0,3 7 0,4 18 15,-1 9-15,0 10 16,3 3 0,-4 6-16,2-2 15,-1 4-15,-3 1 16,-2-5-16,1-4 16,-2-47-16,0 39 15,0-39-15,4 30 16,1-9-16,2-17 0,1-12 15</inkml:trace>
  <inkml:trace contextRef="#ctx0" brushRef="#br0" timeOffset="217348.1124">31387 13403 0,'0'0'0,"1"8"0,-2 3 0,4 14 0,0 12 16,-6 6-16,2 5 16,0 2-16,0 4 31,-1-4-31,0-5 0,-1-4 15,0-9-15,3-32 32,0 28-32,0-28 0,0 26 0,0-26 0,0 20 0,-3-8 15</inkml:trace>
  <inkml:trace contextRef="#ctx0" brushRef="#br0" timeOffset="217564.9163">31121 13723 0,'0'0'0,"0"0"0,10-1 0,16-6 16,20-6-16,18-3 15,19-1-15,6-3 0</inkml:trace>
  <inkml:trace contextRef="#ctx0" brushRef="#br0" timeOffset="218349.2112">30588 11144 0,'0'0'0,"0"0"0,1 2 0,4 4 0,4 6 0,6 4 0,-1 8 16,0 8-1,4 4-15,1 3 0,-3 0 16,2-2-16,-6-7 15,0 0-15,-12-30 32,9 26-32,-9-26 15,9 17-15</inkml:trace>
  <inkml:trace contextRef="#ctx0" brushRef="#br0" timeOffset="218633.4449">30896 11057 0,'0'0'0,"0"0"0,6 5 0,2 9 0,3 8 0,4 7 0,2 2 31,3 1-31,-3-3 16,-2-3-16,-15-26 15,13 23-15,-13-23 16,14 19-16,-14-19 16,13 11-16</inkml:trace>
  <inkml:trace contextRef="#ctx0" brushRef="#br0" timeOffset="218899.9374">31210 10992 0,'0'0'0,"0"0"0,3 6 0,8 15 0,-11-21 0,10 23 16,2 3-16,1 3 16,-13-29-16,15 29 15,-3-8-15,-12-21 16,12 21-16,-12-21 16,13 15-16,-4-7 15,-9-8-15</inkml:trace>
  <inkml:trace contextRef="#ctx0" brushRef="#br0" timeOffset="219170.7636">31448 10786 0,'0'0'0,"0"0"0,0 0 0,1 0 0,3 3 16,4 4-16,4 6 16,4 4-16,-1 8 0,0 6 15,3 2-15,2 2 16,-4 1-16,1-1 16,-3-1-16,1-3 15,-15-31-15,14 29 16,-14-29-16,14 21 15</inkml:trace>
  <inkml:trace contextRef="#ctx0" brushRef="#br0" timeOffset="220025.6871">32086 10325 0,'0'0'0,"0"0"0,0 0 0,0 0 0,1 7 16,2 10-16,2 8 15,1 4-15,0 10 16,0 3-16,2 3 15,-2 0-15,0 0 16,-1-2-16,0-4 16,-2-4-16,-1-3 0,-2-4 15,0-2 1,-2-2-16,2-24 0,-3 23 16,2-6-16,5-9 15,2-13-15</inkml:trace>
  <inkml:trace contextRef="#ctx0" brushRef="#br0" timeOffset="220385.6174">32449 10240 0,'0'0'0,"0"0"0,0 0 0,2 3 0,0 5 16,3 12-16,-4 12 0,-1 5 31,-6 9-31,8 1 0,-2 1 16,3-3-16,-1-1 15,7-2-15,-9-42 16,5 37-16,0-6 16,-1 3-16,-4-34 15,8 28-15,-8-28 16,4 25-16,-4-25 16,4 24-16,-4-24 15,2 13-15</inkml:trace>
  <inkml:trace contextRef="#ctx0" brushRef="#br0" timeOffset="220608.7411">32133 10617 0,'0'0'0,"0"0"0,4 0 0,6-4 0,15 1 0,8-3 16,13 2-1,15-2-15,10 0 16</inkml:trace>
  <inkml:trace contextRef="#ctx0" brushRef="#br0" timeOffset="330837.0407">21526 16861 0,'0'0'0,"0"0"0,0 0 0,1 1 0,-1-1 16,1 1 0,4 5-16,5 5 15,1 10-15,5 8 0,-3 5 16,1 10-1,1 0-15,-1 0 0,-1-2 16,-13-42-16,16 39 16,-3-7-1,-13-32-15,16 28 16,1-7-16,-17-21 16,21 16-16,3-3 15,10-9-15,5-3 16,7-11-16,13-9 15,18-13-15,15-11 16,20-11-16,12-7 16,5 6-16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5:07:15.886"/>
    </inkml:context>
    <inkml:brush xml:id="br0">
      <inkml:brushProperty name="width" value="0.05292" units="cm"/>
      <inkml:brushProperty name="height" value="0.05292" units="cm"/>
      <inkml:brushProperty name="color" value="#FF0000"/>
    </inkml:brush>
  </inkml:definitions>
  <inkml:trace contextRef="#ctx0" brushRef="#br0">4760 6960 0,'0'0'0,"0"0"0,3-6 0,0-9 0,-3-7 16,3-2-16,-3 24 0,-3-31 16,-4 1-16,-9-6 15,-5 6 1,-3 3-16,-5 2 0,-5 7 16,-4 8-16,-4 4 15,-8 3-15,-2 10 16,-4 5-1,-6 9-15,-7 15 16,2 11-16,-2 9 16,0 14-16,8 10 15,1 10-15,13 6 16,11 4-16,19 1 16,9-4-16,22-11 15,12-10-15,11-11 16,12-11-16,6-7 15,8-9-15,5-9 0,0-6 16,5-12 0,-3-8-16,4-12 0,-3-12 15,3-12 1,-3-5-16,-5-11 0,-3-7 16,-7-9-16,-4-5 15,-9-6-15,-8 2 16,-10 1-16,-9 2 15,-15 2-15,-6-2 16,-10 3-16,-9 0 16,-7 7-16,-6 7 15,-10 11-15,1 5 16,-4 11-16,-1 5 16,1 13-16,-3 11 15,5 11-15,10 9 16</inkml:trace>
  <inkml:trace contextRef="#ctx0" brushRef="#br0" timeOffset="606.3066">5044 7824 0,'0'0'0,"-1"-9"0,1-7 0,6-7 0,4 0 0,8 1 15,6 2 1,10 1-16,5 7 16,0 8-1,4 9-15,-1 11 0,-5 13 16,-9 8-16,-6 8 16,-8 6-16,-14 4 15,-10 3-15,-8-3 16,-3-5-16,-5-3 15,-3-11-15,3-7 16,-1-8-16,27-21 16,-26 16-16,-2-7 15,1-7-15,6-8 16,4-8-16,9-10 16,9-6-16,14-4 15,0 1-15,6 7 16,3 8-16,4 11 15,-5 9-15,10 8 0,2 7 16,8 8-16,3 2 16,6 2-16,9-1 15,15-1 1,11-5-16,15-2 0,15-1 16</inkml:trace>
  <inkml:trace contextRef="#ctx0" brushRef="#br0" timeOffset="2039.957">3992 14202 0,'0'0'0,"0"0"0,0 4 0,1 8 16,-2 10-16,-2 8 15,-2 15-15,-1 10 0,-4 15 16,-2 8-16,-4 9 16,-4 12-16,-2 4 15,2 3 1,1-6-16,3-6 16,-2-11-16,6-11 15,2-10-15,2-11 16,8-51-16,-9 38 0,4-14 15,2-25 1,4-22-16,8-22 0</inkml:trace>
  <inkml:trace contextRef="#ctx0" brushRef="#br0" timeOffset="2497.4129">4057 14237 0,'0'0'0,"8"17"0,13 19 0,6 18 0,7 19 0,4 14 16,-5 6-1,-2 6-15,-1 0 16,-2-7-16,2-11 0,-1-9 16,-3-12-16,-2-8 15,1-9-15,-25-43 16,22 37-16,-22-37 16,20 25-16,-2-10 15,0-15-15,-5-10 16,-1-18-16,-1-13 15,0-17-15,-2-14 16,0-12-16,0-7 16,0-2-16,-1 10 15,-1 5-15,1 2 16,-1 6-16,6 8 0,-13 62 16,17-52-1,-17 52-15,11-35 0</inkml:trace>
  <inkml:trace contextRef="#ctx0" brushRef="#br0" timeOffset="3048.7211">4819 15482 0,'0'0'0,"0"0"0,3-4 0,8-9 0,7-8 16,4-3-1,8 1-15,4 2 16,5 5-16,7 7 15,-1 9-15,-1 14 16,-1 7-16,-7 13 16,-6 7-16,-18 6 15,-8 6-15,-14 5 16,-21 2-16,-11-3 16,-7-6-16,-9-7 15,-3-6-15,6-9 16,-2-11-16,5-5 15,8-13-15,9-7 16,4-9-16,10-11 16,8-11-16,8-1 15,14-1-15,10 5 16,7 9-16,8 8 16,14 12-16,7 10 15,11 18-15,6 8 16,5 13-16,4 7 15,8 8-15,2 4 0,13 4 16,4-2-16</inkml:trace>
  <inkml:trace contextRef="#ctx0" brushRef="#br0" timeOffset="44664.4525">16918 8318 0,'0'0'0,"0"0"0,0 0 0,3-3 0,-3 3 16,3-4-16,1 0 16,-4 4-16,12-4 15,-2 0 1,-10 4-16,14-1 0,-2-1 15,-12 2-15,16-4 16,1 1-16,-17 3 16,23-3-16,-1 2 15,9 0-15,-1 0 16,-3 3-16,4-2 16,1 2-1,0 0-15,3-3 16,-2 0-16,10 4 15,-5 0-15,-2 0 16,2-1-16,1 0 16,-2 0-16,2-2 15,2 2-15,-3 2 16,4-1-16,1-1 16,-2-1-16,-1 0 15,3-1-15,-3-1 16,0-2-16,1-1 15,4 3-15,-4-2 16,-1 0-16,2-2 16,-6-2-16,1 2 0,-3-5 15,-2 0 1,1 0-16,-3-3 0,-2-3 16,-1 3-16,-2-3 15,1-4-15,-3 0 16,-5-1-16,1 0 15,-2-3-15,-4 0 16,2 2-16,-5-3 16,-1-3-16,-3 3 15,-3 0-15,-3 0 16,-3-2-16,-1 2 16,-2-5-16,-3 2 15,-2 2-15,-2-1 16,-5 0-16,-1 2 15,1 0-15,-11-3 16,2 3-16,1 2 16,-5 1-16,-5-1 0,0 1 15,2 7 1,-7-5-16,2 4 16,-3-1-16,1 5 0,0 0 15,3 3-15,-9 2 16,2-1-16,6 0 15,-3 3-15,-4 5 16,5-1-16,-1 1 16,-4 1-16,5 2 15,0-1-15,1 1 16,3 2-16,-1-1 16,-2 1-16,6-1 15,-3 2-15,1-1 16,2 1-16,-2 0 15,-3 2-15,0-2 16,-2 3-16,0 0 16,1 1-16,1 1 0,2 1 15,1-2 1,0 1-16,1 3 0,-1 1 16,-1-3-16,3 4 15,-1 1-15,1 6 16,3 0-16,-1 5 15,2 3-15,4-2 16,5 3-16,-3 3 16,7-4-16,1 4 15,6-2-15,3 2 16,0-1-16,5 2 16,9-3-16,0 3 15,0-6-15,11 0 16,3 0-16,7 2 15,7-4-15,3 1 16,7-2-16,6-3 16,4-3-16,7-4 15,4-6-15,7-2 0,-1-5 16,7-6-16,4 0 16,2-7-16,6-3 15,1-3-15,2 2 16,-2-1-16,-4 1 15,-5-2-15,-4 0 16,-12-2-16</inkml:trace>
  <inkml:trace contextRef="#ctx0" brushRef="#br0" timeOffset="45923.2739">18349 8560 0,'0'0'0,"0"0"0,0 0 0,1-3 15,-1 3-15,2-6 16,-2 6 0,2-8-16,-3 0 15,1 8-15,-10-11 16,-5 2-16,-7-3 15,-1 2-15,23 10 16,-31-12-16,0 2 16,-9-1-16,-2 2 15,0 0-15,0 5 16,3-2-16,1 0 16,-2 4-16,-2-2 15,3 2-15,-1 1 16,-1-1-16,1-4 15,1 3-15,-2-2 0,-2 4 16,-1 0 0,2 1-16,3 1 15,4-1-15,-2 0 0,-4 2 16,2 3-16,2 0 16,-1 3-16,1 0 15,-1 3-15,0-1 16,-4 2-16,4-1 15,0 1-15,0 2 16,2-1-16,3 4 16,-3-2-16,8 2 15,-4 5-15,1-3 16,-1 4-16,1 1 16,1 2-16,5-2 15,2-2-15,0 7 16,1 0-16,6-1 15,16-28-15,-20 28 16,5 5-16,9 3 16,5-3-16,5 3 0,9-2 15,11-1-15,10-4 16,7 0 0,8-1-16,8 1 15,4-7-15,10 3 0,-1-3 16,2-2-16,4-2 15,3-3-15,6-3 0,1-7 16,7 1-16,-3-4 16,-4-1-16,-4-3 15,-1-4 1,-1-3-16,-4-3 0,0-5 16,-4 0-16,-4-1 0,-5-2 15,-5-2 1,-7-4-16,-4-1 15,-10-2-15,-5-2 0,-5-2 16,-9-3-16,-5 0 16,-7-3-16,-3-5 15,-5 1-15,-4 0 16,-6-3-16,-5 2 16,-5 3-16,-8-2 15,-4 1-15,-9 2 16,-6 3-16,-10 1 15,-8 0-15,-15 9 32,-16 6-32</inkml:trace>
  <inkml:trace contextRef="#ctx0" brushRef="#br0" timeOffset="52988.2628">21738 7138 0,'0'0'0,"0"0"0,0 0 0,3-3 16,3-1-16,13-5 0,4-3 15,9-5-15,10-4 16,5-8-16,4 0 16,11-4-16,-1-1 15,10-5-15,0-2 16,2-2 0,6-2-1,3-2-15,4 0 16,-1 0-16,8-1 15,-5 1-15,1 3 16,3 1-16,-4 0 0,-5 4 16,-2 1-16,-1 4 15,-5 3-15,-8 1 16,-1 3-16,-9 1 16,-7 2-16,-6 5 15,-44 19-15,39-16 16,-39 16-16,32-15 15,-32 15-15,27-10 16,-27 10-16,21-9 16,-21 9-16,10-6 15,-10 6-15,5-4 16,-5 4-16,1-4 16,-1 4-16,-3-2 0,3 2 0</inkml:trace>
  <inkml:trace contextRef="#ctx0" brushRef="#br0" timeOffset="53520.9678">23371 5864 0,'0'0'0,"0"0"0,0 0 0,0 0 16,0 0-16,1 3 0,10 3 15,13 5-15,5 1 16,12 4 0,7-3-16,9 1 15,1-4-15,2 4 16,2-1-16,-2-2 0,-3 2 16,-3-2-1,-4 2-15,-50-13 0,41 11 16,-6 4-16,-35-15 15,32 18-15,-9 2 16,-10 2-16,-9 0 16,-13 6-16,-9-2 15,-15 5-15,-8 0 16,-7 8-16,-3 2 16,-11 5-16,-3 0 15,1-2-15,3-5 16,4-2-16,9-3 15,8-1-15</inkml:trace>
  <inkml:trace contextRef="#ctx0" brushRef="#br0" timeOffset="58074.9708">27437 5159 0,'0'0'0,"0"0"0,0 0 0,3-6 0,-3 6 16,1-9-16,2-6 0,-3 15 15,-5-18-15,-1 2 16,6 16-16,-15-16 16,-1 1-16,-6 0 15,-4 4-15,1 0 16,-5 4-16,-2 3 16,-2 5-16,-1 5 15,-4-2-15,-2 7 16,-4 3-1,1 2-15,-1 6 0,0 4 16,1 6-16,1 4 16,2 4-16,3 10 15,0 5-15,5 11 16,5 2-16,0 8 16,14 3-16,4-1 15,18-1-15,4-8 16,8-8-16,12-3 15,8-8-15,-1-2 16,11-7-16,3-5 16,5-6-16,1-3 15,5-10-15,-2-4 16,3-11-16,-2-7 16,1-8-16,0-9 15,-4-7-15,1-5 0,-6-6 16,-4-7-16,-4-3 15,-4-10-15,-8-2 16,-4-1-16,-4 2 16,-7-3-16,-8-1 15,-5-2-15,-8 3 16,-7 2-16,-10 0 16,-2 7-16,-12 5 15,-3 3-15,-8 4 16,-4 6-16,-5 4 15,0 4-15,1 7 16,1 8-16,-1 6 16,-2 10-16,4 8 15,-2 7-15,7 7 16</inkml:trace>
  <inkml:trace contextRef="#ctx0" brushRef="#br0" timeOffset="58776.026">28148 5374 0,'0'0'0,"0"0"0,0 0 0,0 1 0,7-1 16,9 4-16,13-2 15,2-1-15,13 1 16,8 0-16,7 0 15,5 1-15,6-2 16,3-3-16,6 0 16,-2-1-16,-2-2 15,0 0-15,-8 3 16,-11-1-16,-5 2 16,-51 1-16,42 1 15,-42-1-15,26 1 16,-7 1-16,-18-2 15,-21 2-15,-13-2 16</inkml:trace>
  <inkml:trace contextRef="#ctx0" brushRef="#br0" timeOffset="59241.2818">28123 5803 0,'0'0'0,"0"0"0,9 0 0,15 0 0,21 0 16,5-3-16,9 2 16,5 1-16,5 3 15,-1-3 1,3 1-16,0-1 15,-3-1-15,-4-2 16,4 0-16,-8 2 16,-3 0-16,-8 0 15,-6 3-15,-9 1 16,-34-3-16,30 1 16,-30-1-16,22 1 15,-8 1-15</inkml:trace>
  <inkml:trace contextRef="#ctx0" brushRef="#br0" timeOffset="60095.0921">30328 5136 0,'0'0'0,"0"0"0,-3-6 0,3-6 0,0-6 16,0 18-16,4-21 16,-1-2-1,-3 1-15,0 22 16,-4-21-16,-5-1 15,-9 5-15,-8-1 16,-3 8-16,-3 2 16,-3 5-16,-1 3 15,0 5-15,-2 2 16,-2 5-16,0 6 16,-5 6-16,1 6 0,-1 10 15,-3 6-15,-2 10 16,-1 4-1,5 7-15,6 0 0,3-5 16,15-2-16,9-3 16,4 0-16,10-4 15,1 5-15,7-4 16,8-1-16,6-2 16,7-7-16,6-4 15,6-6-15,2-2 16,6-9-16,4-3 15,1-7-15,0-8 16,3-6-16,0-10 16,3-5-16,-3-7 15,0-6-15,-1-6 16,-1-9-16,2-8 16,3-7-16,-4-4 15,-7-1-15,-12 6 16,-11 1-16,-7 2 0,-10-2 0,-6 2 15,-9-1 1,-11 6-16,-4 4 16,-6 3-16,-11 1 15,-8 3-15,-8 4 16,-7 3-16,-14 12 16</inkml:trace>
  <inkml:trace contextRef="#ctx0" brushRef="#br0" timeOffset="84390.4902">27418 4532 0,'0'0'0,"0"0"0,0 0 0,0-1 16,0 1-16,-3 1 15,-6 5-15,9-6 0,-13 12 16,13-12 0,-16 17-16,16-17 15,-12 19-15,12-19 16,-6 19-16,6-19 15,4 11-15,12-6 16,-16-5-16,19 0 16,-19 0-16,25-7 15,-25 7-15,21-11 16,-21 11-16,14-12 16,-14 12-16,7-10 15,-10 1-15,3 9 16,-11-6-16,11 6 15,-12-4-15,12 4 16,-12 0-16,12 0 0,-10 2 16,10-2-16,-5 3 15,5-3-15,-3 5 16,3-5-16,0 4 16,0-4-16,1 2 15,-1-2-15,2 0 16,-2 0-16,-3 3 15</inkml:trace>
  <inkml:trace contextRef="#ctx0" brushRef="#br0" timeOffset="85049.524">26963 6456 0,'0'0'0,"0"0"0,1-2 0,-1 2 16,-7-8-16,7 8 0,-3-10 31,3 10-31,-5-12 16,-3 3-16,-4 7 15,-6 6-15,18-4 16,-18 8-16,1 6 16,17-14-16,-16 15 0,16-15 15,-10 12-15,7 0 16,3-12-16,6 8 16,-6-8-16,10 4 15,-10-4-15,13-1 16,-13 1-16,12-3 15,-12 3-15,7-4 16,-7 4-16,0 0 16</inkml:trace>
  <inkml:trace contextRef="#ctx0" brushRef="#br0" timeOffset="85254.6602">27164 6446 0,'0'0'0,"0"0"0,0 3 0,0-3 0,0 7 0,0-7 15,-3 14 1</inkml:trace>
  <inkml:trace contextRef="#ctx0" brushRef="#br0" timeOffset="85961.0346">30190 4385 0,'0'0'0,"0"0"0,0 0 16,-4 3-16,4-3 0,-3 5 16,3-5-16,-5 12 15,5-12-15,-4 16 16,4-16-16,4 17 0,4-6 16,6-6-16,-14-5 15,20-5-15,-20 5 16,15-10-16,-15 10 15,11-15-15,-11 15 16,7-13-16,-7 13 16,0-6-16,-7 4 15,7 2-15,-10 4 16,3 8-16</inkml:trace>
  <inkml:trace contextRef="#ctx0" brushRef="#br0" timeOffset="86337.9703">30548 4384 0,'0'0'0,"0"0"0,3 8 0,-3-8 0,6 14 16,-6-14-16,4 14 15,6 1-15,-10-15 16,13 13-16,-13-13 16,13 7-16,-13-7 15,10 1-15,-10-1 16,11-4-16,-11 4 15,9-8-15,-9 8 16,9-10-16,-9 10 16,7-7-16,-7 7 15,2-6-15,-7 10 16,5-4-16</inkml:trace>
  <inkml:trace contextRef="#ctx0" brushRef="#br0" timeOffset="86925.764">29903 6420 0,'0'0'0,"0"0"0,0 0 0,1-2 0,-1 2 0,-1 2 16,1-2-16,-3 5 15,3-5 1,-6 9-16,6-9 15,-5 10-15,5-10 16,-3 8-16,3-8 16,0 1-16,5-8 15,-5 7-15,8-11 16,-8 11-16,5-13 16,-5 13-16,1-12 15,-1 12-15,-2-8 16,2 8-16,-10 0 0,10 0 15,-15 3 1,15-3-16,-10 10 0,11-1 16</inkml:trace>
  <inkml:trace contextRef="#ctx0" brushRef="#br0" timeOffset="87171.5837">30281 6305 0,'0'0'0,"0"0"0,0 0 0,1 5 0,-1-5 0,3 10 31,-3-10-31,6 15 0,1 3 16,-7-18-16</inkml:trace>
  <inkml:trace contextRef="#ctx0" brushRef="#br0" timeOffset="121012.695">22333 15889 0,'0'0'0,"0"0"0,6 0 0,7-5 0,6 0 0,11-6 15,8-1-15,9-4 16,9-3-16,9-5 16,11-4-16,8-3 31,6-1-31,7 3 15,3-2-15,4-2 16,1 2-16,-1 1 0,-6 6 16,-5 0-1,-11 5-15,-14 7 16,-7 0-16,-61 12 0,47-9 16,-47 9-16,35-7 15,-35 7-15,23-6 16,-23 6-16</inkml:trace>
  <inkml:trace contextRef="#ctx0" brushRef="#br0" timeOffset="121435.011">23664 15195 0,'0'0'0,"7"0"0,9 0 0,9-1 0,12 0 15,7 2-15,5-1 0,-1 1 0,2 6 0,-5 3 31,-5 2-31,-6 2 16,-5 4-16,-13 6 16,-4 1-16,-8 10 15,-11 2-15,-8 9 16,-12 4-16,-7 5 16,-9 3-16,-3 1 15,-3 0-15,2-6 16,4-2-16,2-5 15,41-46-15,-32 40 16,32-40-16,-24 32 16,22-15-16</inkml:trace>
  <inkml:trace contextRef="#ctx0" brushRef="#br0" timeOffset="122026.0431">25880 14190 0,'0'0'0,"0"0"0,2 3 0,3 11 0,5 9 0,-1 11 15,-1 13 1,0 8-16,1 8 15,-6 8-15,-2 0 16,-1 2-16,3 1 0,-9-6 16,7 1-16,-1-9 15,-1-6 1,2-7-16,-1-47 0,5 36 16,-5-36-16,3 30 15,1-11-15,4-23 16,-2-17-16,5-14 15</inkml:trace>
  <inkml:trace contextRef="#ctx0" brushRef="#br0" timeOffset="122512.501">26051 14118 0,'0'0'0,"0"0"0,5 8 15,13 11-15,10 11 0,6 14 16,5 10 0,0 9-16,5 6 0,5 8 15,-1 0-15,-3-2 16,-4-4-16,-6-9 15,-7-10-15,-1-6 16,-27-46-16,22 38 16,-22-38-16,19 31 15,-19-31-15,14 26 16,-14-26-16,12 15 16,-4-11-16,-3-19 15,-3-11-15,-3-12 0,-2-11 16,0-7-16,-2-3 15,-1-2 1,-1-2-16,-1-4 0,4-1 16,-2 0-1,3 3-15,1 8 0,0 10 16,2 47-16,-5-38 16,5 38-16,-4-27 15,3 14-15,7 17 16,4 9-16</inkml:trace>
  <inkml:trace contextRef="#ctx0" brushRef="#br0" timeOffset="122803.5179">27350 14411 0,'0'0'0,"0"0"0,3-2 0,5-2 0,16-1 0,13 0 15,9-4 1,8 5-16,8 4 47,-1 1-47,-1 1 0,-6 1 0,-7-1 0,-47-2 0,40 3 0</inkml:trace>
  <inkml:trace contextRef="#ctx0" brushRef="#br0" timeOffset="123049.0668">27269 14620 0,'0'0'0,"9"0"0,10-1 0,13 1 0,23 0 46,13-1-46,7 3 0,4 3 0,2 0 0,-4-2 0,-6 1 0,-8-2 32,-63-2-32</inkml:trace>
  <inkml:trace contextRef="#ctx0" brushRef="#br0" timeOffset="123263.0524">27332 14906 0,'0'0'0,"13"0"0,18 0 0,18 0 0,17-1 0,25 3 0,11-1 31,-4 1-31,-6-4 0</inkml:trace>
  <inkml:trace contextRef="#ctx0" brushRef="#br0" timeOffset="123709.026">28628 14287 0,'0'0'0,"1"8"0,4 6 0,4 11 0,-1 15 16,2 12-1,-4 11-15,-1 7 79,-3 5-79,-1 0 0,-1-1 0,-4-6 0,-3-7 0,4-4 0,0-3 15,2-9-15,0-6 0,1-39 0,1 32 0,-1-32 0,-3 24 16,-2-14-16,0-21 0,2-13 78,1-10-78</inkml:trace>
  <inkml:trace contextRef="#ctx0" brushRef="#br0" timeOffset="124111.7333">28661 14293 0,'0'0'0,"0"0"0,2 0 0,8 1 16,3 4-16,7 11 15,11 9-15,6 13 16,5 11 0,3 8-16,5 4 0,-2 10 0,0 2 31,-2 0-16,-2-5-15,-6-2 0,-3-10 0,-3-7 32,-6-7-32,-26-42 0,28 34 0,-4-8 15,-24-26-15,21 20 32,-21-20-32,18 13 0,-6-9 0,-2-12 15,-3-11 1,-2-13-16,-1-8 0,0-7 0,-3-7 31,-4-4-31,-1-3 0,4-1 0,-1-2 31,4 1-31,2-1 0,3 3 0,-2 5 16,-6 56-16,10-49 31,-10 49-31,7-40 0</inkml:trace>
  <inkml:trace contextRef="#ctx0" brushRef="#br0" timeOffset="124940.7348">25353 14386 0,'0'0'0,"0"0"0,0 0 0,4 1 0,-4-1 31,1 3-31,-1-3 0,2 4 16,-2-4-1,-2 3-15,2-3 16,-1 2-16,1-2 16,-3 3-16,3-3 15,-2 0-15,2 0 16,-2-2-16,2 2 16,-1-5-16,1 5 15,-5-3-15,5 3 16,-4 1-16,4-1 15,0 5-15,2 6 0,-2-11 16,9 10 0,7-1-16,-16-9 15,18 4-15,3-7 16,-21 3-16,21-6 16,-21 6-16,16-11 0,-16 11 15,8-14-15,-8 14 16,3-14-16,-11 3 15,8 11-15,-16-5 16,-2 5-16,0 7 16,18-7-16,-19 11 15</inkml:trace>
  <inkml:trace contextRef="#ctx0" brushRef="#br0" timeOffset="125318.5885">25355 14791 0,'0'0'0,"0"0"0,0 0 0,2 0 16,-2 0-16,0 0 16,0 0-16,1-1 15,-1 1-15,0-2 16,0 2-16,0-1 16,0 1-16,0 0 15,0 0-15,0 1 16,-4 4-16,4-5 15,-8 7-15,8-7 16,-14 11-16,14-11 16,-14 14-16,3 2 15,5 2-15</inkml:trace>
  <inkml:trace contextRef="#ctx0" brushRef="#br0" timeOffset="126059.2998">29883 14561 0,'0'0'0,"0"0"0,0 0 0,3-3 0,-3 3 16,2-7-1,-2 7-15,1-8 0,-1 8 16,0-6 0,0 6-16,2-1 15,-2 1-15,-1 5 16,1-5-16,-3 12 15,3-12-15,-5 14 16,5-14-16,0 15 16,0-15-16,5 9 15,-5-9-15,10 4 16,-10-4-16,11-1 16,-11 1-16,9-5 15,-9 5-15,5-10 16,-5 10-16,-2-13 15,2 13-15,-11-9 16,-7 7-16,-6 5 0,24-3 16</inkml:trace>
  <inkml:trace contextRef="#ctx0" brushRef="#br0" timeOffset="126423.8374">29938 14966 0,'0'0'0,"0"0"0,0 0 0,2 2 0,-2-2 16,2 0-16,-2 0 16,0 5-16,0-5 0,-1 11 15,1-11 1,-1 13-16,1-13 0,1 11 16,-1-11-16,4 7 15,5-3-15,-9-4 16,10-5-16,-10 5 15,9-8-15,-9 8 16,3-11-16,-11 0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5:11:09.308"/>
    </inkml:context>
    <inkml:brush xml:id="br0">
      <inkml:brushProperty name="width" value="0.05292" units="cm"/>
      <inkml:brushProperty name="height" value="0.05292" units="cm"/>
      <inkml:brushProperty name="color" value="#FF0000"/>
    </inkml:brush>
  </inkml:definitions>
  <inkml:trace contextRef="#ctx0" brushRef="#br0">24689 11889 0,'0'0'0,"0"0"0,0 0 0,-4-7 0,1-4 16,3-5-16,0 16 15,1-19-15,2 1 16,-3 18-16,1-18 16,-1 18-16,2-14 15,-2 14-15,-4-11 16,4 11-16,-3-6 0,3 6 16,-2-1-1,5 9-15,5 12 16,-1 9-16,2 7 15,2 8-15,-6 5 16,4 5-16,-2 3 16,0 3-16,-4-5 15,3 0-15,0-2 16,-4-7-16,1-2 0,2-5 16,1-8-16,-6-31 15,3 30-15,-3-30 16,4 25-16,-4-25 15,3 19-15,-2-7 16,-1-13-16,0-10 16</inkml:trace>
  <inkml:trace contextRef="#ctx0" brushRef="#br0" timeOffset="516.7917">24760 11789 0,'0'0'0,"0"0"0,7 2 0,5 8 0,6 3 16,6 7-16,4 6 15,7 8-15,4-1 16,3 6-16,3 3 16,5 4-16,1 3 15,3-2-15,-6 0 16,-1 1-16,-3-5 16,-5-2-16,-1-5 15,-5-4-15,-33-32 16,31 28-16,-3-6 15,-28-22-15,25 16 16,-25-16-16,17 12 16,-17-12-16,12 6 15,-5-12-15,-4-18 16,-1-9-16,-8-9 16,3-10-16,-2-7 15,-1-5-15,-2-7 16,1-4-16,-4 2 15,4 1-15,0 11 0,-3 13 16,10 48-16,-12-33 16,0 11-16,12 22 15</inkml:trace>
  <inkml:trace contextRef="#ctx0" brushRef="#br0" timeOffset="989.8533">24966 10636 0,'0'0'0,"4"7"16,-2 11-16,3 11 0,3 10 0,2 11 15,0 10-15,1 7 16,-2 7-16,1 6 16,-6-1-16,2-7 15,-2-1-15,-2-13 16,6-4-16,-3-8 15,2-5-15,-5-4 16</inkml:trace>
  <inkml:trace contextRef="#ctx0" brushRef="#br0" timeOffset="1457.7497">23506 12263 0,'0'0'0,"0"0"0,2 0 0,9 0 0,4-2 0,17 1 15,9-5-15,14-1 32,16-1-32,11 1 15,7-4-15,1 2 0,4 2 16,-2-1 0,-2 1-16,-6 2 0,-7 5 15,-4 0-15,-11 0 16</inkml:trace>
  <inkml:trace contextRef="#ctx0" brushRef="#br0" timeOffset="1842.141">26086 12079 0,'0'0'0,"0"0"15,0 0-15,-2 0 0,2 3 0,6 2 16,6-2 0,10 0-16,11-2 15,11-2-15,12 0 16,10-4-16,8 1 16,2 1-16,0 1 15,-7-3-15,-7 1 16,-6-1-16,-9-4 15</inkml:trace>
  <inkml:trace contextRef="#ctx0" brushRef="#br0" timeOffset="2391.9946">24747 9678 0,'0'0'0,"2"11"0,3 15 0,0 19 0,7 15 0,-1 6 0,-2 10 16,0-3-1,-3-4 1,0-3-16,-6-8 15,2-9-15,-2-49 0,1 40 16,-1-40-16,-1 32 16,3-17-16</inkml:trace>
  <inkml:trace contextRef="#ctx0" brushRef="#br0" timeOffset="2645.3646">25125 9618 0,'0'0'0,"-1"8"0,5 13 0,-5 10 0,5 16 15,0 8-15,0 4 16,-4 3-16,-1 2 15,0 0-15,-2-7 16,1-3-16,-1-6 16,0-8-16,3-40 15,-3 31-15</inkml:trace>
  <inkml:trace contextRef="#ctx0" brushRef="#br0" timeOffset="2859.66">24817 10074 0,'0'0'0,"23"-2"0,20-3 0,24-5 0,28 0 0,10 2 15,-2-1-15</inkml:trace>
  <inkml:trace contextRef="#ctx0" brushRef="#br0" timeOffset="3386.0422">22809 11971 0,'0'0'0,"0"0"0,4 4 0,4 10 0,3 7 16,2 13-16,-5 11 16,4 10-1,-8 10-15,-2 6 16,-2 2-16,2 0 15,-4-8-15,4-9 16,0-9-16,-2-47 0,-3 36 16,3-36-16</inkml:trace>
  <inkml:trace contextRef="#ctx0" brushRef="#br0" timeOffset="3654.8391">23155 12043 0,'0'0'0,"7"15"0,-1 14 0,-2 14 0,0 13 15,-4 11-15,0 1 16,-1-2-16,-4-6 0,-1-8 15,0-7-15,3-7 16,3-38-16,-2 31 16,2-31-16,1 23 15</inkml:trace>
  <inkml:trace contextRef="#ctx0" brushRef="#br0" timeOffset="3851.5599">22915 12444 0,'0'0'0,"13"-5"0,20-5 0,22-5 0,18-3 15,18-3 1,9-2-16,8-3 0</inkml:trace>
  <inkml:trace contextRef="#ctx0" brushRef="#br0" timeOffset="4418.7774">27112 11890 0,'0'0'0,"0"0"0,0 0 16,0-5-16,0 5 0,-4-6 16,4 6-1,-3-6 1,2 6-16,0 13 0,0 11 16,4 10-16,0 6 15,0 8 1,3 1-16,-4 5 0,4-2 15,-6 0-15,3-3 16,1-5-16,-4-44 16,3 40-16,-3-40 15,1 32-15,0-13 16,1-14-16</inkml:trace>
  <inkml:trace contextRef="#ctx0" brushRef="#br0" timeOffset="4751.8223">27460 11712 0,'0'0'0,"0"0"0,3 6 0,-1 14 15,7 15-15,-3 10 16,2 9-16,-8 7 31,-1-1-31,-5 2 0,5-1 16,-2-9-16,3-5 16,1-8-16,2-7 15,-1-3-15,-2-29 16,1 27-16,-1-2 15,0-25-15,0 23 16,0-23-16,-3 14 16</inkml:trace>
  <inkml:trace contextRef="#ctx0" brushRef="#br0" timeOffset="4973.5013">27145 12151 0,'0'0'0,"15"-1"0,18-4 0,14-3 16,25-1-16,10 2 0,4 0 15</inkml:trace>
  <inkml:trace contextRef="#ctx0" brushRef="#br0" timeOffset="5963.8959">24910 13083 0,'0'0'0,"0"0"16,0 0-16,0 0 0,0 0 0,3 1 15,-3-1-15,6 7 16,-6-7-16,10 11 15,-10-11-15,12 11 16,-12-11-16,15 8 16,0-3-16,-15-5 15,14-5-15,-14 5 16,12-8-16,-12 8 16,5-13-16,-5 13 15,0-17-15,-4-1 0,4 18 16,-9-15-16,9 15 15,-11-7-15,11 7 16,-15 0-16,2 8 16,2 9-16,11-17 15,-5 19-15,5-19 16,0 18-16,0-18 16,6 17-16,-6-17 15,9 15-15,-9-15 16,12 7-16,-12-7 15,13 2-15,-13-2 16,14-3-16,-14 3 16,10-10-16,-6-1 15,-4 11-15,-3-15 0,3 15 16,-7-12-16,7 12 16,-10-9-16,10 9 15,-17-3 1,17 3-16</inkml:trace>
  <inkml:trace contextRef="#ctx0" brushRef="#br0" timeOffset="6554.8329">25382 12985 0,'0'0'0,"0"0"0,0 0 0,-6-2 0,6 2 16,-6-6-16,6 6 16,-7-6-1,7 6-15,-8-3 16,8 3-16,-7 2 16,7-2-16,-5 8 15,5-8-15,1 9 0,-1-9 16,6 11-16,-6-11 15,10 10-15,-10-10 16,15 5-16,-15-5 16,16-2-16,-16 2 15,13-7-15,-13 7 16,10-9-16,-8-2 16,-2 11-16,-6-10 15,6 10-15,-9-4 16,9 4-16,-11 1 15,11-1-15,-14 9 16,14-9-16,-8 14 16,8-14-16,1 15 15,8-3-15,-9-12 16,17 8-16,-17-8 0,21 1 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5:12:22.396"/>
    </inkml:context>
    <inkml:brush xml:id="br0">
      <inkml:brushProperty name="width" value="0.05292" units="cm"/>
      <inkml:brushProperty name="height" value="0.05292" units="cm"/>
      <inkml:brushProperty name="color" value="#FF0000"/>
    </inkml:brush>
  </inkml:definitions>
  <inkml:trace contextRef="#ctx0" brushRef="#br0">11958 11903 0,'0'0'15,"-6"4"-15,-4 4 0,-3 6 0,-9 8 0,-7 5 0,-6 7 16,-6 6-16,-8 6 16,-8 3-16,-6 9 15,-11 1 1,-8 6-16,-8 3 0,-5 2 16,-9 5-16,-8 4 15,-4 3-15,-5 3 16,0-1-1,1-5-15,5-3 0,4-5 16,4-4-16,10-7 16,7 1-16,8-4 15,10-7-15,11 0 16,9-10-16,52-40 16,-41 36-16,41-36 15,-33 29-15</inkml:trace>
  <inkml:trace contextRef="#ctx0" brushRef="#br0" timeOffset="412.9425">9487 13178 0,'0'0'0,"1"6"0,1 11 0,1 10 0,-1 6 0,-5 10 0,-5 6 15,-11 3 1,-6 1-16,-6 1 15,3-7-15,2-10 16,26-37-16,-17 30 16,11-5-16,17-1 15,12-4-15,17-4 16,21-8-16,23-4 16,15-5-16,20-2 15,5-3-15,1-4 16,-3 0-16,-3-1 15,-15-1-15,-104 12 16</inkml:trace>
  <inkml:trace contextRef="#ctx0" brushRef="#br0" timeOffset="1416.1927">6529 14758 0,'0'0'0,"0"0"0,1-7 0,4-12 0,-2-2 15,-3-8-15,-5-1 16,-6 3-16,-10 0 15,-3 0-15,-9 1 16,-7 1 0,-5 6-16,-6 2 15,-11 11-15,-4 5 16,-4 10-16,-4 10 16,0 11-16,1 12 15,8 15-15,4 10 16,8 5-1,8 3-15,17 0 0,7 3 16,12-5-16,11-1 16,14-6-16,6-8 15,10-2-15,12-3 16,8-6-16,10-7 16,5-5-16,9-7 15,0-5-15,3-7 16,2-8-16,-8-4 0,-3-8 15,-13-7-15,-8-3 16,-13-5-16,-36 19 16</inkml:trace>
  <inkml:trace contextRef="#ctx0" brushRef="#br0" timeOffset="1818.5026">6912 14994 0,'0'0'0,"13"1"0,6-3 0,18-1 0,19-1 15,9 2-15,6 0 16,0-1-16,-1 3 15,-5 0-15,-16 1 16,-49-1-16,46 6 16,-13-1-16,-27 3 15,-15-3-15,-15 3 16</inkml:trace>
  <inkml:trace contextRef="#ctx0" brushRef="#br0" timeOffset="2047.9514">6715 15225 0,'0'0'0,"10"2"0,12 1 0,15 0 0,27 0 15,21-4-15,9 3 0,5 1 16,-2 3-16,-5 2 15,-12 0-15,-7-2 16,-12-1-16,-61-5 16</inkml:trace>
  <inkml:trace contextRef="#ctx0" brushRef="#br0" timeOffset="2655.8604">8411 15018 0,'0'0'0,"0"-6"0,-3-6 0,0-7 0,-4-5 0,-4-1 15,-2-2-15,-3 5 16,-5 3-16,-3 3 16,-7 7-16,-5 3 15,-3 8-15,0 12 16,-8 7-16,-2 13 15,2 13-15,0 11 16,4 7-16,9 4 16,8 3-16,11-2 15,14-1-15,10-6 16,13-3-16,5-4 16,7-5-16,6-5 15,5-8-15,2-7 0,3-11 16,1-5-1,0-9-15,-1-9 0,-2-9 16,0-10-16,-5-6 16,-5-10-1,-4-11-15,-9-8 0,-6-6 16,-11-7-16,-6-3 16,-8-1-16,-12-2 15,-6-3-15,-8 3 16,-11 6-16,-13 4 15,-8 10-15,-12 11 16,-8 8-16</inkml:trace>
  <inkml:trace contextRef="#ctx0" brushRef="#br0" timeOffset="3517.8284">4608 14800 0,'0'0'0,"0"0"0,0 0 0,-4-2 0,4 2 15,-5-3-15,10-3 0,8 1 16,6 1-16,12 0 15,13 0-15,11 2 16,0 3-16,6-1 16,6 2-16,-1-1 15,-1-1 1,-5 1-16,-4 0 16,-4 0-16,-5-1 15,-8 5-15,-39-5 16,32 4-16,-32-4 15,21 9-15,-17 6 16</inkml:trace>
  <inkml:trace contextRef="#ctx0" brushRef="#br0" timeOffset="3764.5775">4680 15144 0,'0'0'0,"11"0"0,15 0 0,20-1 0,15 0 0,12-2 0,11 2 16,0-2-16,1 4 15,-6 0-15,-6-1 16,-15-2-1,-58 2-15</inkml:trace>
  <inkml:trace contextRef="#ctx0" brushRef="#br0" timeOffset="4498.0278">4045 14751 0,'0'0'0,"-1"-8"0,1-8 0,-8-3 0,-4-4 0,-4 2 15,-3 4-15,-6 4 16,-5 5 0,-6 8-16,-5 1 15,-4 6 1,-9 9-16,-1 6 0,2 8 16,4 9-16,2 11 15,5 7-15,10 8 16,11 6-16,7 0 15,12 2-15,13-4 16,12-7-16,8-3 16,10-9-16,7-9 15,6-3-15,5-8 16,-1-9-16,1-8 16,0-5-16,-5-11 15,1-7-15,-3-4 0,-3-11 16,-8-1-16,0-10 15,-8-7-15,-4-9 16,-8-3-16,-7-10 16,-7-2-16,-6-4 15,-9 0-15,-6 1 16,-8 4-16,-5 3 16,-9 5-16,-6 9 15,-4 15-15,-16 13 16,-11 12-16</inkml:trace>
  <inkml:trace contextRef="#ctx0" brushRef="#br0" timeOffset="6218.2424">3292 14359 0,'0'0'0,"0"0"0,0 0 0,1 4 0,-1-4 15,8 5-15,-8-5 16,10 4-16,-10-4 15,11 1-15,-11-1 16,10 2-16,-10-2 16,9-5-16,-9 5 15,5-11-15,-5 11 16,-1-11-16,1 11 16,-10-11-16,10 11 15,-10-10-15,10 10 16,-11-3-16,11 3 15,-10 2-15,10-2 16,-6 5-16,13 3 16,-7-8-16,12 6 0,-12-6 15,15 5-15,-15-5 16,17 2-16,-17-2 16</inkml:trace>
  <inkml:trace contextRef="#ctx0" brushRef="#br0" timeOffset="6655.0192">3584 14252 0,'0'0'16,"0"0"-16,0 0 0,-2 0 0,2 0 0,-5-2 16,5 2-1,-5 2-15,5-2 16,-6 3-16,6-3 15,-5 6-15,5-6 16,-1 9-16,1-9 16,1 7-16,-1-7 0,6 2 15,2-5-15,-8 3 16,7-10 0,-2-4-16,-5 14 0,1-19 15,-1 19-15,-4-17 16,-5 2-16,9 15 15,-12-7-15,-4 9 16,16-2-16</inkml:trace>
  <inkml:trace contextRef="#ctx0" brushRef="#br0" timeOffset="7397.2998">3204 15545 0,'0'0'0,"0"0"0,0 0 0,1 0 0,-1 0 16,2 0-16,-2 0 16,0 0-1,0 0-15,3 0 16,-3 0-16,4 0 15,-4 0-15,2 0 16,-2 0-16,6 2 16,-6-2-16,7 4 15,-7-4-15,6 5 16,-6-5-16,5 5 16,-5-5-16,7 3 15,-7-3-15,5-1 16,-5 1-16,0-7 0,0 7 15,0-10 1,0 10-16,-3-11 16,3 11-16,-9-8 0,9 8 15,-11-2-15,11 2 16,-11 4-16,11-4 16,-11 9-16,11-9 15,-7 14-15,7-14 16,-3 15-16,3-15 15,3 16-15,4-4 16</inkml:trace>
  <inkml:trace contextRef="#ctx0" brushRef="#br0" timeOffset="7794.2478">3537 15744 0,'0'0'0,"0"0"0,0 0 0,-1-1 0,1 1 16,-6-3-16,6 3 15,-5-1-15,5 1 16,-6 2-16,6-2 16,-4 7-16,4-7 15,0 7-15,6 2 16,-6-9-16,12 4 16,-12-4-16,14 0 15,-14 0-15,13-5 16,-13 5-16,10-7 15,-10 7-15,0-9 16,-10 1-16,-8 9 16,-5 2-16</inkml:trace>
  <inkml:trace contextRef="#ctx0" brushRef="#br0" timeOffset="8586.4794">8009 14338 0,'0'0'0,"0"0"0,0 0 0,6 0 0,2 0 16,-8 0-16,12-5 15,-12 5-15,13-4 16,-13 4-16,15-4 16,-15 4-16,10-3 15,-10 3-15,7 2 16,-7-2-16,-1 5 15,1-5-15,-7 8 16,7-8-16,-8 12 16,8-12-16,-4 13 15,4-13-15,0 16 16,0-16-16,9 12 16,-9-12-16,14 7 15,-14-7-15,16 5 16,-16-5-16,16 0 15,-16 0-15,9-2 16,-9 2-16,0-1 16,0 1-16,-9 1 15,9-1-15,-15 2 0,15-2 16,-19 5-16,19-5 16</inkml:trace>
  <inkml:trace contextRef="#ctx0" brushRef="#br0" timeOffset="8969.6478">8423 14393 0,'0'0'0,"0"0"0,0 0 0,0 0 0,0 0 16,-6 1-16,6-1 16,-9 4-1,9-4-15,-3 7 0,3-7 16,6 7-16,-6-7 15,13 5 1,-13-5-16,16 4 0,-16-4 16,15-2-16,-15 2 15,12-3-15,-8-3 16,-8 3-16,-13 4 16,-6 6-16</inkml:trace>
  <inkml:trace contextRef="#ctx0" brushRef="#br0" timeOffset="9695.9166">8805 15695 0,'0'0'0,"0"0"0,0 0 0,-3 2 16,3-2-16,-9 2 16,9-2-16,-10 6 15,10-6-15,-10 11 0,10-2 16,0-9 0,10 6-16,-10-6 15,16 6-15,-16-6 0,20 1 16,-20-1-1,17-4-15,-17 4 0,12-6 16,-12 6-16,6-5 16,-8-1-16,2 6 15,-13-2-15,13 2 16</inkml:trace>
  <inkml:trace contextRef="#ctx0" brushRef="#br0" timeOffset="10232.5378">8460 16129 0,'0'0'0,"0"0"0,0 0 15,1-3-15,-1 3 0,6-6 16,-6 6-1,3-7 1,-3 7-16,5-7 0,-5 7 16,0-3-16,0 3 15,-7 1-15,7-1 16,-8 2-16,8-2 16,-9 6-16,9-6 15,-5 7-15,5-7 16,1 6-16,-1-6 15,4 5-15,-4-5 16,7 3-16,-7-3 16,9-2-16,-9 2 15,8-6-15,-8 6 16,3-7-16,-10-2 16,-9 4-16,-4 6 15,-7 8-15</inkml:trace>
  <inkml:trace contextRef="#ctx0" brushRef="#br0" timeOffset="633628.6234">26168 5703 0,'0'0'0,"0"0"0,0 0 0,-3-1 15,3 1-15,-1-8 16,1 8-16,1-10 0,-1 10 16,3-13-16,-3 13 15,1-14-15,-1 14 16,3-15-16,-3 15 15,2-14-15,-2 14 16,-3-18-16,-4-2 16,-9-2-16,2 1 0,-4 5 15,-7 3 1,1 1 0,-1 1-16,-2 0 15,-1 4-15,0 1 16,-2 3-16,-4 5 15,-2 2-15,0 6 16,-6 4-16,1 6 16,-2-2-16,-4 10 15,-1 5-15,2 1 16,4 2-16,0 6 16,5-1-16,2 6 0,4 8 15,0 4-15,-2 7 16,5 7-16,6 1 15,8 6-15,7 2 16,12-2-16,8-1 16,8-7-16,11-7 15,3-11-15,4-3 16,5-8-16,0-4 16,7-9-16,-3-5 15,6-9-15,7-7 16,2-8-16,1-7 15,2-7-15,-4-5 16,2-7-16,-2-7 16,-1-2-16,-6-1 15,-5-2-15,-3-6 16,-5-1-16,-5-2 16,-1-6-16,-7-3 0,-3 5 15,-10-6-15,-6 0 16,-9-3-16,-4-5 15,-7-4-15,-6 2 16,-11-1-16,-6 2 16,-4 5-16,-8 3 15,2 8-15,-3 7 16,-1 1-16,-3 8 16,-1 8-16,2 7 15,-2 6-15,1 11 16,1 12-16,4 6 15</inkml:trace>
  <inkml:trace contextRef="#ctx0" brushRef="#br0" timeOffset="634724.0926">26552 6621 0,'0'0'0,"0"0"0,5-6 0,7-1 15,14-3-15,5 4 16,5 5-16,3 7 0,-3 4 15,1 9-15,-4 6 16,-2 9-16,-5 3 16,-11 5-1,-8 5-15,-8 1 16,-13-3-16,-3 0 16,-4-7-16,-3-8 15,-2-2-15,1-6 16,1-3-16,24-19 15,-27 14-15,27-14 16,-22 10-16,22-10 16,-20 5-16,4-7 15,16 2-15,-7-10 16,8-7-16,9-3 16,9 0-16,5 1 15,5 6-15,-3 5 16,7 7-16,-1 8 15,0 7-15,0 2 16,-3 6-16,0 4 16,-3 6-16,-6 4 15,-4 1-15,-3 0 16,-9 3-16,-3-1 0,-9 1 16,-5-2-16,-7-6 15,-7-1 1,-4-6-16,-3-3 0,-4-4 15,-3-6-15,-2-6 16,0-4-16,-5-10 16,-2-2-16,1-9 15,-3-4-15,3-8 16,6 1-16,4-1 16,7 4-16,32 27 15</inkml:trace>
  <inkml:trace contextRef="#ctx0" brushRef="#br0" timeOffset="705272.9552">24342 7852 0,'0'0'0,"0"0"0,0 0 0,-2-3 0,2 3 16,-2-2-16,4 2 16,8 7-16,3 6 15,8 9-15,6 4 16,1 6-16,10 1 16,5 4-16,5-4 15,11-1-15,7 0 16,4-6-16,8-1 15,7-3-15,8-1 32,14-8-32,14 0 0,11-2 15,4-4-15,7-1 16,8-4-16,-1-8 16,5-5-16,2-1 15,0-9-15,-2-6 16,-3-8-16,-5-6 15,-8-9-15,-2-5 16,-7-9-16,-9-5 0,-6-10 16,1-5-16,-6-8 15,-12-4 1,-4-6-16,-16-2 0,-12-4 16,-7-3-16,-13-3 15,-20-4-15,-2-2 16,-19-5-16,-8 1 15,-10-5-15,-11 2 16,-5 1-16,-5 2 16,-9-1-16,-9 8 15,0 0-15,-10 1 16,-2 4-16,-7 6 16,-7 5-16,-2 4 15,-7 6-15,-2 7 16,-3 3-16,-12 9 15,3 3-15,-5 5 16,-9 13-16,1 5 0,-11 7 16,-4 8-16,-6 9 15,-3 7 1,1 8-16,5 8 16,-2 9-16,2 10 0,-2 9 15,-1 12-15,1 15 16,-5 10-16,0 9 15,5 3-15,5 9 16,10 9-16,0 12 16,6 12-16,2 11 15,6 9-15,10 1 16,4 6-16,23 1 16,7 4-16,18 3 15,10 2-15,15 5 16,8-3-16,13 6 15,16-6-15,8-1 16,19-9-16,12-1 0,18-8 16,13-9-1,12-6-15,13-14 0,11-11 16,7-20-16,10-13 16,14-14-16,15-12 15,6-13 1,11-8-16,8-7 0,7-6 15,6-4-15,8-6 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5:13:18.295"/>
    </inkml:context>
    <inkml:brush xml:id="br0">
      <inkml:brushProperty name="width" value="0.05292" units="cm"/>
      <inkml:brushProperty name="height" value="0.05292" units="cm"/>
      <inkml:brushProperty name="color" value="#FF0000"/>
    </inkml:brush>
  </inkml:definitions>
  <inkml:trace contextRef="#ctx0" brushRef="#br0">5421 9931 0,'0'0'0,"0"0"0,-1 5 0,-4 10 0,2 7 15,1 2-15,-3 10 0,3 2 16,4 8-1,-5 4-15,3 6 16,-2 5-16,2 1 16,-1 1-1,-2-1-15,2-4 0,5-5 16,-7-3 0,3-7-16,-1-4 0,1-37 15,-2 31-15,2-31 16,-5 29-16,-2-10 15,0-16-15,2-10 16</inkml:trace>
  <inkml:trace contextRef="#ctx0" brushRef="#br0" timeOffset="612.8882">5350 9944 0,'0'0'0,"1"-6"0,9-6 0,10-5 0,4-2 0,7-1 16,8 6 0,-1 2-16,3 5 15,4 7-15,4 7 0,-2 4 16,2 10-1,-7 4-15,-6 6 0,-7 2 16,-8 5-16,-13 1 16,-9-2-16,-6 1 15,-8-6-15,-3-2 16,-4-4-16,-2-5 16,-1-1-16,-3-3 15,28-17-15,-26 13 16,26-13-16,-25 10 15,25-10-15,-24 5 0,7-6 16,15-7-16,8-3 0,10 1 31,8 1-31,4 8 16,6 8-16,8 8 0,-1 10 16,-1 5-16,3 7 15,-5 5-15,-5 2 16,-7 2-16,-6 2 15,-14-4 1,-12-1-16,-13-3 16,-8-2-16,-12-5 0,-6 0 15,-9-2-15,2-7 16,-4-5-16,-3-7 16,3-3-1,-2-10-15,0-7 0,6-7 16,-5-8-16,5-10 15</inkml:trace>
  <inkml:trace contextRef="#ctx0" brushRef="#br0" timeOffset="1280.3566">4397 10174 0,'0'0'0,"0"0"0,0 0 0,3 0 0,3 1 16,12 6-16,4 7 0,4 4 15,5 6-15,4 5 16,0 4-16,4-2 16,-2 4-16,-6-4 0,-2-3 15,-29-28 1,27 25-1,-27-25-15,21 21 16,-21-21-16,15 20 16,-15-20-16,12 14 15</inkml:trace>
  <inkml:trace contextRef="#ctx0" brushRef="#br0" timeOffset="1514.7561">4732 10151 0,'0'0'0,"0"0"0,-6 6 0,-8 8 0,-8 14 0,-19 9 0,-6 8 0,-7 4 15,1 4-15,0-4 16,8-2-16</inkml:trace>
  <inkml:trace contextRef="#ctx0" brushRef="#br0" timeOffset="2270.0752">6618 10175 0,'0'0'0,"0"0"0,0 0 0,-4-3 0,4 3 16,-3-5-16,3 5 16,-3-3-16,3 5 15,8 7-15,5 4 16,7 8-16,6 3 16,4 3-16,2 4 15,-1-1-15,1-4 0,-2-1 16,-4-1-16,-3-4 15,-23-20 1,19 17-16,-19-17 16,14 16-16</inkml:trace>
  <inkml:trace contextRef="#ctx0" brushRef="#br0" timeOffset="2491.0454">6841 10178 0,'0'0'0,"0"0"0,0 5 0,-10 13 0,-6 7 15,-8 7-15,-9 9 16,-4 6-1,-8-4-15</inkml:trace>
  <inkml:trace contextRef="#ctx0" brushRef="#br0" timeOffset="3199.184">5512 11160 0,'0'0'0,"0"0"0,0 2 0,2 4 0,7 6 15,10 1-15,1 6 16,4 4-16,7 3 15,-2 5-15,4-2 16,-2-1 0,1 0-16,-8-2 15,-24-26-15,24 27 16,-24-27-16,15 24 16,-15-24-16</inkml:trace>
  <inkml:trace contextRef="#ctx0" brushRef="#br0" timeOffset="3405.3901">5796 11167 0,'0'0'0,"-7"9"0,-14 11 0,-2 5 0,-9 12 16,-11 4 0,-8 9-16,-7 2 15</inkml:trace>
  <inkml:trace contextRef="#ctx0" brushRef="#br0" timeOffset="8180.812">3021 10031 0,'0'0'0,"0"0"0,0 0 0,0 0 0,0-7 15,-10-2-15,-1-2 16,-4-4-16,15 15 16,-18-11-1,-1-1-15,-9 3 0,-3 3 16,1 4-16,-8 6 15,-3 3-15,2 9 16,-5 5-16,2 9 16,-6 8-16,5 5 15,6 7 1,5 7-16,5 6 0,11-1 16,8-1-16,12-6 15,12-2-15,8-7 0,10-8 16,5-3-16,9-5 15,5-6-15,1-6 16,2-4-16,0-10 16,-1-5-16,0-9 15,-8-5-15,-5-8 16,-3-2-16</inkml:trace>
  <inkml:trace contextRef="#ctx0" brushRef="#br0" timeOffset="8494.6807">3259 10031 0,'0'0'0,"0"0"0,0 2 0,1 7 0,2 5 0,-4 5 16,4 9-16,-3 9 15,0 5 1,-2 9-16,4 2 16,-5 1-16,3 0 15,1-3-15,-1-7 16,0-4-16,-1-6 15,1-34-15,0 33 16</inkml:trace>
  <inkml:trace contextRef="#ctx0" brushRef="#br0" timeOffset="9830.2257">3764 10354 0,'0'0'0,"0"0"0,0 0 0,4-2 16,-4 2-16,7-4 15,-7 4-15,4-5 16,-4 5-16,6-8 0,-6 8 31,0-9-31,0 9 0,0-4 16,0 4-16,-4-5 0,4 5 15,-3-2-15,3 2 16,-4 8-16,4-8 16,-4 9-16,4-9 15,-3 11 1,3-11-16,1 11 0,-1-11 16,6 13-16,-6-13 15,5 5-15,-5-5 16,9 0-16,-9 0 15,10-5-15,-10 5 16,1-9-16,-1 9 16,-4-12-1,-6 1-15,10 11 0,-20-9 0,20 9 16,-19-2-16,19 2 16,-21 2-16,21-2 15,-13 4-15,13-4 16,-10 9-16,10-9 15,1 9 1,-1-9-16,9 4 0,-9-4 16,11 0-16,-11 0 15,13-5-15,-13 5 16,10-8-16,-10 8 16,7-8-16</inkml:trace>
  <inkml:trace contextRef="#ctx0" brushRef="#br0" timeOffset="10747.7768">2714 9489 0,'0'0'0,"0"0"0,0 0 0,0 0 0,0 0 16,2 0-16,-2 3 15,0-3-15,0 11 16,0 6-16,0-17 16,0 19-16,0-19 15,1 19-15,-1-19 16,6 14-16,5-8 15,-11-6-15,17-2 16,-17 2-16,14-3 16,-14 3-16,14-11 15,-14 11-15,10-11 16,-10 11-16,5-8 16,-5 8-16,-2-5 0,2 5 15,-6-1 1,0 3-16,6-2 0,-8 8 15,2-1-15</inkml:trace>
  <inkml:trace contextRef="#ctx0" brushRef="#br0" timeOffset="11206.8904">3170 9514 0,'0'0'0,"0"0"0,0 0 0,0 0 0,0 0 15,-6 4-15,6-4 16,-4 7 0,4-7-16,2 9 15,3 2-15,-5-11 16,16 9-16,1-3 16,-17-6-16,19 0 15,-19 0-15,19-5 16,-19 5-16,11-9 0,-1-2 15,-10 11-15,6-14 16,-6 14 0,-3-12-16,3 12 0,-10-9 15,10 9-15,-16-5 16,16 5-16,-20 1 16,4 6-16,16-7 15</inkml:trace>
  <inkml:trace contextRef="#ctx0" brushRef="#br0" timeOffset="11982.2506">2205 10101 0,'0'0'0,"0"0"0,0 0 0,0 0 16,0 0-16,-2-1 0,2 1 15,-1-3 1,1 3-1,-4 0-15,4 0 16,-5 4-16,5-4 0,-9 6 16,9-6-1,-9 9-15,9-9 0,-4 6 16,4-6 0,0 9-16,0-9 0,6 4 15,-6-4-15,10 1 16,-10-1-16,8-1 15,-8 1-15,7-7 16,-7 7-16,3-7 16,-3 7-16,0-6 15,0-1-15,0 7 16,-7-1-16,7 1 16,-11 2-16,11-2 15,-10 7-15,10-7 16,-9 6-16,9-6 15</inkml:trace>
  <inkml:trace contextRef="#ctx0" brushRef="#br0" timeOffset="12455.9961">2181 10497 0,'0'0'0,"0"0"0,0 0 0,-3 0 0,3 0 16,-1 0-16,1 0 15,-3 0-15,3 0 16,-2 1-16,2-1 16,2 7-16,-2-7 15,4 9-15,-4-9 16,9 8-16,-9-8 15,9 4-15,0-4 16,-9 0-16,10-6 16,-10 6-16,4-8 15,-4 8-15,-3-9 16,3 9-16,-7-10 16,-4 9-16,-6 12 15,2 6-15</inkml:trace>
  <inkml:trace contextRef="#ctx0" brushRef="#br0" timeOffset="12987.446">2744 11033 0,'0'0'0,"0"0"0,0 0 0,0 0 0,0 0 15,0 0-15,0 0 16,0 1 0,0-1-16,-3 4 0,3-4 15,3 6-15,-3-6 16,3 5-16,-3-5 15,7 4-15,-7-4 16,8 2-16,-8-2 16,7-4-16,-7 4 15,9-8-15,-9 8 16,1-6-16,-1 6 16,-1-3-16,1 3 15,-12-2-15,12 2 16,-10 1-16,10-1 0,-9 7 15</inkml:trace>
  <inkml:trace contextRef="#ctx0" brushRef="#br0" timeOffset="13352.8665">3076 11010 0,'0'0'0,"0"0"0,0 0 0,0 0 0,0 0 15,0 0-15,0 0 16,3 0-16,-3 0 15,1-1-15,-1 1 0,7-1 16,-7 1 0,8-4-16,-8 4 0,6-4 15,-6 4-15,3-3 16,-3 3-16,-3-1 16,-7 2-16,-2 3 15,12-4-15,-13 11 16,13-11-16</inkml:trace>
  <inkml:trace contextRef="#ctx0" brushRef="#br0" timeOffset="14876.8971">8540 10099 0,'0'0'0,"0"0"15,0 0-15,2-4 0,2-4 0,-4 8 16,5-13-16,-5 13 15,6-17-15,-2-4 16,-9-4-16,-7 3 16,-6 2-16,-6 2 15,-3 4-15,-8 5 0,0 5 16,-1 5-16,-8 7 16,-4 9-16,-1 8 31,-8 7-31,4 14 15,-3 8-15,7 4 16,8 5-16,11-3 16,9-1-16,11-4 15,11-2-15,11-3 16,14-5-16,6-8 16,12-1-16,3-5 15,14-9-15,0-6 16,2-9-16,7-7 15,-7-9-15,-8-4 16,-5-6-16</inkml:trace>
  <inkml:trace contextRef="#ctx0" brushRef="#br0" timeOffset="15225.7045">8962 9985 0,'0'0'0,"0"6"0,0 9 0,0 12 0,0 12 16,-5 8-16,3 6 0,-1 3 16,-1-5-1,2-1-15,0 0 16,-1-3-16,3-2 16,-3-2-16,5-3 15,2-2-15,2-1 16,-5-1-16</inkml:trace>
  <inkml:trace contextRef="#ctx0" brushRef="#br0" timeOffset="24022.6117">7389 10289 0,'0'0'0,"0"0"0,0 0 0,0-2 0,0 2 15,-1-3-15,1 3 16,0-2-16,0 2 16,0-3-16,0 3 15,2-1-15,-2 1 16,3-1-16,-3 1 15,2 2-15,-2-2 16,5 4-16,-5-4 16,8 4-16,-8-4 15,10 3-15,-10-3 16,13 1-16,-13-1 16,12-2-16,-12 2 15,12-4-15,-12 4 16,8-10-16,-8 10 0,3-11 15,-3 11 1,-2-9-16,2 9 16,-7-8-16,1 7 0,6 1 15,-12 7-15,12-7 16,-7 8-16,7-8 16,-5 10-16,5-10 15,1 10-15,-1-10 16,6 5-16,-6-5 15,6-1-15,-6 1 16,8-6-16,-8 6 16,3-6-16</inkml:trace>
  <inkml:trace contextRef="#ctx0" brushRef="#br0" timeOffset="24716.1145">8368 9469 0,'0'0'0,"0"0"0,0 0 0,0 0 0,0 0 15,-1 1-15,1-1 16,-2 2-16,2-2 16,4 1-1,-4-1-15,5 2 16,-5-2-16,10-1 16,-10 1-16,14-4 15,-14 4-15,15-10 16,-15 10-16,11-15 15,-11 15-15,4-16 16,-4 16-16,-2-11 0,-10 8 16,12 3-16,-16 2 15,2 7-15,14-9 16,-16 14-16,16-14 16,-7 13-1,11-3-15,14-8 0</inkml:trace>
  <inkml:trace contextRef="#ctx0" brushRef="#br0" timeOffset="25094.8808">8770 9369 0,'0'0'0,"0"0"0,0 0 0,0 2 0,0-2 15,-1 5-15,1-5 0,1 5 16,-1-5-16,0 10 16,0-10-16,3 12 15,-3-12-15,6 12 16,-6-12-16,8 6 15,4-8-15,-12 2 16,12-8-16,-12 8 16,14-14-16,-14 14 15,10-11-15,-10 11 16,7-10-16,-6 5 16,-8 8-16,7-3 15,-13 12-15,13-12 16</inkml:trace>
  <inkml:trace contextRef="#ctx0" brushRef="#br0" timeOffset="25633.8702">9529 10136 0,'0'0'0,"0"0"0,0 0 0,1-1 0,-1 1 0,2 0 15,-2 0 1,1 6-1,-1-6-15,2 9 16,-2-9-16,5 10 16,-5-10-16,2 9 15,-2-9-15,5 3 16,-5-3-16,8-2 16,-8 2-16,7-9 15,-7 9-15,5-11 16,-5 11-16,2-10 15,-7 2-15,-11 7 16,16 1-16,-22 8 0</inkml:trace>
  <inkml:trace contextRef="#ctx0" brushRef="#br0" timeOffset="25886.1742">9583 10499 0,'0'0'0,"0"0"0,0 0 0,1 6 0,-1-6 15,3 8 1,-3-8-1,7 11-15,-7-11 16,5 9-16,-5-9 16</inkml:trace>
  <inkml:trace contextRef="#ctx0" brushRef="#br0" timeOffset="26378.5482">8300 11046 0,'0'0'0,"0"0"0,0 0 0,0 1 16,0-1-16,0 4 16,0-4-16,3 6 15,-3-6-15,5 11 16,-5-11-16,9 11 15,3 1-15,-12-12 16,18 10-16</inkml:trace>
  <inkml:trace contextRef="#ctx0" brushRef="#br0" timeOffset="26575.402">8886 11110 0,'0'0'0,"0"0"0,2 5 0,-2-5 0,4 10 0,-4-10 15</inkml:trace>
  <inkml:trace contextRef="#ctx0" brushRef="#br0" timeOffset="28172.2471">5645 11901 0,'0'0'0,"0"0"0,0 0 0,-2-1 0,2 1 0,-1-3 16,1 3-16,0 0 0,0 0 15,3 0-15,-3 0 16,2 6-16,-2-6 15,4 11-15,-4-11 16,7 12-16,-7-12 16,4 10-16,-4-10 15,6 5-15,-4-6 16,-2 1-16,7-8 16,-7 8-16,2-10 15,-2 10-15,0-11 16,0 11-16,-2-14 15,2 14-15,-6-11 0,6 11 16,-7-7-16,7 7 16,-10-4-16,10 4 15,-8 1-15,8-1 16,-4 9-16,4-9 16,3 9-16,4 0 15,-7-9 1,16 2-16,-16-2 0,14 0 15,-14 0-15,10-7 16,-10 7-16,8-9 16,-8-1-16,-15 6 15,-2 5-15</inkml:trace>
  <inkml:trace contextRef="#ctx0" brushRef="#br0" timeOffset="28823.6197">5865 12430 0,'0'0'0,"0"0"0,0-4 0,-3-5 15,3 9-15,-8-15 0,-1 0 16,-4-4 0,-2 4-16,15 15 15,-21-13-15,-4 5 16,-6 5-16,-3 9 0,-4 11 16,-4 6-16,1 12 15,2 5-15,2 1 16,9 7-16,5 0 15,8-1-15,8-3 16,10-6-16,9-2 16,4-8-16,12-6 15,5-5-15,10-5 16,11-6-16,6-4 16,-1-7-16,-3-4 15</inkml:trace>
  <inkml:trace contextRef="#ctx0" brushRef="#br0" timeOffset="29090.6612">6098 12446 0,'0'0'0,"0"0"0,0 0 0,3-3 0,-3 3 15,3-1-15,1 6 16,-3 13-16,2 6 16,-1 5-16,-1 7 15,-2 0-15,-1-1 16,1 3-16,0 0 16,-1 1-16,-2 1 15,0 4-15,-2 0 16</inkml:trace>
  <inkml:trace contextRef="#ctx0" brushRef="#br0" timeOffset="29728.0526">5078 12393 0,'0'0'0,"0"0"0,0 0 0,0 1 0,0-1 32,0 2-32,2 5 0,-2-7 0,0 11 15,0 4-15,0-15 16,-2 21-16</inkml:trace>
  <inkml:trace contextRef="#ctx0" brushRef="#br0" timeOffset="29936.8133">5057 12671 0,'0'0'0,"0"0"0,0 0 0,1 0 0,-1 0 15,1 0-15,-1 0 16,5 0 0</inkml:trace>
  <inkml:trace contextRef="#ctx0" brushRef="#br0" timeOffset="30429.6738">5506 13224 0,'0'0'0,"0"0"0,0 0 0,0 0 0,0 0 16,0 0-16,0 0 16,3-2-1,-3 2-15,0-1 16,8-4-16</inkml:trace>
  <inkml:trace contextRef="#ctx0" brushRef="#br0" timeOffset="30611.3209">5876 13228 0,'0'0'0,"0"0"0,0 0 0,0 0 15,0 0-15,1 0 0,-1 0 16,-1 1-16,1-1 15</inkml:trace>
  <inkml:trace contextRef="#ctx0" brushRef="#br0" timeOffset="31018.5261">6535 12537 0,'0'0'0,"0"0"0,0 0 0,1 0 0,-1 0 16,2 2-16,-2-2 15,3 1 1,-3-1-16,3 5 16</inkml:trace>
  <inkml:trace contextRef="#ctx0" brushRef="#br0" timeOffset="31195.2974">6572 12810 0,'0'0'0,"0"0"0,2 4 0,-2-4 0,4 8 0</inkml:trace>
  <inkml:trace contextRef="#ctx0" brushRef="#br0" timeOffset="34890.3958">8262 12481 0,'0'0'0,"0"0"0,2-2 0,7 1 0,7-4 0,10-6 16,10-4-16,11-9 16,17-6-16,9-4 0,9-3 15,3-5-15,9 1 16,6-3 0,1-3-16,6 0 15,9-1-15,1 2 16,5-1-16,2 1 15,0 5-15,1-2 16,-5 5-16,-2-1 16,-5 4-16,-8 6 15,-9 0-15,-7 2 16,-6 4-16,-8 2 16,-8 1-16,-11 5 15,-13 2-15,-43 13 0,34-13 16,-34 13-1,23-12-15,-11 0 0,-8-5 16,-8 4-16,4 13 16</inkml:trace>
  <inkml:trace contextRef="#ctx0" brushRef="#br0" timeOffset="35334.7486">10605 11246 0,'0'0'0,"0"0"0,8 2 0,14-2 0,10 0 0,12 2 16,8-1 0,6 1-16,-1 0 15,2 3-15,0 0 16,-5 2-16,-7 6 16,-10-2-16,-37-11 15,29 14-15,-10 3 16,-18 13-16,-9 1 15,-17 7-15,-12 8 16,-12 4-16,-12 1 16,-9 4-16,-8 1 15,-2-3-15,1-4 16,0-6-16,3-1 16,15-7-16,9-1 15,16-2-15</inkml:trace>
  <inkml:trace contextRef="#ctx0" brushRef="#br0" timeOffset="51124.8635">6326 14836 0,'0'0'0,"0"0"0,3 0 16,4 5-16,1 5 0,1 5 0,2 9 0,-2 7 16,-2 7-16,2 6 15,-3 10-15,0 4 16,-3 8-1,-2 0-15,1-1 16,1-4-16,2-2 16,-5-7-16,2-2 15,1-4-15,-2-8 16,0-2-16,-1-36 16,3 31-16,-3-31 15,0 25-15,4-5 16,-4-20-16,7 19 15,-7-19-15,6 12 16,-6-12-16,14 9 16,7-5-16,14-3 15,6-4-15,5-3 16,2 1-16,1-1 0,1-1 16,-5-1-16,-45 8 15,45-4 1,-9 3-16,-36 1 0,33 0 15,-33 0-15,25 2 16</inkml:trace>
  <inkml:trace contextRef="#ctx0" brushRef="#br0" timeOffset="51564.1224">7079 15552 0,'0'0'0,"0"0"0,5 0 0,7-2 0,6-1 16,7 0-16,5-1 15,1 1-15,0-4 16,-1-1-16,-30 8 0,26-11 15,-7 0-15,-1-4 16,-8-1-16,-8 0 16,-4-2-16,-7-1 15,-6 2-15,-4 2 16,-9 6 0,-4 4-16,-5 9 0,-5 6 15,-1 7-15,3 5 16,5 11-16,7 4 0,6 1 15,12 5-15,6-4 16,9 0 0,13-3-16,14-6 15,4-5-15,12-6 16,8-9-16,4-6 16,1-9-16</inkml:trace>
  <inkml:trace contextRef="#ctx0" brushRef="#br0" timeOffset="52093.1595">7531 15506 0,'0'0'0,"-2"10"0,1 6 0,-3 10 0,5 3 0,5 4 15,-2-2-15,6-2 16,6-4 0,6-4-16,-1-5 15,4-6-15,6-7 16,1-6-16,0-2 16,0-13-16,-1-1 15,-5-8-15,-4 0 16,-3 1-16,-19 26 0,12-23 15,-12 23 1,7-19-16,-3 7 16,-8 11-16,4 1 15,-7 5-15,0 10 0,7 5 16,0 3-16,11-5 16,6 1-16,5-7 15,8-5-15,-3 0 16,3-4-16,0-5 15,-3 0-15,-27 2 16,25-7-16,-4-3 16,-5-7-16,-4-1 15,-6-3-15,-6-1 16,-8 0-16,-1-4 16,-6 7-16,-7-3 15,-2 3-15,24 19 0,-30-14 0</inkml:trace>
  <inkml:trace contextRef="#ctx0" brushRef="#br0" timeOffset="52312.3368">8331 15568 0,'0'0'0,"1"7"0,6 5 0,-3 3 0,3 3 0,-5 5 15,-2-23-15,1 22 16,-1-22-16</inkml:trace>
  <inkml:trace contextRef="#ctx0" brushRef="#br0" timeOffset="52485.2211">8337 15307 0,'0'0'0,"0"0"0,0 0 0,2 0 16,0 4-16,-2-4 15</inkml:trace>
  <inkml:trace contextRef="#ctx0" brushRef="#br0" timeOffset="52914.7967">8800 15512 0,'0'0'0,"0"0"0,0 0 0,-1-4 0,-5-3 16,-8-4-16,-5 1 16,-4 6-16,-6 4 15,1 4-15,-1 4 16,29-8-16,-23 12 15,23-12-15,-20 13 16,14 5-16,12 5 0,12 0 16,11 1-16,7 1 15,4 0-15,1 1 16,2-1-16,-6 1 16,-37-26-16,32 24 15,-11-2-15,-21-22 16,5 19-1,-17-5-15,-18-5 0,-11-4 16,-7-4-16,-1-5 16,2-3-16,3-4 15,11-3-15</inkml:trace>
  <inkml:trace contextRef="#ctx0" brushRef="#br0" timeOffset="53498.2812">10031 15641 0,'0'0'0,"0"0"0,-3-6 0,-3-20 0,-8-4 0,-8-4 15,-1 1 1,-8 2-16,-5 8 16,-5 7-16,-3 7 15,-4 9-15,3 12 16,3 7-16,0 10 15,6 3-15,10 1 0,10 0 16,8 1-16,9-5 16,-1-29-16,16 32 15,6-7-15,14-2 16,3-6-16,5-5 16,-5-9-16,-3-4 15,-36 1-15,33-7 16,-4-4-16,-6-9 15,-3 1-15,-20 19 16,12-21-16,-12 21 16,5-20-16,-5 20 15,3-16-15,-6 8 16,0 8-16,-1 16 16,3 3-16,5 11 15,6-2-15,6 0 16,10 2-16,6-5 15,6-8-15,2-1 16</inkml:trace>
  <inkml:trace contextRef="#ctx0" brushRef="#br0" timeOffset="53815.9489">10542 15616 0,'0'0'0,"0"-5"0,-3-6 15,-2-7-15,-7-1 0,1-3 16,-7 5-16,-7 5 16,-4 4-16,-5 9 15,-2 7-15,-4 9 16,2 5-16,4 8 15,9-1-15,7 3 16,13 1-16,6-1 16,12-4-16,10-1 15,15 0-15,8-8 16,4-5-16,1-9 16,6-5-16</inkml:trace>
  <inkml:trace contextRef="#ctx0" brushRef="#br0" timeOffset="54029.1944">10762 15593 0,'0'0'0,"0"0"0,0 4 0,-1 12 0,2 6 15,0 7-15,3 6 16,2 1-16,-2-4 15,-3 2-15,-1-34 16,-3 32-16,3-32 16,-3 24-16,3-24 15</inkml:trace>
  <inkml:trace contextRef="#ctx0" brushRef="#br0" timeOffset="54205.1395">10746 15377 0,'0'0'0,"0"0"0,0 0 0,1 0 0,-1 0 16,1-1-16,10-1 15</inkml:trace>
  <inkml:trace contextRef="#ctx0" brushRef="#br0" timeOffset="54752.6165">11430 14963 0,'0'0'0,"0"0"0,7 9 0,5 13 0,-3 18 0,-3 14 16,0 14-16,-3 8 15,-4 5 1,-1 3-16,2 0 16,1 0-16,-2-6 15,5-7-15,1-5 16,-1-9-16,4-4 0,-1-6 15,-1-4 1,-1-7-16,-5-36 0,5 29 16,-5-29-16,4 24 15,-1-12-15,-6-12 16,0-12 0,-3-10-16,-2-7 0,-1-3 15,-4-2 1,-3 0-16,-1-1 0,-2 0 15,-4 4-15,-4 4 16,0 5-16,-7 6 16,-3 7-16,0 9 15,-4 5-15,-1 6 16,-3 11-16,2 5 16,4 1-16,14 4 15,9 1-15,21 0 16,17 2-16,18-5 15,22-3-15,23-9 16,16-6-16</inkml:trace>
  <inkml:trace contextRef="#ctx0" brushRef="#br0" timeOffset="55919.1979">11978 14905 0,'0'0'0,"2"-6"0,-3-10 0,-6-10 0,-7-5 0,-8-3 15,-4-4-15,-5 1 16,-12 0 0,-2-2-16,-11 5 15,-8-3-15,-4-1 16,-8-1-16,-7 0 15,-11 0-15,-10 3 16,-5 1-16,-10 3 16,-7 0-16,-7 3 15,-3 0-15,-6 4 16,-2 0-16,-5 3 16,-3 1-16,-5 3 15,1 1-15,-11 4 16,3 3-16,-4 1 15,1 6-15,-2 1 16,1 2-16,0 5 16,-2 4-16,5 2 15,-1 3-15,0 2 16,5 5-16,3 3 16,6 4-16,2 1 0,7 4 15,5 3-15,7 3 16,7 3-16,4 6 0,5 0 15,6 7-15,1 4 16,2 5-16,6 0 16,2 7-16,9 3 15,9 2-15,8 3 16,9 8-16,8 0 16,15-6-16,17 5 15,13-1-15,13-2 16,19 6-16,16-6 15,13-3-15,20-5 16,17-2-16,13-1 16,12-7-16,12-5 15,14 0-15,12-1 0,8-3 16,13 0 0,11-1-16,5-6 0,5-7 15,10-5-15,6-4 16,8-7-16,7-2 15,10-5-15,-2-2 16,7-4-16,1 1 16,1-9-16,-7 0 15,-5-3-15,-6-3 16,-10-7-16,-7-3 16,-5-5-16,-12-5 15,-6-4-15,-12-7 16,-5-1-16,-9-7 15,-13-5-15,-9-8 16,-17-4-16,-14-4 16,-18-5-16,-9-13 15,-15-2-15,-12-5 0,-14-5 16,-12-6-16,-12-5 16,-16-7-16,-15-7 15,-16-1-15,-21-7 16,-21-2-16,-19 1 15,-23 8-15,-18 2 16,-26 11-16,-12 9 16,-20 12-16,-14 16 15,-8 17-15,-6 16 16</inkml:trace>
  <inkml:trace contextRef="#ctx0" brushRef="#br0" timeOffset="155274.3753">24921 8028 0,'0'0'0,"0"0"0,0 0 0,0-3 16,0 3-16,1-8 15,-1 8-15,2-10 16,-2 10-16,5-8 16,-3 8-16,4 6 0,0 6 15,-1 9-15,-3 6 16,1 4-16,0 7 15,0 11 1,-4 6-16,-1 13 16,0 8-16,-2 6 15,5 3-15,-1 4 16,1-5-16,5-2 16,0-8-16,-1-4 15,6-8-15,-3-5 16,-3-5-16,-2-6 15,2-8-15,-5-38 0,2 33 16,-2-33-16,1 22 16,4-16-16,7-24 15,7-18-15</inkml:trace>
  <inkml:trace contextRef="#ctx0" brushRef="#br0" timeOffset="155650.5204">25713 8070 0,'0'0'0,"0"6"0,-1 12 0,2 11 0,-1 16 16,5 11-16,-3 5 16,1 9-1,-1 11-15,3 7 16,-1-2-16,-4 2 16,3-5-16,-2-7 15,3-7-15,-2-8 16,5-9-16,-2-3 15,-4-11-15,-1-38 0,1 32 16,-1-32-16,1 25 16,-2-11-16,-5-16 15</inkml:trace>
  <inkml:trace contextRef="#ctx0" brushRef="#br0" timeOffset="155915.9293">25019 8822 0,'0'0'0,"7"-1"0,12-1 0,16 0 0,22-1 15,12 0-15,6-2 16,9 7 0,-3 0-16,2 2 15,-7 2-15</inkml:trace>
  <inkml:trace contextRef="#ctx0" brushRef="#br0" timeOffset="156601.2707">26003 9221 0,'0'0'0,"0"0"0,1-8 0,-1 8 0,5-14 16,5 0-16,-10 14 15,21-14 1,1 2-16,11 7 15,4 12-15,-8 6 16,-4 12-16,-7 8 16,-2 6-16,-12 5 15,-9 6-15,-9 3 16,-5 2-16,-10-2 16,-2-2-16,-9-6 15,0-5-15,-2-4 16,-3-6-16,2-4 15,0-5-15,3-5 0,3-8 16,37-8-16,-31 0 16,4-13-16,4-16 15,6-9-15,13-4 16,8-2-16,6 5 16,7 8-16,5 7 15,-2 6-15,9 8 16,2 5-16,4 8 15,-2 7-15,3 7 16,0 8-16,2 6 16,0 4-16,-2 4 15,3 5-15,-2-3 0,2 2 16,0-5 0,10 1-16,-2-11 15,7-9-15,2-13 16,2-12-16</inkml:trace>
  <inkml:trace contextRef="#ctx0" brushRef="#br0" timeOffset="157264.3376">27828 8136 0,'0'0'0,"0"0"0,6-7 0,2-12 0,-8 19 16,3-24-16,-3 0 15,-9-3 1,-7 2-16,-8 5 15,-5 4-15,-8 5 16,-5 6-16,-7 7 16,-4 2-16,-8 9 15,-3 8-15,0 8 16,-3 10-16,-5 10 16,2 6-16,1 8 15,8 6-15,1 6 16,9 2-16,6 8 0,13 0 15,18-3 1,10-3-16,17-8 16,11-8-16,6-7 0,14-4 15,10-3-15,7-7 16,2-10-16,12-7 16,6-7-16,-3-13 15,2-5-15,-5-6 16,-4-7-16,-7-3 15,-5-2-15,-11-2 16,-48 20-16,41-18 16</inkml:trace>
  <inkml:trace contextRef="#ctx0" brushRef="#br0" timeOffset="157967.3442">28845 8199 0,'0'0'0,"1"-7"0,-1-7 0,1-8 16,-3-2-1,-6 0-15,-4 0 0,-7 5 0,-5 1 16,-5 4-16,-7 6 31,-6 5-31,-2 6 16,-8 9-16,-6 8 15,-2 12-15,2 9 16,6 7-16,-1 10 16,8 8-16,2 4 0,11 1 15,9-1-15,13-8 16,10-5-16,11-4 16,9-5-16,12 0 15,7-4-15,9-6 16,7-2-16,5-8 15,4-7-15,4-9 16,-6-7-16,-3-8 16,-4-7-16,-3-5 15,-4-8-15,-2-4 16,3-6-16,-5-2 16,-7-5-16,-4-4 15,-9-5-15,-8-5 16,-6 0-16,-7-6 15,-8-1-15,-6-3 16,-10 2-16,-6 1 16,-7 5-16,-7 5 15,0 6-15,-3 9 0,-1 8 16,-3 6-16,3 11 16,-1 5-16,3 9 15,1 5-15</inkml:trace>
  <inkml:trace contextRef="#ctx0" brushRef="#br0" timeOffset="158785.8779">29372 8979 0,'0'0'0,"0"0"0,0-5 0,0 5 0,-1-12 16,5-3-16,7-4 15,-994 4 1,2006 3-16,-997 7 16,10 3-16,1 10 15,3 5-15,0 5 16,-1 7-16,-4 5 15,-4 6-15,-5 0 16,-10 3-16,-9-3 16,-7-2-16,-9 0 0,-4-3 15,-10 2-15,-4-3 16,-8-8-16,-2 1 16,0-7-16,37-16 15,-36 14-15,0-4 16,36-10-16,-33 6 15,33-6-15,-22-1 16,22 1-16,-17-5 16,11-7-16,15-5 15,14 4-15,8 4 16,4 6-16,8 7 16,2 10-16,2 5 15,-1 7-15,-3 8 16,-8 2-16,-2 8 15,-3 2-15,-15 3 16,-1-2-16,-8 2 16,-8-2-16,-8-3 0,-4-1 15,-8-3-15,-6-3 16,-9-7-16,-4 0 16,-3-6-16,-7-6 15,-3-5-15,-3-3 16,-6-5-16,-2-7 15,-1-5-15,0-3 16,-1-8-16,4-4 16,1-4-16,9-4 15</inkml:trace>
  <inkml:trace contextRef="#ctx0" brushRef="#br0" timeOffset="172916.2225">24680 10062 0,'0'0'0,"0"0"0,9 3 0,7 0 16,14 5-16,7-2 15,7 2-15,6 1 16,-1 3-16,6 2 16,9 1-16,0 1 15,4 0-15,1 1 0,3-1 16,5 3-16,0-3 16,7-2-16,4-1 15,4-1 1,4 1-16,5 0 0,8-1 15,3 1-15,3-1 16,3 2-16,4 1 16,1-1-16,3-2 15,-1 1-15,-1-7 16,-1 2-16,1-3 16,-2-1-16,1 0 15,3-3-15,-3 1 16,0-4-16,4 0 15,-5-2-15,1 0 16,0 3-16,-4-2 16,-1-4-16,-2 1 15,-1-3-15,-3-1 16,-2 0-16,1-4 16,-5-1-16,-3 0 15,0-4-15,-4-1 0,-5-2 16,-6-1-16,-3-3 15,-2-1-15,-5-3 16,-1-2-16,-3-2 16,0-5-16,-7-2 15,-5-2-15,-4-3 16,-3 0 0,-7 0-16,-1-4 0,-11 1 15,2-5-15,-7 3 16,-4-3-16,-3-3 15,-1 0-15,-7-3 16,-5-1-16,-7-7 16,0 4-16,-10-1 15,-5-3-15,-7 3 16,-1 0-16,-7-2 16,-1-3-16,-11 2 0,-2 0 15,-10-2-15,-3 1 16,-6 4-16,-5-1 15,-9-1-15,-1 2 16,-5 1 0,-7 3-16,-5 1 0,0 0 15,-2 5-15,-5-2 16,-1 4-16,-5-1 16,2 2-16,-2 0 15,3 2-15,-2 2 16,2 5-16,-3 0 15,1 2-15,-4 1 16,-1 2-16,1 3 16,-5 5-16,-2-3 15,-2 5-15,0 2 16,-1 2-16,-1 0 0,-2 2 16,-1 2-16,2-1 15,-1 3-15,-1 0 16,-3 4-16,0 2 15,0 1-15,-1 4 16,-2 7-16,9 0 16,-7 7-16,0 4 15,0 4-15,1 1 16,3 6-16,1 0 16,10 0-16,0 3 15,2 3-15,3 8 16,-2 5-16,9 3 15,2 5-15,4 4 16,2 6-16,7 1 16,1 5-16,4 8 15,3 1-15,5 2 0,6 4 16,4-2-16,8 3 16,6 0-16,7 6 15,5 2-15,3 1 16,10 3-16,6 0 0,1 3 15,10 2-15,1 4 16,8 2 0,7-2-16,10 1 0,5-5 0,12-4 15,7-2 1,11-1-16,12-5 0,22-5 16,5-5-16,15-4 15,16-10-15,10-4 31,8-7-31,25-12 16,17-6 0,19-9-16,22-4 0,25-4 15,13-3-15</inkml:trace>
  <inkml:trace contextRef="#ctx0" brushRef="#br0" timeOffset="447128.3276">23686 13048 0,'0'0'0,"0"0"0,0 0 0,0-1 0,0 1 16,0-6-16,0 6 15,3-8 1,-3 8-16,3-10 0,-3 10 15,3-16-15,-1-4 16,-2 20-16,-1-22 16,-1-3-16,-2-3 0,-4 1 15,-4 2-15,0 1 16,12 24 0,-18-21-1,-5-3-15,-9-2 16,-2 7-16,1 1 15,-3 5-15,-3 6 16,-1 5-16,-4 4 16,-2 5-16,0 3 15,-2 8-15,-4 5 16,0 6-16,4 5 0,-4 10 16,0 8-16,3 8 15,9 8-15,3 5 16,9 0-16,8-2 15,8-2-15,9-6 16,15-3-16,4-7 16,13-3-16,2-5 15,12-6-15,-1-3 16,11-6-16,2-7 16,11-3-16,0-8 15,11-2-15,3-7 16,0-3-16,-2-2 15,-9-4-15,-13 0 16,-56 6-16</inkml:trace>
  <inkml:trace contextRef="#ctx0" brushRef="#br0" timeOffset="448191.4777">23124 11796 0,'0'0'0,"0"0"0,0 0 0,1 4 16,1 8-16,2 9 16,1 3-16,2 7 0,2 6 15,-7 7 1,3 5-16,-2 8 0,-1 1 16,-6 7-16,2-1 15,-2-2 1,-2-7-1,-1-5-15,0-6 16,2-1-16,-1-5 16,0-5-16,6-33 15,-6 33-15,6-33 16,-6 27-16,5-10 0,1-16 16</inkml:trace>
  <inkml:trace contextRef="#ctx0" brushRef="#br0" timeOffset="448548.0357">23604 11920 0,'0'0'0,"0"0"0,0 7 0,-5 10 0,5 10 16,-4 7-16,-2 11 16,3 9-16,-4 7 15,3 3-15,-1 3 16,1 0-16,5-3 15,0-6-15,-2-7 16,5-7-16,-4-44 0,3 41 16,-2-8-16,-1-33 15,2 29-15,-3-13 16</inkml:trace>
  <inkml:trace contextRef="#ctx0" brushRef="#br0" timeOffset="449270.9652">23460 11169 0,'0'0'0,"-1"-9"0,-1-4 0,2-3 0,-2-5 16,-4-2-16,-2 1 15,8 22-15,-10-23 16,-6-1-16,-3-1 16,-3 4-16,-1-1 15,-4 6-15,-2 6 16,-4 1-16,1 6 16,-2 2-16,-4 5 15,-3 1-15,6 7 16,0 8-16,2 4 15,1 10-15,4 13 0,6 4 16,1 9 0,8 7-16,12 1 15,9 0-15,7-2 16,13-5-16,6-8 0,8-5 16,2-8-16,5-6 15,-1-7-15,4-6 16,1-10-16,1-7 15,1-7-15,1-9 16,-4-10-16,-1-3 16,-5-6-16,-3-7 15,-7-4-15,-6-5 16,-11-8-16,-6-4 16,-8-3-16,-8 0 15,-10 2-15,-8-1 16,-8 5-16,-9 3 0,-4 9 15,-3 8-15,-8 8 16,-6 10-16,-4 10 16,-2 8-16,-4 8 15</inkml:trace>
  <inkml:trace contextRef="#ctx0" brushRef="#br0" timeOffset="450156.5952">23997 13362 0,'0'0'0,"0"0"0,1 1 0,7 0 0,10 0 15,6 0-15,12-1 16,11 2-16,10 2 16,8 0-16,11-1 15,-1 0-15,3 1 16,1 0-16,-3 0 16,-4 2-16,-1-2 15,-7 4-15,-8-5 16,-8 1-16,-48-4 15,37 4-15,-37-4 16,30 3-16,-10-2 16,-20-1-16,6-4 15</inkml:trace>
  <inkml:trace contextRef="#ctx0" brushRef="#br0" timeOffset="450771.7226">25790 13204 0,'0'0'0,"0"0"0,1-8 0,-3-6 0,-11-9 16,-2-3-16,-4 1 15,-4 0 1,-4 6-16,-9 2 16,-4 7-16,-8 3 15,1 5-15,-3 7 16,-3 8-16,4 5 15,1 10-15,-2 9 16,3 7-16,8 12 16,11 4-16,6 1 15,16 1-15,12-1 16,11-7-16,6-2 16,12-4-16,5-6 15,6-5-15,2-9 16,6-6-16,-4-6 15,2-8-15,-4-6 16,-3-6-16,-5-6 16,-1-5-16,-6-8 15,-2-6-15,-4-3 16,-3-3-16,-7-4 0,0-5 16,-8-4-16,-6 3 15,-5-6-15,-7-2 16,-7 3-16,-2 2 15,-7 3-15,0 8 16,-5 13-16,-2 4 16,32 20-16</inkml:trace>
  <inkml:trace contextRef="#ctx0" brushRef="#br0" timeOffset="451216.5434">26100 13429 0,'0'0'0,"0"0"0,5 0 0,10 0 15,14 0-15,14-1 16,12 1-16,8-2 16,10 1-1,5 0-15,2 1 16,3 1-16,-3 1 15,-5 5-15,-4-2 16,-9-2-16,-62-3 16,56 4-16,-8-3 15,-48-1-15,37 0 0,-37 0 16,28 0-16,-28 0 16,16 0-16,-13-5 0,-3 5 15,-9-6 1</inkml:trace>
  <inkml:trace contextRef="#ctx0" brushRef="#br0" timeOffset="451598.8066">27528 13050 0,'0'0'0,"0"0"0,2 1 0,2 7 0,0 4 16,2 11-16,-4 8 15,0 11 1,2 5-1,-3 8-15,-5 9 16,2 4-16,-1 2 0,-7-2 16,2-3-16,2-5 15,-1-3 17,4-11-17,1-8-15,2-38 0,1 35 0,-1-35 0,1 27 16,1-13-16</inkml:trace>
  <inkml:trace contextRef="#ctx0" brushRef="#br0" timeOffset="451945.6524">28008 13061 0,'0'0'0,"0"0"0,1 8 0,-1 14 0,2 15 16,1 8-16,-5 13 16,2 4-16,0 5 15,-4-3-15,-1-1 16,-1-1-16,-1-5 15,3-8-15,3-4 16,0-5 0,1-40-16,-1 31 15,1-31-15,-1 30 16,-7-9 0,-3-13-16,-5-7 0</inkml:trace>
  <inkml:trace contextRef="#ctx0" brushRef="#br0" timeOffset="452131.0223">27498 13502 0,'0'0'0,"0"0"0,4 2 0,21 1 0,15-3 15,31 2-15,18 4 0,17 2 16,12 2-16</inkml:trace>
  <inkml:trace contextRef="#ctx0" brushRef="#br0" timeOffset="452946.0346">21845 13328 0,'0'0'0,"0"0"0,8 2 0,12 0 0,7 1 0,10-1 0,7-2 15,4 2-15,5 0 16,8 0 0,2-1-16,5-1 15,5-1-15,-1-1 16,-5 2-16,-3 1 0,-4-2 16,-12 3-16,-48-2 15</inkml:trace>
  <inkml:trace contextRef="#ctx0" brushRef="#br0" timeOffset="453710.8059">21593 12989 0,'0'0'0,"-4"-9"0,-4-2 0,-4-5 0,-8-2 0,-6-3 0,-1 4 16,-5 0-1,-5 1-15,0 8 16,-7 1-16,-1 1 16,-5 6-16,4 5 0,-4 7 15,7 4-15,2 8 16,3 9-16,4 8 16,-2 9-16,11 9 15,6 2-15,8 6 16,9 0-16,6-6 15,12-4-15,9-7 16,5-6-16,9-3 16,0-7-1,6-5-15,-2-7 16,5-6-16,-2-11 16,0-2-16,2-8 15,-4-5-15,-1-6 16,-5-6-16,-3-6 15,-7-3-15,-1-6 0,-5-2 16,-11-7-16,-5-1 16,-6-3-16,-4-2 15,-8-5-15,-7 4 16,-8 4-16,-3-1 16,-10 12-16,-1 7 15,-1 7-15</inkml:trace>
  <inkml:trace contextRef="#ctx0" brushRef="#br0" timeOffset="454148.7448">19978 13195 0,'0'0'0,"0"0"0,2 1 0,9-1 0,5 5 16,11-1 0,9-1-1,9-3-15,7 3 16,16 1-16,-1-4 15,3 2-15,3 2 0,-3 3 16,-10-3-16,-60-4 16,60 9-1</inkml:trace>
  <inkml:trace contextRef="#ctx0" brushRef="#br0" timeOffset="454730.4765">19170 12678 0,'0'0'0,"0"0"0,0 0 0,0 1 0,2 2 16,-4 8-16,-1 9 31,1 10-31,2 13 0,1 8 15,-2 13-15,2 5 16,5 2-16,-5 6 16,2-2-16,2-6 15,-5-3-15,3-5 16,-3-7 0,2-9-16,1-5 0,-3-40 15,5 36-15,-1-13 16,3-13-16</inkml:trace>
  <inkml:trace contextRef="#ctx0" brushRef="#br0" timeOffset="455045.0221">19561 12723 0,'0'0'0,"0"0"0,0 9 0,0 17 16,-1 13-16,-2 8 0,0 14 16,2 6-16,1-2 15,0 2-15,-2-3 16,3-2-16,-1-5 15,1-10-15,-1-5 16,5-11-16,-5-31 16,0 29-16,0-29 15,0 21-15,-3-3 16</inkml:trace>
  <inkml:trace contextRef="#ctx0" brushRef="#br0" timeOffset="455269.9172">19207 13141 0,'0'0'0,"9"0"0,13-3 0,17 1 0,21-2 16,12-2-16,9 3 16,10 6-16</inkml:trace>
  <inkml:trace contextRef="#ctx0" brushRef="#br0" timeOffset="506363.921">25649 12659 0,'0'0'0,"0"0"0,0 0 0,-2-2 0,2 2 16,-3-3-16,3 3 15,-2-4-15,2 4 16,-2-4-16,2 4 15,-1-3-15,1 3 16,-2 1-16,2-1 0,-4 2 16,4-2-16,-6 3 15,6-3-15,-9 5 16,9-5-16,-8 8 16,8-8-16,-5 10 15,5-10-15,-1 11 16,1-11-16,2 14 15,-2-14-15,6 10 16,-6-10-16,8 7 16,-8-7-16,12 3 15,-12-3-15,11-1 16,-11 1-16,9-4 16,-9 4-16,7-7 15,-7 7-15,2-6 16,-2 6-16,-6-3 15,6 3-15,-8 0 0,8 0 16,-11 5 0,11-5-16,-12 11 15,12-11-15,-7 9 16,7-9-16,-1 11 0,1-11 16,3 8-16,7-6 15,-10-2-15,13-8 16,-13 8-16,8-9 15,-8-3-15</inkml:trace>
  <inkml:trace contextRef="#ctx0" brushRef="#br0" timeOffset="507213.8614">25330 14052 0,'0'0'0,"0"0"0,0 0 0,0-1 0,0 1 15,1-1-15,-1 1 16,0-2-16,0 2 0,1-1 15,-1 1-15,0-3 16,0 3-16,0 0 16,0 0-16,-2 3 15,2-3-15,0 5 16,0-5-16,2 6 16,-2-6-16,1 8 15,-1-8-15,5 9 16,-5-9-16,8 5 15,-8-5-15,8 0 16,-8 0-16,7-3 16,-7 3-16,6-5 15,-6 5-15,3-5 16,-3 5-16,0-3 16,0 3-16,-1-1 0,1 1 15,-6 3-15,3 4 16</inkml:trace>
  <inkml:trace contextRef="#ctx0" brushRef="#br0" timeOffset="507870.9744">25781 14173 0,'0'0'0,"0"0"0,0 0 15,0 0-15,0 0 0,0 0 16,0 0 0,0 0-16,0 0 15,-3 0-15,3 0 16,-5 0-16,5 0 15,-8 3-15,8-3 16,-7 3-16,7-3 16,-7 4-16,7-4 15,-4 3-15,4-3 0,2 2 16,-2-2 0,4-4-16,-4 4 0,5-7 15,-5 7-15,5-10 16,-5 10-16,2-9 0,-2 9 15,-2-10 1,2 10-16,-2-8 16,2 8-16,-3-4 15,3 4-15,-6 1 16,6-1-16,-4 3 16,4-3-16,-2 5 15,2-5-15,-2 7 0,2-7 16,0 7-1,0-7-15,4 6 16</inkml:trace>
  <inkml:trace contextRef="#ctx0" brushRef="#br0" timeOffset="508548.9624">25300 12676 0,'0'0'0,"0"0"0,0 0 0,-3-1 0,3 1 16,-1-2-16,1 2 0,-2-1 15,2 1-15,-2 1 16,2-1-16,0 5 16,0-5-16,0 11 15,0-11-15,1 9 16</inkml:trace>
  <inkml:trace contextRef="#ctx0" brushRef="#br0" timeOffset="509585.5829">21004 12462 0,'0'0'0,"0"0"0,0 0 0,0 0 15,0 0-15,3 1 16,-3-1-16,4 1 0,-4-1 16,4 2-16,-4-2 15,5 4-15,-5-4 16,3 5 0,-3-5-16,4 4 0,-4-4 15,2 10 1,-2-10-16</inkml:trace>
  <inkml:trace contextRef="#ctx0" brushRef="#br0" timeOffset="510004.6499">21384 12482 0,'0'0'0,"0"0"0,0 0 0,2 1 0,-2-1 16,3 4-16,-3-4 15,5 4-15,-5-4 16</inkml:trace>
  <inkml:trace contextRef="#ctx0" brushRef="#br0" timeOffset="510703.388">21031 13802 0,'0'0'0,"0"0"0,0 0 0,1 3 15,-1-3-15,3 4 16,-3-4-16,4 5 0,-4-5 16,4 7-16,-4-7 15,1 6 1,-1-6-16,2 9 0,-2-9 16,-1 7-16</inkml:trace>
  <inkml:trace contextRef="#ctx0" brushRef="#br0" timeOffset="510985.8822">21354 13861 0,'0'0'0,"0"0"0,0 0 0,1 0 15,-1 0-15,3-1 16,-3 1-16,2-1 15</inkml:trace>
  <inkml:trace contextRef="#ctx0" brushRef="#br0" timeOffset="512110.0347">22514 10944 0,'0'0'16,"0"0"-16,0 0 0,2 3 0,-2-3 0,-2 3 15,2-3-15,2 2 0,-2-2 0,0 3 16,0-3-16,5 10 15</inkml:trace>
  <inkml:trace contextRef="#ctx0" brushRef="#br0" timeOffset="512518.0489">22480 11385 0,'0'0'0,"0"0"0,0 0 0,1 0 0,-1 0 16,6 4-16</inkml:trace>
  <inkml:trace contextRef="#ctx0" brushRef="#br0" timeOffset="513022.9948">23992 11057 0,'0'0'0,"0"0"0,0 0 0,2 0 16,-2 0-16,4 0 15,-4 0-15,5 0 16,-5 0 0,2 0-16</inkml:trace>
  <inkml:trace contextRef="#ctx0" brushRef="#br0" timeOffset="513242.7319">24002 11389 0,'0'0'0,"0"0"0,4 4 0,-4-4 0,6 9 0</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2.98804" units="1/cm"/>
          <inkml:channelProperty channel="Y" name="resolution" value="650.78448" units="1/cm"/>
          <inkml:channelProperty channel="T" name="resolution" value="1" units="1/dev"/>
        </inkml:channelProperties>
      </inkml:inkSource>
      <inkml:timestamp xml:id="ts0" timeString="2024-02-08T05:15:17.385"/>
    </inkml:context>
    <inkml:brush xml:id="br0">
      <inkml:brushProperty name="width" value="0.05292" units="cm"/>
      <inkml:brushProperty name="height" value="0.05292" units="cm"/>
      <inkml:brushProperty name="color" value="#FF0000"/>
    </inkml:brush>
  </inkml:definitions>
  <inkml:trace contextRef="#ctx0" brushRef="#br0">7055 10066 0,'0'0'0,"0"0"0,-2-5 0,1-9 0,-1-4 0,-1-4 0,3 22 16,-6-20-16,-4-3 16,10 23-16,-15-25 15,-8 3-15,-3 0 16,-4 5-16,-7 1 16,-2 11-1,-3 3-15,-1 6 16,-4 5-16,2 2 15,-3 4-15,-4 8 16,4 2-16,3 4 0,10 4 16,1 0-1,5 7-15,7 4 16,3 1-16,4 4 0,6 3 16,9 2-16,1 4 15,6 5-15,6 5 16,2 1-1,4 5-15,3 2 0,-2 3 16,-3 1 0,-3 6-16,-4-5 0,-2 1 15,-1-5-15,-4-4 16,-10-3-16,-4-2 16,-2-4-16,-7-3 15,-3-4-15,1-6 16,-6-3-16,-1-7 15,-1-3-15,2-5 16,-7-7-16,2-4 16,1-4-16,-3-7 15,7-7-15,-1-4 16,3-8-16,3-4 0,2-6 16,0-6-1,3-4-15,3-2 16,6-4-16,3 3 0,10-1 15,2 4 1,7 3-16,2 5 0,5 3 16,-2 1-16,9 7 15,0 2-15,7 7 16,5 8-16,-8 4 16,2 7-16,-3 10 15,-5 5-15,-3 8 16,-2 7-16,-9 5 15,-3 4-15,-5 6 16,-3 4-16,-3 2 16,-3 7-16,2 2 15,-9 2-15,3-3 16,-1 2-16,3-4 0,-2-2 16,7-2-16,-1-1 15,11-8-15,1 0 16,7-5-16,7-7 15,2-4 1,5-10-16,11-7 16,-2-5-16,11-10 0,5-1 15,13-9-15,8-5 16,8-6-16,-4-1 16,4-7-16,-5 0 15,-6-8-15,-17-1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5475" cy="355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797550" y="0"/>
            <a:ext cx="4435475" cy="355600"/>
          </a:xfrm>
          <a:prstGeom prst="rect">
            <a:avLst/>
          </a:prstGeom>
        </p:spPr>
        <p:txBody>
          <a:bodyPr vert="horz" lIns="91440" tIns="45720" rIns="91440" bIns="45720" rtlCol="0"/>
          <a:lstStyle>
            <a:lvl1pPr algn="r">
              <a:defRPr sz="1200"/>
            </a:lvl1pPr>
          </a:lstStyle>
          <a:p>
            <a:fld id="{EA9FFEB9-D65E-4425-97EE-3F4AD2B65F67}" type="datetimeFigureOut">
              <a:rPr lang="en-IN" smtClean="0"/>
              <a:t>08-02-2024</a:t>
            </a:fld>
            <a:endParaRPr lang="en-IN"/>
          </a:p>
        </p:txBody>
      </p:sp>
      <p:sp>
        <p:nvSpPr>
          <p:cNvPr id="4" name="Slide Image Placeholder 3"/>
          <p:cNvSpPr>
            <a:spLocks noGrp="1" noRot="1" noChangeAspect="1"/>
          </p:cNvSpPr>
          <p:nvPr>
            <p:ph type="sldImg" idx="2"/>
          </p:nvPr>
        </p:nvSpPr>
        <p:spPr>
          <a:xfrm>
            <a:off x="2984500" y="887413"/>
            <a:ext cx="4265613" cy="23987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23938" y="3419475"/>
            <a:ext cx="8186737" cy="27971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748463"/>
            <a:ext cx="4435475" cy="355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797550" y="6748463"/>
            <a:ext cx="4435475" cy="355600"/>
          </a:xfrm>
          <a:prstGeom prst="rect">
            <a:avLst/>
          </a:prstGeom>
        </p:spPr>
        <p:txBody>
          <a:bodyPr vert="horz" lIns="91440" tIns="45720" rIns="91440" bIns="45720" rtlCol="0" anchor="b"/>
          <a:lstStyle>
            <a:lvl1pPr algn="r">
              <a:defRPr sz="1200"/>
            </a:lvl1pPr>
          </a:lstStyle>
          <a:p>
            <a:fld id="{F74D85CB-1087-4309-AC69-CD833BF586A3}" type="slidenum">
              <a:rPr lang="en-IN" smtClean="0"/>
              <a:t>‹#›</a:t>
            </a:fld>
            <a:endParaRPr lang="en-IN"/>
          </a:p>
        </p:txBody>
      </p:sp>
    </p:spTree>
    <p:extLst>
      <p:ext uri="{BB962C8B-B14F-4D97-AF65-F5344CB8AC3E}">
        <p14:creationId xmlns:p14="http://schemas.microsoft.com/office/powerpoint/2010/main" val="1528969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74D85CB-1087-4309-AC69-CD833BF586A3}" type="slidenum">
              <a:rPr lang="en-IN" smtClean="0"/>
              <a:t>1</a:t>
            </a:fld>
            <a:endParaRPr lang="en-IN"/>
          </a:p>
        </p:txBody>
      </p:sp>
    </p:spTree>
    <p:extLst>
      <p:ext uri="{BB962C8B-B14F-4D97-AF65-F5344CB8AC3E}">
        <p14:creationId xmlns:p14="http://schemas.microsoft.com/office/powerpoint/2010/main" val="554017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altLang="en-US">
              <a:latin typeface="Times"/>
            </a:endParaRPr>
          </a:p>
        </p:txBody>
      </p:sp>
      <p:sp>
        <p:nvSpPr>
          <p:cNvPr id="90116" name="Slide Number Placeholder 3"/>
          <p:cNvSpPr>
            <a:spLocks noGrp="1"/>
          </p:cNvSpPr>
          <p:nvPr>
            <p:ph type="sldNum" sz="quarter" idx="5"/>
          </p:nvPr>
        </p:nvSpPr>
        <p:spPr>
          <a:xfrm>
            <a:off x="3884613" y="8685213"/>
            <a:ext cx="2971800" cy="457200"/>
          </a:xfrm>
          <a:prstGeom prst="rect">
            <a:avLst/>
          </a:prstGeom>
          <a:noFill/>
        </p:spPr>
        <p:txBody>
          <a:bodyPr/>
          <a:lstStyle/>
          <a:p>
            <a:fld id="{ECC10C2E-7E9C-4847-B85B-B80463BDEB5A}" type="slidenum">
              <a:rPr lang="en-US" altLang="en-US">
                <a:latin typeface="Times"/>
                <a:ea typeface="MS PGothic" pitchFamily="34" charset="-128"/>
              </a:rPr>
              <a:pPr/>
              <a:t>6</a:t>
            </a:fld>
            <a:endParaRPr lang="en-US" altLang="en-US">
              <a:latin typeface="Times"/>
              <a:ea typeface="MS PGothic" pitchFamily="34" charset="-128"/>
            </a:endParaRPr>
          </a:p>
        </p:txBody>
      </p:sp>
    </p:spTree>
    <p:extLst>
      <p:ext uri="{BB962C8B-B14F-4D97-AF65-F5344CB8AC3E}">
        <p14:creationId xmlns:p14="http://schemas.microsoft.com/office/powerpoint/2010/main" val="3296485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fld id="{01A95D49-E220-4D00-9DB2-A9603D04BE1B}" type="slidenum">
              <a:rPr lang="en-US" altLang="en-US" sz="1200">
                <a:latin typeface="Times" panose="02020603050405020304" pitchFamily="18" charset="0"/>
              </a:rPr>
              <a:pPr/>
              <a:t>15</a:t>
            </a:fld>
            <a:endParaRPr lang="en-US" altLang="en-US" sz="1200">
              <a:latin typeface="Times"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807144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80F5BB-2A63-4BF9-BF1C-C6B33E76CFF8}" type="slidenum">
              <a:rPr lang="en-US" altLang="en-US"/>
              <a:pPr>
                <a:spcBef>
                  <a:spcPct val="0"/>
                </a:spcBef>
              </a:pPr>
              <a:t>16</a:t>
            </a:fld>
            <a:endParaRPr lang="en-US" alt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806137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fld id="{BBD2BB01-FC1D-46C9-BE46-75E9DE04CC07}" type="slidenum">
              <a:rPr lang="en-US" altLang="en-US" sz="1200">
                <a:latin typeface="Times" panose="02020603050405020304" pitchFamily="18" charset="0"/>
              </a:rPr>
              <a:pPr/>
              <a:t>27</a:t>
            </a:fld>
            <a:endParaRPr lang="en-US" altLang="en-US" sz="1200">
              <a:latin typeface="Times"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407205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3F9A673-9781-4116-AFFB-6BC3715FBB7E}"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15004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65290F3C-E20A-4A00-9591-E28521B6E265}"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656080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2412723-B249-46A8-B3B3-5D8B4F8FD539}"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774092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025B5E8-A137-4254-A3D0-6E7ECE221242}"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009864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74EDD69-5351-4D86-9169-4B70D122A0A0}"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748556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88FC2C9-8287-42D8-A549-653349BEE92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09462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398369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298873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587218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168504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135829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621707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6F60F56-27D5-4738-A75D-0BC980B8640C}"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27156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0B082B3-7830-4AB4-8994-249383F1A99D}"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779884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948F9F0-BF2B-4A45-8873-EE35BDFCBF15}"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657982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6E7F3E8-50F5-40A9-9939-8DE535ACC34A}"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403273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6E7F3E8-50F5-40A9-9939-8DE535ACC34A}"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259172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6E7F3E8-50F5-40A9-9939-8DE535ACC34A}"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683777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E6FF99B-4B78-4121-8118-839C0B450FEB}"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panose="02020603050405020304" pitchFamily="18" charset="0"/>
              </a:rPr>
              <a:t>PER 5 11/14/2107</a:t>
            </a:r>
          </a:p>
        </p:txBody>
      </p:sp>
    </p:spTree>
    <p:extLst>
      <p:ext uri="{BB962C8B-B14F-4D97-AF65-F5344CB8AC3E}">
        <p14:creationId xmlns:p14="http://schemas.microsoft.com/office/powerpoint/2010/main" val="542515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6E6D857-EB45-43E6-AC70-F9C6FAC2E1F8}"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6531566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6E6D857-EB45-43E6-AC70-F9C6FAC2E1F8}"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3891931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6E6D857-EB45-43E6-AC70-F9C6FAC2E1F8}"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756372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6E6D857-EB45-43E6-AC70-F9C6FAC2E1F8}"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7309125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9135664-D992-4CBC-8A6F-2821719E7A84}"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478549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Sand" charset="0"/>
                <a:ea typeface="Geneva" pitchFamily="-107" charset="-128"/>
              </a:defRPr>
            </a:lvl1pPr>
            <a:lvl2pPr marL="757066" indent="-291179" eaLnBrk="0" hangingPunct="0">
              <a:defRPr sz="2400">
                <a:solidFill>
                  <a:schemeClr val="tx1"/>
                </a:solidFill>
                <a:latin typeface="Sand" charset="0"/>
                <a:ea typeface="Geneva" pitchFamily="-107" charset="-128"/>
              </a:defRPr>
            </a:lvl2pPr>
            <a:lvl3pPr marL="1164717" indent="-232943" eaLnBrk="0" hangingPunct="0">
              <a:defRPr sz="2400">
                <a:solidFill>
                  <a:schemeClr val="tx1"/>
                </a:solidFill>
                <a:latin typeface="Sand" charset="0"/>
                <a:ea typeface="Geneva" pitchFamily="-107" charset="-128"/>
              </a:defRPr>
            </a:lvl3pPr>
            <a:lvl4pPr marL="1630604" indent="-232943" eaLnBrk="0" hangingPunct="0">
              <a:defRPr sz="2400">
                <a:solidFill>
                  <a:schemeClr val="tx1"/>
                </a:solidFill>
                <a:latin typeface="Sand" charset="0"/>
                <a:ea typeface="Geneva" pitchFamily="-107" charset="-128"/>
              </a:defRPr>
            </a:lvl4pPr>
            <a:lvl5pPr marL="2096491" indent="-232943" eaLnBrk="0" hangingPunct="0">
              <a:defRPr sz="2400">
                <a:solidFill>
                  <a:schemeClr val="tx1"/>
                </a:solidFill>
                <a:latin typeface="Sand" charset="0"/>
                <a:ea typeface="Geneva" pitchFamily="-107" charset="-128"/>
              </a:defRPr>
            </a:lvl5pPr>
            <a:lvl6pPr marL="2562377" indent="-232943" eaLnBrk="0" fontAlgn="base" hangingPunct="0">
              <a:spcBef>
                <a:spcPct val="0"/>
              </a:spcBef>
              <a:spcAft>
                <a:spcPct val="0"/>
              </a:spcAft>
              <a:defRPr sz="2400">
                <a:solidFill>
                  <a:schemeClr val="tx1"/>
                </a:solidFill>
                <a:latin typeface="Sand" charset="0"/>
                <a:ea typeface="Geneva" pitchFamily="-107" charset="-128"/>
              </a:defRPr>
            </a:lvl6pPr>
            <a:lvl7pPr marL="3028264" indent="-232943" eaLnBrk="0" fontAlgn="base" hangingPunct="0">
              <a:spcBef>
                <a:spcPct val="0"/>
              </a:spcBef>
              <a:spcAft>
                <a:spcPct val="0"/>
              </a:spcAft>
              <a:defRPr sz="2400">
                <a:solidFill>
                  <a:schemeClr val="tx1"/>
                </a:solidFill>
                <a:latin typeface="Sand" charset="0"/>
                <a:ea typeface="Geneva" pitchFamily="-107" charset="-128"/>
              </a:defRPr>
            </a:lvl7pPr>
            <a:lvl8pPr marL="3494151" indent="-232943" eaLnBrk="0" fontAlgn="base" hangingPunct="0">
              <a:spcBef>
                <a:spcPct val="0"/>
              </a:spcBef>
              <a:spcAft>
                <a:spcPct val="0"/>
              </a:spcAft>
              <a:defRPr sz="2400">
                <a:solidFill>
                  <a:schemeClr val="tx1"/>
                </a:solidFill>
                <a:latin typeface="Sand" charset="0"/>
                <a:ea typeface="Geneva" pitchFamily="-107" charset="-128"/>
              </a:defRPr>
            </a:lvl8pPr>
            <a:lvl9pPr marL="3960038" indent="-232943" eaLnBrk="0" fontAlgn="base" hangingPunct="0">
              <a:spcBef>
                <a:spcPct val="0"/>
              </a:spcBef>
              <a:spcAft>
                <a:spcPct val="0"/>
              </a:spcAft>
              <a:defRPr sz="2400">
                <a:solidFill>
                  <a:schemeClr val="tx1"/>
                </a:solidFill>
                <a:latin typeface="Sand" charset="0"/>
                <a:ea typeface="Geneva" pitchFamily="-107"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E0FB34F-5D92-4AC0-B9AF-A5F7880D04E1}"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Geneva" pitchFamily="-107" charset="-128"/>
              <a:cs typeface="+mn-cs"/>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235907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B4903A0-6048-4007-98AF-2D03B78753EC}"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87680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4903A0-6048-4007-98AF-2D03B78753EC}"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4081425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4903A0-6048-4007-98AF-2D03B78753EC}"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574308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4903A0-6048-4007-98AF-2D03B78753EC}"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3119436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B4903A0-6048-4007-98AF-2D03B78753EC}" type="datetimeFigureOut">
              <a:rPr lang="en-US" smtClean="0"/>
              <a:t>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3313545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4903A0-6048-4007-98AF-2D03B78753EC}" type="datetimeFigureOut">
              <a:rPr lang="en-US" smtClean="0"/>
              <a:t>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344225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4903A0-6048-4007-98AF-2D03B78753EC}" type="datetimeFigureOut">
              <a:rPr lang="en-US" smtClean="0"/>
              <a:t>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1799082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903A0-6048-4007-98AF-2D03B78753EC}"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2508482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4903A0-6048-4007-98AF-2D03B78753EC}" type="datetimeFigureOut">
              <a:rPr lang="en-US" smtClean="0"/>
              <a:t>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1750730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4903A0-6048-4007-98AF-2D03B78753EC}"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1109713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4903A0-6048-4007-98AF-2D03B78753EC}" type="datetimeFigureOut">
              <a:rPr lang="en-US" smtClean="0"/>
              <a:t>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42A55-2A5D-4BA8-9797-EA47E021A78A}" type="slidenum">
              <a:rPr lang="en-US" smtClean="0"/>
              <a:t>‹#›</a:t>
            </a:fld>
            <a:endParaRPr lang="en-US"/>
          </a:p>
        </p:txBody>
      </p:sp>
    </p:spTree>
    <p:extLst>
      <p:ext uri="{BB962C8B-B14F-4D97-AF65-F5344CB8AC3E}">
        <p14:creationId xmlns:p14="http://schemas.microsoft.com/office/powerpoint/2010/main" val="3779666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C1C5C07-A6D9-444F-B6FE-E0FD20614F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80057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B56EF0A-E253-4FCE-AC39-C65B83124E54}"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119802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2895F1F-526C-4422-A4F9-3AF9F3287C1B}"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932572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102323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E2503E7-BC16-4583-92B1-0DF98F4C56A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2512543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DEDFB66-4190-4E68-9E0C-84F3C9402D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348738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AABA409-79CA-42F8-B58C-0382FEC60E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047371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298E716-1784-4FFF-8F51-9F804806E7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229070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6FF5D33-918A-4F37-B032-E3F481675DAF}"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1999360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390E145-B81E-4E50-B3EC-7226DBE6E0C2}"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634316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241B9BE-2477-4AFC-A2AC-548B95EBF020}"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5024647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7A3BD70-87F2-4631-B7B9-E206DAA16E01}"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937073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C1C5C07-A6D9-444F-B6FE-E0FD20614F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451218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B56EF0A-E253-4FCE-AC39-C65B83124E54}"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8099990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2895F1F-526C-4422-A4F9-3AF9F3287C1B}"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3691259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9179538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E2503E7-BC16-4583-92B1-0DF98F4C56A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624844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DEDFB66-4190-4E68-9E0C-84F3C9402D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014799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AABA409-79CA-42F8-B58C-0382FEC60E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0652870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298E716-1784-4FFF-8F51-9F804806E7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8366053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6FF5D33-918A-4F37-B032-E3F481675DAF}"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8481959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390E145-B81E-4E50-B3EC-7226DBE6E0C2}"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2071377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241B9BE-2477-4AFC-A2AC-548B95EBF020}"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3735303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7A3BD70-87F2-4631-B7B9-E206DAA16E01}"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9430218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C1C5C07-A6D9-444F-B6FE-E0FD20614F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2209570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B56EF0A-E253-4FCE-AC39-C65B83124E54}"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6964808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2895F1F-526C-4422-A4F9-3AF9F3287C1B}"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9617845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48287913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E2503E7-BC16-4583-92B1-0DF98F4C56A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9119245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DEDFB66-4190-4E68-9E0C-84F3C9402D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642928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AABA409-79CA-42F8-B58C-0382FEC60E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123175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298E716-1784-4FFF-8F51-9F804806E7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6216551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6FF5D33-918A-4F37-B032-E3F481675DAF}"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7782774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390E145-B81E-4E50-B3EC-7226DBE6E0C2}"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7896679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241B9BE-2477-4AFC-A2AC-548B95EBF020}"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3161309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7A3BD70-87F2-4631-B7B9-E206DAA16E01}"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9774445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C1C5C07-A6D9-444F-B6FE-E0FD20614F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0052858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B56EF0A-E253-4FCE-AC39-C65B83124E54}"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4713593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2895F1F-526C-4422-A4F9-3AF9F3287C1B}"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2970138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6672459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E2503E7-BC16-4583-92B1-0DF98F4C56A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8481275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DEDFB66-4190-4E68-9E0C-84F3C9402D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0397500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AABA409-79CA-42F8-B58C-0382FEC60E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484580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298E716-1784-4FFF-8F51-9F804806E7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2187281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6FF5D33-918A-4F37-B032-E3F481675DAF}"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7209185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390E145-B81E-4E50-B3EC-7226DBE6E0C2}"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8017408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241B9BE-2477-4AFC-A2AC-548B95EBF020}"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1727779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7A3BD70-87F2-4631-B7B9-E206DAA16E01}"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5002435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C1C5C07-A6D9-444F-B6FE-E0FD20614F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812008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B56EF0A-E253-4FCE-AC39-C65B83124E54}"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6848806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2895F1F-526C-4422-A4F9-3AF9F3287C1B}"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00571596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34749164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E2503E7-BC16-4583-92B1-0DF98F4C56A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4209772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DEDFB66-4190-4E68-9E0C-84F3C9402D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67594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AABA409-79CA-42F8-B58C-0382FEC60E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8059654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298E716-1784-4FFF-8F51-9F804806E7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7085425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6FF5D33-918A-4F37-B032-E3F481675DAF}"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6352803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390E145-B81E-4E50-B3EC-7226DBE6E0C2}"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54565135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241B9BE-2477-4AFC-A2AC-548B95EBF020}"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9039704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7A3BD70-87F2-4631-B7B9-E206DAA16E01}"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043839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C1C5C07-A6D9-444F-B6FE-E0FD20614F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119846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1B56EF0A-E253-4FCE-AC39-C65B83124E54}"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2945407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22895F1F-526C-4422-A4F9-3AF9F3287C1B}"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23286258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52043549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9E2503E7-BC16-4583-92B1-0DF98F4C56A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3277752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ADEDFB66-4190-4E68-9E0C-84F3C9402D0D}"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7108457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4AABA409-79CA-42F8-B58C-0382FEC60E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98391847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C298E716-1784-4FFF-8F51-9F804806E753}"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0104476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36FF5D33-918A-4F37-B032-E3F481675DAF}"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5429165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F390E145-B81E-4E50-B3EC-7226DBE6E0C2}"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614063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8241B9BE-2477-4AFC-A2AC-548B95EBF020}"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74000848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pPr>
            <a:fld id="{B7A3BD70-87F2-4631-B7B9-E206DAA16E01}"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45180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1.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theme" Target="../theme/theme7.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4903A0-6048-4007-98AF-2D03B78753EC}" type="datetimeFigureOut">
              <a:rPr lang="en-US" smtClean="0"/>
              <a:t>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42A55-2A5D-4BA8-9797-EA47E021A78A}" type="slidenum">
              <a:rPr lang="en-US" smtClean="0"/>
              <a:t>‹#›</a:t>
            </a:fld>
            <a:endParaRPr lang="en-US"/>
          </a:p>
        </p:txBody>
      </p:sp>
    </p:spTree>
    <p:extLst>
      <p:ext uri="{BB962C8B-B14F-4D97-AF65-F5344CB8AC3E}">
        <p14:creationId xmlns:p14="http://schemas.microsoft.com/office/powerpoint/2010/main" val="487060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userDrawn="1"/>
        </p:nvPicPr>
        <p:blipFill>
          <a:blip r:embed="rId14">
            <a:lum bright="46000" contrast="-46000"/>
            <a:extLst>
              <a:ext uri="{28A0092B-C50C-407E-A947-70E740481C1C}">
                <a14:useLocalDpi xmlns:a14="http://schemas.microsoft.com/office/drawing/2010/main" val="0"/>
              </a:ext>
            </a:extLst>
          </a:blip>
          <a:srcRect b="24724"/>
          <a:stretch>
            <a:fillRect/>
          </a:stretch>
        </p:blipFill>
        <p:spPr bwMode="auto">
          <a:xfrm>
            <a:off x="1219201" y="0"/>
            <a:ext cx="97768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Times" panose="02020603050405020304" pitchFamily="18" charset="0"/>
              </a:defRPr>
            </a:lvl1pPr>
          </a:lstStyle>
          <a:p>
            <a:pPr fontAlgn="base">
              <a:spcBef>
                <a:spcPct val="0"/>
              </a:spcBef>
              <a:spcAft>
                <a:spcPct val="0"/>
              </a:spcAft>
            </a:pPr>
            <a:fld id="{C8E65B99-2BD6-4DEE-8F61-CEDEAB8FDB55}"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1097221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0" fontAlgn="base" hangingPunct="0">
        <a:spcBef>
          <a:spcPct val="0"/>
        </a:spcBef>
        <a:spcAft>
          <a:spcPct val="0"/>
        </a:spcAft>
        <a:defRPr sz="5400">
          <a:solidFill>
            <a:schemeClr val="tx2"/>
          </a:solidFill>
          <a:latin typeface="+mj-lt"/>
          <a:ea typeface="MS PGothic" pitchFamily="34" charset="-128"/>
          <a:cs typeface="ＭＳ Ｐゴシック" pitchFamily="-110" charset="-128"/>
        </a:defRPr>
      </a:lvl1pPr>
      <a:lvl2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2pPr>
      <a:lvl3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3pPr>
      <a:lvl4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4pPr>
      <a:lvl5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5pPr>
      <a:lvl6pPr marL="457200" algn="ctr" rtl="0" fontAlgn="base">
        <a:spcBef>
          <a:spcPct val="0"/>
        </a:spcBef>
        <a:spcAft>
          <a:spcPct val="0"/>
        </a:spcAft>
        <a:defRPr sz="5400">
          <a:solidFill>
            <a:schemeClr val="tx2"/>
          </a:solidFill>
          <a:latin typeface="Times" pitchFamily="-110" charset="0"/>
        </a:defRPr>
      </a:lvl6pPr>
      <a:lvl7pPr marL="914400" algn="ctr" rtl="0" fontAlgn="base">
        <a:spcBef>
          <a:spcPct val="0"/>
        </a:spcBef>
        <a:spcAft>
          <a:spcPct val="0"/>
        </a:spcAft>
        <a:defRPr sz="5400">
          <a:solidFill>
            <a:schemeClr val="tx2"/>
          </a:solidFill>
          <a:latin typeface="Times" pitchFamily="-110" charset="0"/>
        </a:defRPr>
      </a:lvl7pPr>
      <a:lvl8pPr marL="1371600" algn="ctr" rtl="0" fontAlgn="base">
        <a:spcBef>
          <a:spcPct val="0"/>
        </a:spcBef>
        <a:spcAft>
          <a:spcPct val="0"/>
        </a:spcAft>
        <a:defRPr sz="5400">
          <a:solidFill>
            <a:schemeClr val="tx2"/>
          </a:solidFill>
          <a:latin typeface="Times" pitchFamily="-110" charset="0"/>
        </a:defRPr>
      </a:lvl8pPr>
      <a:lvl9pPr marL="1828800" algn="ctr" rtl="0" fontAlgn="base">
        <a:spcBef>
          <a:spcPct val="0"/>
        </a:spcBef>
        <a:spcAft>
          <a:spcPct val="0"/>
        </a:spcAft>
        <a:defRPr sz="5400">
          <a:solidFill>
            <a:schemeClr val="tx2"/>
          </a:solidFill>
          <a:latin typeface="Times" pitchFamily="-110" charset="0"/>
        </a:defRPr>
      </a:lvl9pPr>
    </p:titleStyle>
    <p:bodyStyle>
      <a:lvl1pPr marL="342900" indent="-342900" algn="l" rtl="0" eaLnBrk="0" fontAlgn="base" hangingPunct="0">
        <a:spcBef>
          <a:spcPct val="20000"/>
        </a:spcBef>
        <a:spcAft>
          <a:spcPct val="0"/>
        </a:spcAft>
        <a:buChar char="•"/>
        <a:defRPr sz="3600">
          <a:solidFill>
            <a:schemeClr val="tx1"/>
          </a:solidFill>
          <a:latin typeface="+mn-lt"/>
          <a:ea typeface="MS PGothic" pitchFamily="34" charset="-128"/>
          <a:cs typeface="ＭＳ Ｐゴシック" pitchFamily="-110" charset="-128"/>
        </a:defRPr>
      </a:lvl1pPr>
      <a:lvl2pPr marL="742950" indent="-285750" algn="l" rtl="0" eaLnBrk="0" fontAlgn="base" hangingPunct="0">
        <a:spcBef>
          <a:spcPct val="20000"/>
        </a:spcBef>
        <a:spcAft>
          <a:spcPct val="0"/>
        </a:spcAft>
        <a:buChar char="–"/>
        <a:defRPr sz="32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800">
          <a:solidFill>
            <a:schemeClr val="tx1"/>
          </a:solidFill>
          <a:latin typeface="+mn-lt"/>
          <a:ea typeface="Geneva" pitchFamily="-107" charset="-128"/>
          <a:cs typeface="Geneva" pitchFamily="-107" charset="-128"/>
        </a:defRPr>
      </a:lvl3pPr>
      <a:lvl4pPr marL="1600200" indent="-228600" algn="l" rtl="0" eaLnBrk="0" fontAlgn="base" hangingPunct="0">
        <a:spcBef>
          <a:spcPct val="20000"/>
        </a:spcBef>
        <a:spcAft>
          <a:spcPct val="0"/>
        </a:spcAft>
        <a:buChar char="–"/>
        <a:defRPr sz="2400">
          <a:solidFill>
            <a:schemeClr val="tx1"/>
          </a:solidFill>
          <a:latin typeface="+mn-lt"/>
          <a:ea typeface="Geneva" pitchFamily="-107" charset="-128"/>
        </a:defRPr>
      </a:lvl4pPr>
      <a:lvl5pPr marL="2057400" indent="-228600" algn="l" rtl="0" eaLnBrk="0" fontAlgn="base" hangingPunct="0">
        <a:spcBef>
          <a:spcPct val="20000"/>
        </a:spcBef>
        <a:spcAft>
          <a:spcPct val="0"/>
        </a:spcAft>
        <a:buChar char="»"/>
        <a:defRPr sz="2400">
          <a:solidFill>
            <a:schemeClr val="tx1"/>
          </a:solidFill>
          <a:latin typeface="+mn-lt"/>
          <a:ea typeface="Geneva" pitchFamily="-107" charset="-128"/>
        </a:defRPr>
      </a:lvl5pPr>
      <a:lvl6pPr marL="2514600" indent="-228600" algn="l" rtl="0" fontAlgn="base">
        <a:spcBef>
          <a:spcPct val="20000"/>
        </a:spcBef>
        <a:spcAft>
          <a:spcPct val="0"/>
        </a:spcAft>
        <a:buChar char="»"/>
        <a:defRPr sz="2400">
          <a:solidFill>
            <a:schemeClr val="tx1"/>
          </a:solidFill>
          <a:latin typeface="+mn-lt"/>
          <a:ea typeface="ＭＳ Ｐゴシック" pitchFamily="-110" charset="-128"/>
        </a:defRPr>
      </a:lvl6pPr>
      <a:lvl7pPr marL="2971800" indent="-228600" algn="l" rtl="0" fontAlgn="base">
        <a:spcBef>
          <a:spcPct val="20000"/>
        </a:spcBef>
        <a:spcAft>
          <a:spcPct val="0"/>
        </a:spcAft>
        <a:buChar char="»"/>
        <a:defRPr sz="2400">
          <a:solidFill>
            <a:schemeClr val="tx1"/>
          </a:solidFill>
          <a:latin typeface="+mn-lt"/>
          <a:ea typeface="ＭＳ Ｐゴシック" pitchFamily="-110" charset="-128"/>
        </a:defRPr>
      </a:lvl7pPr>
      <a:lvl8pPr marL="3429000" indent="-228600" algn="l" rtl="0" fontAlgn="base">
        <a:spcBef>
          <a:spcPct val="20000"/>
        </a:spcBef>
        <a:spcAft>
          <a:spcPct val="0"/>
        </a:spcAft>
        <a:buChar char="»"/>
        <a:defRPr sz="2400">
          <a:solidFill>
            <a:schemeClr val="tx1"/>
          </a:solidFill>
          <a:latin typeface="+mn-lt"/>
          <a:ea typeface="ＭＳ Ｐゴシック" pitchFamily="-110" charset="-128"/>
        </a:defRPr>
      </a:lvl8pPr>
      <a:lvl9pPr marL="3886200" indent="-228600" algn="l" rtl="0" fontAlgn="base">
        <a:spcBef>
          <a:spcPct val="20000"/>
        </a:spcBef>
        <a:spcAft>
          <a:spcPct val="0"/>
        </a:spcAft>
        <a:buChar char="»"/>
        <a:defRPr sz="2400">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userDrawn="1"/>
        </p:nvPicPr>
        <p:blipFill>
          <a:blip r:embed="rId14">
            <a:lum bright="46000" contrast="-46000"/>
            <a:extLst>
              <a:ext uri="{28A0092B-C50C-407E-A947-70E740481C1C}">
                <a14:useLocalDpi xmlns:a14="http://schemas.microsoft.com/office/drawing/2010/main" val="0"/>
              </a:ext>
            </a:extLst>
          </a:blip>
          <a:srcRect b="24724"/>
          <a:stretch>
            <a:fillRect/>
          </a:stretch>
        </p:blipFill>
        <p:spPr bwMode="auto">
          <a:xfrm>
            <a:off x="1219201" y="0"/>
            <a:ext cx="97768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Times" panose="02020603050405020304" pitchFamily="18" charset="0"/>
              </a:defRPr>
            </a:lvl1pPr>
          </a:lstStyle>
          <a:p>
            <a:pPr fontAlgn="base">
              <a:spcBef>
                <a:spcPct val="0"/>
              </a:spcBef>
              <a:spcAft>
                <a:spcPct val="0"/>
              </a:spcAft>
            </a:pPr>
            <a:fld id="{C8E65B99-2BD6-4DEE-8F61-CEDEAB8FDB55}"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79908116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ctr" rtl="0" eaLnBrk="0" fontAlgn="base" hangingPunct="0">
        <a:spcBef>
          <a:spcPct val="0"/>
        </a:spcBef>
        <a:spcAft>
          <a:spcPct val="0"/>
        </a:spcAft>
        <a:defRPr sz="5400">
          <a:solidFill>
            <a:schemeClr val="tx2"/>
          </a:solidFill>
          <a:latin typeface="+mj-lt"/>
          <a:ea typeface="MS PGothic" pitchFamily="34" charset="-128"/>
          <a:cs typeface="ＭＳ Ｐゴシック" pitchFamily="-110" charset="-128"/>
        </a:defRPr>
      </a:lvl1pPr>
      <a:lvl2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2pPr>
      <a:lvl3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3pPr>
      <a:lvl4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4pPr>
      <a:lvl5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5pPr>
      <a:lvl6pPr marL="457200" algn="ctr" rtl="0" fontAlgn="base">
        <a:spcBef>
          <a:spcPct val="0"/>
        </a:spcBef>
        <a:spcAft>
          <a:spcPct val="0"/>
        </a:spcAft>
        <a:defRPr sz="5400">
          <a:solidFill>
            <a:schemeClr val="tx2"/>
          </a:solidFill>
          <a:latin typeface="Times" pitchFamily="-110" charset="0"/>
        </a:defRPr>
      </a:lvl6pPr>
      <a:lvl7pPr marL="914400" algn="ctr" rtl="0" fontAlgn="base">
        <a:spcBef>
          <a:spcPct val="0"/>
        </a:spcBef>
        <a:spcAft>
          <a:spcPct val="0"/>
        </a:spcAft>
        <a:defRPr sz="5400">
          <a:solidFill>
            <a:schemeClr val="tx2"/>
          </a:solidFill>
          <a:latin typeface="Times" pitchFamily="-110" charset="0"/>
        </a:defRPr>
      </a:lvl7pPr>
      <a:lvl8pPr marL="1371600" algn="ctr" rtl="0" fontAlgn="base">
        <a:spcBef>
          <a:spcPct val="0"/>
        </a:spcBef>
        <a:spcAft>
          <a:spcPct val="0"/>
        </a:spcAft>
        <a:defRPr sz="5400">
          <a:solidFill>
            <a:schemeClr val="tx2"/>
          </a:solidFill>
          <a:latin typeface="Times" pitchFamily="-110" charset="0"/>
        </a:defRPr>
      </a:lvl8pPr>
      <a:lvl9pPr marL="1828800" algn="ctr" rtl="0" fontAlgn="base">
        <a:spcBef>
          <a:spcPct val="0"/>
        </a:spcBef>
        <a:spcAft>
          <a:spcPct val="0"/>
        </a:spcAft>
        <a:defRPr sz="5400">
          <a:solidFill>
            <a:schemeClr val="tx2"/>
          </a:solidFill>
          <a:latin typeface="Times" pitchFamily="-110" charset="0"/>
        </a:defRPr>
      </a:lvl9pPr>
    </p:titleStyle>
    <p:bodyStyle>
      <a:lvl1pPr marL="342900" indent="-342900" algn="l" rtl="0" eaLnBrk="0" fontAlgn="base" hangingPunct="0">
        <a:spcBef>
          <a:spcPct val="20000"/>
        </a:spcBef>
        <a:spcAft>
          <a:spcPct val="0"/>
        </a:spcAft>
        <a:buChar char="•"/>
        <a:defRPr sz="3600">
          <a:solidFill>
            <a:schemeClr val="tx1"/>
          </a:solidFill>
          <a:latin typeface="+mn-lt"/>
          <a:ea typeface="MS PGothic" pitchFamily="34" charset="-128"/>
          <a:cs typeface="ＭＳ Ｐゴシック" pitchFamily="-110" charset="-128"/>
        </a:defRPr>
      </a:lvl1pPr>
      <a:lvl2pPr marL="742950" indent="-285750" algn="l" rtl="0" eaLnBrk="0" fontAlgn="base" hangingPunct="0">
        <a:spcBef>
          <a:spcPct val="20000"/>
        </a:spcBef>
        <a:spcAft>
          <a:spcPct val="0"/>
        </a:spcAft>
        <a:buChar char="–"/>
        <a:defRPr sz="32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800">
          <a:solidFill>
            <a:schemeClr val="tx1"/>
          </a:solidFill>
          <a:latin typeface="+mn-lt"/>
          <a:ea typeface="Geneva" pitchFamily="-107" charset="-128"/>
          <a:cs typeface="Geneva" pitchFamily="-107" charset="-128"/>
        </a:defRPr>
      </a:lvl3pPr>
      <a:lvl4pPr marL="1600200" indent="-228600" algn="l" rtl="0" eaLnBrk="0" fontAlgn="base" hangingPunct="0">
        <a:spcBef>
          <a:spcPct val="20000"/>
        </a:spcBef>
        <a:spcAft>
          <a:spcPct val="0"/>
        </a:spcAft>
        <a:buChar char="–"/>
        <a:defRPr sz="2400">
          <a:solidFill>
            <a:schemeClr val="tx1"/>
          </a:solidFill>
          <a:latin typeface="+mn-lt"/>
          <a:ea typeface="Geneva" pitchFamily="-107" charset="-128"/>
        </a:defRPr>
      </a:lvl4pPr>
      <a:lvl5pPr marL="2057400" indent="-228600" algn="l" rtl="0" eaLnBrk="0" fontAlgn="base" hangingPunct="0">
        <a:spcBef>
          <a:spcPct val="20000"/>
        </a:spcBef>
        <a:spcAft>
          <a:spcPct val="0"/>
        </a:spcAft>
        <a:buChar char="»"/>
        <a:defRPr sz="2400">
          <a:solidFill>
            <a:schemeClr val="tx1"/>
          </a:solidFill>
          <a:latin typeface="+mn-lt"/>
          <a:ea typeface="Geneva" pitchFamily="-107" charset="-128"/>
        </a:defRPr>
      </a:lvl5pPr>
      <a:lvl6pPr marL="2514600" indent="-228600" algn="l" rtl="0" fontAlgn="base">
        <a:spcBef>
          <a:spcPct val="20000"/>
        </a:spcBef>
        <a:spcAft>
          <a:spcPct val="0"/>
        </a:spcAft>
        <a:buChar char="»"/>
        <a:defRPr sz="2400">
          <a:solidFill>
            <a:schemeClr val="tx1"/>
          </a:solidFill>
          <a:latin typeface="+mn-lt"/>
          <a:ea typeface="ＭＳ Ｐゴシック" pitchFamily="-110" charset="-128"/>
        </a:defRPr>
      </a:lvl6pPr>
      <a:lvl7pPr marL="2971800" indent="-228600" algn="l" rtl="0" fontAlgn="base">
        <a:spcBef>
          <a:spcPct val="20000"/>
        </a:spcBef>
        <a:spcAft>
          <a:spcPct val="0"/>
        </a:spcAft>
        <a:buChar char="»"/>
        <a:defRPr sz="2400">
          <a:solidFill>
            <a:schemeClr val="tx1"/>
          </a:solidFill>
          <a:latin typeface="+mn-lt"/>
          <a:ea typeface="ＭＳ Ｐゴシック" pitchFamily="-110" charset="-128"/>
        </a:defRPr>
      </a:lvl7pPr>
      <a:lvl8pPr marL="3429000" indent="-228600" algn="l" rtl="0" fontAlgn="base">
        <a:spcBef>
          <a:spcPct val="20000"/>
        </a:spcBef>
        <a:spcAft>
          <a:spcPct val="0"/>
        </a:spcAft>
        <a:buChar char="»"/>
        <a:defRPr sz="2400">
          <a:solidFill>
            <a:schemeClr val="tx1"/>
          </a:solidFill>
          <a:latin typeface="+mn-lt"/>
          <a:ea typeface="ＭＳ Ｐゴシック" pitchFamily="-110" charset="-128"/>
        </a:defRPr>
      </a:lvl8pPr>
      <a:lvl9pPr marL="3886200" indent="-228600" algn="l" rtl="0" fontAlgn="base">
        <a:spcBef>
          <a:spcPct val="20000"/>
        </a:spcBef>
        <a:spcAft>
          <a:spcPct val="0"/>
        </a:spcAft>
        <a:buChar char="»"/>
        <a:defRPr sz="2400">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userDrawn="1"/>
        </p:nvPicPr>
        <p:blipFill>
          <a:blip r:embed="rId14">
            <a:lum bright="46000" contrast="-46000"/>
            <a:extLst>
              <a:ext uri="{28A0092B-C50C-407E-A947-70E740481C1C}">
                <a14:useLocalDpi xmlns:a14="http://schemas.microsoft.com/office/drawing/2010/main" val="0"/>
              </a:ext>
            </a:extLst>
          </a:blip>
          <a:srcRect b="24724"/>
          <a:stretch>
            <a:fillRect/>
          </a:stretch>
        </p:blipFill>
        <p:spPr bwMode="auto">
          <a:xfrm>
            <a:off x="1219201" y="0"/>
            <a:ext cx="97768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Times" panose="02020603050405020304" pitchFamily="18" charset="0"/>
              </a:defRPr>
            </a:lvl1pPr>
          </a:lstStyle>
          <a:p>
            <a:pPr fontAlgn="base">
              <a:spcBef>
                <a:spcPct val="0"/>
              </a:spcBef>
              <a:spcAft>
                <a:spcPct val="0"/>
              </a:spcAft>
            </a:pPr>
            <a:fld id="{C8E65B99-2BD6-4DEE-8F61-CEDEAB8FDB55}"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46887253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lvl1pPr algn="ctr" rtl="0" eaLnBrk="0" fontAlgn="base" hangingPunct="0">
        <a:spcBef>
          <a:spcPct val="0"/>
        </a:spcBef>
        <a:spcAft>
          <a:spcPct val="0"/>
        </a:spcAft>
        <a:defRPr sz="5400">
          <a:solidFill>
            <a:schemeClr val="tx2"/>
          </a:solidFill>
          <a:latin typeface="+mj-lt"/>
          <a:ea typeface="MS PGothic" pitchFamily="34" charset="-128"/>
          <a:cs typeface="ＭＳ Ｐゴシック" pitchFamily="-110" charset="-128"/>
        </a:defRPr>
      </a:lvl1pPr>
      <a:lvl2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2pPr>
      <a:lvl3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3pPr>
      <a:lvl4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4pPr>
      <a:lvl5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5pPr>
      <a:lvl6pPr marL="457200" algn="ctr" rtl="0" fontAlgn="base">
        <a:spcBef>
          <a:spcPct val="0"/>
        </a:spcBef>
        <a:spcAft>
          <a:spcPct val="0"/>
        </a:spcAft>
        <a:defRPr sz="5400">
          <a:solidFill>
            <a:schemeClr val="tx2"/>
          </a:solidFill>
          <a:latin typeface="Times" pitchFamily="-110" charset="0"/>
        </a:defRPr>
      </a:lvl6pPr>
      <a:lvl7pPr marL="914400" algn="ctr" rtl="0" fontAlgn="base">
        <a:spcBef>
          <a:spcPct val="0"/>
        </a:spcBef>
        <a:spcAft>
          <a:spcPct val="0"/>
        </a:spcAft>
        <a:defRPr sz="5400">
          <a:solidFill>
            <a:schemeClr val="tx2"/>
          </a:solidFill>
          <a:latin typeface="Times" pitchFamily="-110" charset="0"/>
        </a:defRPr>
      </a:lvl7pPr>
      <a:lvl8pPr marL="1371600" algn="ctr" rtl="0" fontAlgn="base">
        <a:spcBef>
          <a:spcPct val="0"/>
        </a:spcBef>
        <a:spcAft>
          <a:spcPct val="0"/>
        </a:spcAft>
        <a:defRPr sz="5400">
          <a:solidFill>
            <a:schemeClr val="tx2"/>
          </a:solidFill>
          <a:latin typeface="Times" pitchFamily="-110" charset="0"/>
        </a:defRPr>
      </a:lvl8pPr>
      <a:lvl9pPr marL="1828800" algn="ctr" rtl="0" fontAlgn="base">
        <a:spcBef>
          <a:spcPct val="0"/>
        </a:spcBef>
        <a:spcAft>
          <a:spcPct val="0"/>
        </a:spcAft>
        <a:defRPr sz="5400">
          <a:solidFill>
            <a:schemeClr val="tx2"/>
          </a:solidFill>
          <a:latin typeface="Times" pitchFamily="-110" charset="0"/>
        </a:defRPr>
      </a:lvl9pPr>
    </p:titleStyle>
    <p:bodyStyle>
      <a:lvl1pPr marL="342900" indent="-342900" algn="l" rtl="0" eaLnBrk="0" fontAlgn="base" hangingPunct="0">
        <a:spcBef>
          <a:spcPct val="20000"/>
        </a:spcBef>
        <a:spcAft>
          <a:spcPct val="0"/>
        </a:spcAft>
        <a:buChar char="•"/>
        <a:defRPr sz="3600">
          <a:solidFill>
            <a:schemeClr val="tx1"/>
          </a:solidFill>
          <a:latin typeface="+mn-lt"/>
          <a:ea typeface="MS PGothic" pitchFamily="34" charset="-128"/>
          <a:cs typeface="ＭＳ Ｐゴシック" pitchFamily="-110" charset="-128"/>
        </a:defRPr>
      </a:lvl1pPr>
      <a:lvl2pPr marL="742950" indent="-285750" algn="l" rtl="0" eaLnBrk="0" fontAlgn="base" hangingPunct="0">
        <a:spcBef>
          <a:spcPct val="20000"/>
        </a:spcBef>
        <a:spcAft>
          <a:spcPct val="0"/>
        </a:spcAft>
        <a:buChar char="–"/>
        <a:defRPr sz="32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800">
          <a:solidFill>
            <a:schemeClr val="tx1"/>
          </a:solidFill>
          <a:latin typeface="+mn-lt"/>
          <a:ea typeface="Geneva" pitchFamily="-107" charset="-128"/>
          <a:cs typeface="Geneva" pitchFamily="-107" charset="-128"/>
        </a:defRPr>
      </a:lvl3pPr>
      <a:lvl4pPr marL="1600200" indent="-228600" algn="l" rtl="0" eaLnBrk="0" fontAlgn="base" hangingPunct="0">
        <a:spcBef>
          <a:spcPct val="20000"/>
        </a:spcBef>
        <a:spcAft>
          <a:spcPct val="0"/>
        </a:spcAft>
        <a:buChar char="–"/>
        <a:defRPr sz="2400">
          <a:solidFill>
            <a:schemeClr val="tx1"/>
          </a:solidFill>
          <a:latin typeface="+mn-lt"/>
          <a:ea typeface="Geneva" pitchFamily="-107" charset="-128"/>
        </a:defRPr>
      </a:lvl4pPr>
      <a:lvl5pPr marL="2057400" indent="-228600" algn="l" rtl="0" eaLnBrk="0" fontAlgn="base" hangingPunct="0">
        <a:spcBef>
          <a:spcPct val="20000"/>
        </a:spcBef>
        <a:spcAft>
          <a:spcPct val="0"/>
        </a:spcAft>
        <a:buChar char="»"/>
        <a:defRPr sz="2400">
          <a:solidFill>
            <a:schemeClr val="tx1"/>
          </a:solidFill>
          <a:latin typeface="+mn-lt"/>
          <a:ea typeface="Geneva" pitchFamily="-107" charset="-128"/>
        </a:defRPr>
      </a:lvl5pPr>
      <a:lvl6pPr marL="2514600" indent="-228600" algn="l" rtl="0" fontAlgn="base">
        <a:spcBef>
          <a:spcPct val="20000"/>
        </a:spcBef>
        <a:spcAft>
          <a:spcPct val="0"/>
        </a:spcAft>
        <a:buChar char="»"/>
        <a:defRPr sz="2400">
          <a:solidFill>
            <a:schemeClr val="tx1"/>
          </a:solidFill>
          <a:latin typeface="+mn-lt"/>
          <a:ea typeface="ＭＳ Ｐゴシック" pitchFamily="-110" charset="-128"/>
        </a:defRPr>
      </a:lvl6pPr>
      <a:lvl7pPr marL="2971800" indent="-228600" algn="l" rtl="0" fontAlgn="base">
        <a:spcBef>
          <a:spcPct val="20000"/>
        </a:spcBef>
        <a:spcAft>
          <a:spcPct val="0"/>
        </a:spcAft>
        <a:buChar char="»"/>
        <a:defRPr sz="2400">
          <a:solidFill>
            <a:schemeClr val="tx1"/>
          </a:solidFill>
          <a:latin typeface="+mn-lt"/>
          <a:ea typeface="ＭＳ Ｐゴシック" pitchFamily="-110" charset="-128"/>
        </a:defRPr>
      </a:lvl7pPr>
      <a:lvl8pPr marL="3429000" indent="-228600" algn="l" rtl="0" fontAlgn="base">
        <a:spcBef>
          <a:spcPct val="20000"/>
        </a:spcBef>
        <a:spcAft>
          <a:spcPct val="0"/>
        </a:spcAft>
        <a:buChar char="»"/>
        <a:defRPr sz="2400">
          <a:solidFill>
            <a:schemeClr val="tx1"/>
          </a:solidFill>
          <a:latin typeface="+mn-lt"/>
          <a:ea typeface="ＭＳ Ｐゴシック" pitchFamily="-110" charset="-128"/>
        </a:defRPr>
      </a:lvl8pPr>
      <a:lvl9pPr marL="3886200" indent="-228600" algn="l" rtl="0" fontAlgn="base">
        <a:spcBef>
          <a:spcPct val="20000"/>
        </a:spcBef>
        <a:spcAft>
          <a:spcPct val="0"/>
        </a:spcAft>
        <a:buChar char="»"/>
        <a:defRPr sz="2400">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userDrawn="1"/>
        </p:nvPicPr>
        <p:blipFill>
          <a:blip r:embed="rId14">
            <a:lum bright="46000" contrast="-46000"/>
            <a:extLst>
              <a:ext uri="{28A0092B-C50C-407E-A947-70E740481C1C}">
                <a14:useLocalDpi xmlns:a14="http://schemas.microsoft.com/office/drawing/2010/main" val="0"/>
              </a:ext>
            </a:extLst>
          </a:blip>
          <a:srcRect b="24724"/>
          <a:stretch>
            <a:fillRect/>
          </a:stretch>
        </p:blipFill>
        <p:spPr bwMode="auto">
          <a:xfrm>
            <a:off x="1219201" y="0"/>
            <a:ext cx="97768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Times" panose="02020603050405020304" pitchFamily="18" charset="0"/>
              </a:defRPr>
            </a:lvl1pPr>
          </a:lstStyle>
          <a:p>
            <a:pPr fontAlgn="base">
              <a:spcBef>
                <a:spcPct val="0"/>
              </a:spcBef>
              <a:spcAft>
                <a:spcPct val="0"/>
              </a:spcAft>
            </a:pPr>
            <a:fld id="{C8E65B99-2BD6-4DEE-8F61-CEDEAB8FDB55}"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99864601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hdr="0" ftr="0" dt="0"/>
  <p:txStyles>
    <p:titleStyle>
      <a:lvl1pPr algn="ctr" rtl="0" eaLnBrk="0" fontAlgn="base" hangingPunct="0">
        <a:spcBef>
          <a:spcPct val="0"/>
        </a:spcBef>
        <a:spcAft>
          <a:spcPct val="0"/>
        </a:spcAft>
        <a:defRPr sz="5400">
          <a:solidFill>
            <a:schemeClr val="tx2"/>
          </a:solidFill>
          <a:latin typeface="+mj-lt"/>
          <a:ea typeface="MS PGothic" pitchFamily="34" charset="-128"/>
          <a:cs typeface="ＭＳ Ｐゴシック" pitchFamily="-110" charset="-128"/>
        </a:defRPr>
      </a:lvl1pPr>
      <a:lvl2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2pPr>
      <a:lvl3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3pPr>
      <a:lvl4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4pPr>
      <a:lvl5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5pPr>
      <a:lvl6pPr marL="457200" algn="ctr" rtl="0" fontAlgn="base">
        <a:spcBef>
          <a:spcPct val="0"/>
        </a:spcBef>
        <a:spcAft>
          <a:spcPct val="0"/>
        </a:spcAft>
        <a:defRPr sz="5400">
          <a:solidFill>
            <a:schemeClr val="tx2"/>
          </a:solidFill>
          <a:latin typeface="Times" pitchFamily="-110" charset="0"/>
        </a:defRPr>
      </a:lvl6pPr>
      <a:lvl7pPr marL="914400" algn="ctr" rtl="0" fontAlgn="base">
        <a:spcBef>
          <a:spcPct val="0"/>
        </a:spcBef>
        <a:spcAft>
          <a:spcPct val="0"/>
        </a:spcAft>
        <a:defRPr sz="5400">
          <a:solidFill>
            <a:schemeClr val="tx2"/>
          </a:solidFill>
          <a:latin typeface="Times" pitchFamily="-110" charset="0"/>
        </a:defRPr>
      </a:lvl7pPr>
      <a:lvl8pPr marL="1371600" algn="ctr" rtl="0" fontAlgn="base">
        <a:spcBef>
          <a:spcPct val="0"/>
        </a:spcBef>
        <a:spcAft>
          <a:spcPct val="0"/>
        </a:spcAft>
        <a:defRPr sz="5400">
          <a:solidFill>
            <a:schemeClr val="tx2"/>
          </a:solidFill>
          <a:latin typeface="Times" pitchFamily="-110" charset="0"/>
        </a:defRPr>
      </a:lvl8pPr>
      <a:lvl9pPr marL="1828800" algn="ctr" rtl="0" fontAlgn="base">
        <a:spcBef>
          <a:spcPct val="0"/>
        </a:spcBef>
        <a:spcAft>
          <a:spcPct val="0"/>
        </a:spcAft>
        <a:defRPr sz="5400">
          <a:solidFill>
            <a:schemeClr val="tx2"/>
          </a:solidFill>
          <a:latin typeface="Times" pitchFamily="-110" charset="0"/>
        </a:defRPr>
      </a:lvl9pPr>
    </p:titleStyle>
    <p:bodyStyle>
      <a:lvl1pPr marL="342900" indent="-342900" algn="l" rtl="0" eaLnBrk="0" fontAlgn="base" hangingPunct="0">
        <a:spcBef>
          <a:spcPct val="20000"/>
        </a:spcBef>
        <a:spcAft>
          <a:spcPct val="0"/>
        </a:spcAft>
        <a:buChar char="•"/>
        <a:defRPr sz="3600">
          <a:solidFill>
            <a:schemeClr val="tx1"/>
          </a:solidFill>
          <a:latin typeface="+mn-lt"/>
          <a:ea typeface="MS PGothic" pitchFamily="34" charset="-128"/>
          <a:cs typeface="ＭＳ Ｐゴシック" pitchFamily="-110" charset="-128"/>
        </a:defRPr>
      </a:lvl1pPr>
      <a:lvl2pPr marL="742950" indent="-285750" algn="l" rtl="0" eaLnBrk="0" fontAlgn="base" hangingPunct="0">
        <a:spcBef>
          <a:spcPct val="20000"/>
        </a:spcBef>
        <a:spcAft>
          <a:spcPct val="0"/>
        </a:spcAft>
        <a:buChar char="–"/>
        <a:defRPr sz="32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800">
          <a:solidFill>
            <a:schemeClr val="tx1"/>
          </a:solidFill>
          <a:latin typeface="+mn-lt"/>
          <a:ea typeface="Geneva" pitchFamily="-107" charset="-128"/>
          <a:cs typeface="Geneva" pitchFamily="-107" charset="-128"/>
        </a:defRPr>
      </a:lvl3pPr>
      <a:lvl4pPr marL="1600200" indent="-228600" algn="l" rtl="0" eaLnBrk="0" fontAlgn="base" hangingPunct="0">
        <a:spcBef>
          <a:spcPct val="20000"/>
        </a:spcBef>
        <a:spcAft>
          <a:spcPct val="0"/>
        </a:spcAft>
        <a:buChar char="–"/>
        <a:defRPr sz="2400">
          <a:solidFill>
            <a:schemeClr val="tx1"/>
          </a:solidFill>
          <a:latin typeface="+mn-lt"/>
          <a:ea typeface="Geneva" pitchFamily="-107" charset="-128"/>
        </a:defRPr>
      </a:lvl4pPr>
      <a:lvl5pPr marL="2057400" indent="-228600" algn="l" rtl="0" eaLnBrk="0" fontAlgn="base" hangingPunct="0">
        <a:spcBef>
          <a:spcPct val="20000"/>
        </a:spcBef>
        <a:spcAft>
          <a:spcPct val="0"/>
        </a:spcAft>
        <a:buChar char="»"/>
        <a:defRPr sz="2400">
          <a:solidFill>
            <a:schemeClr val="tx1"/>
          </a:solidFill>
          <a:latin typeface="+mn-lt"/>
          <a:ea typeface="Geneva" pitchFamily="-107" charset="-128"/>
        </a:defRPr>
      </a:lvl5pPr>
      <a:lvl6pPr marL="2514600" indent="-228600" algn="l" rtl="0" fontAlgn="base">
        <a:spcBef>
          <a:spcPct val="20000"/>
        </a:spcBef>
        <a:spcAft>
          <a:spcPct val="0"/>
        </a:spcAft>
        <a:buChar char="»"/>
        <a:defRPr sz="2400">
          <a:solidFill>
            <a:schemeClr val="tx1"/>
          </a:solidFill>
          <a:latin typeface="+mn-lt"/>
          <a:ea typeface="ＭＳ Ｐゴシック" pitchFamily="-110" charset="-128"/>
        </a:defRPr>
      </a:lvl6pPr>
      <a:lvl7pPr marL="2971800" indent="-228600" algn="l" rtl="0" fontAlgn="base">
        <a:spcBef>
          <a:spcPct val="20000"/>
        </a:spcBef>
        <a:spcAft>
          <a:spcPct val="0"/>
        </a:spcAft>
        <a:buChar char="»"/>
        <a:defRPr sz="2400">
          <a:solidFill>
            <a:schemeClr val="tx1"/>
          </a:solidFill>
          <a:latin typeface="+mn-lt"/>
          <a:ea typeface="ＭＳ Ｐゴシック" pitchFamily="-110" charset="-128"/>
        </a:defRPr>
      </a:lvl7pPr>
      <a:lvl8pPr marL="3429000" indent="-228600" algn="l" rtl="0" fontAlgn="base">
        <a:spcBef>
          <a:spcPct val="20000"/>
        </a:spcBef>
        <a:spcAft>
          <a:spcPct val="0"/>
        </a:spcAft>
        <a:buChar char="»"/>
        <a:defRPr sz="2400">
          <a:solidFill>
            <a:schemeClr val="tx1"/>
          </a:solidFill>
          <a:latin typeface="+mn-lt"/>
          <a:ea typeface="ＭＳ Ｐゴシック" pitchFamily="-110" charset="-128"/>
        </a:defRPr>
      </a:lvl8pPr>
      <a:lvl9pPr marL="3886200" indent="-228600" algn="l" rtl="0" fontAlgn="base">
        <a:spcBef>
          <a:spcPct val="20000"/>
        </a:spcBef>
        <a:spcAft>
          <a:spcPct val="0"/>
        </a:spcAft>
        <a:buChar char="»"/>
        <a:defRPr sz="2400">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userDrawn="1"/>
        </p:nvPicPr>
        <p:blipFill>
          <a:blip r:embed="rId14">
            <a:lum bright="46000" contrast="-46000"/>
            <a:extLst>
              <a:ext uri="{28A0092B-C50C-407E-A947-70E740481C1C}">
                <a14:useLocalDpi xmlns:a14="http://schemas.microsoft.com/office/drawing/2010/main" val="0"/>
              </a:ext>
            </a:extLst>
          </a:blip>
          <a:srcRect b="24724"/>
          <a:stretch>
            <a:fillRect/>
          </a:stretch>
        </p:blipFill>
        <p:spPr bwMode="auto">
          <a:xfrm>
            <a:off x="1219201" y="0"/>
            <a:ext cx="97768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Times" panose="02020603050405020304" pitchFamily="18" charset="0"/>
              </a:defRPr>
            </a:lvl1pPr>
          </a:lstStyle>
          <a:p>
            <a:pPr fontAlgn="base">
              <a:spcBef>
                <a:spcPct val="0"/>
              </a:spcBef>
              <a:spcAft>
                <a:spcPct val="0"/>
              </a:spcAft>
            </a:pPr>
            <a:fld id="{C8E65B99-2BD6-4DEE-8F61-CEDEAB8FDB55}"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37700597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ftr="0" dt="0"/>
  <p:txStyles>
    <p:titleStyle>
      <a:lvl1pPr algn="ctr" rtl="0" eaLnBrk="0" fontAlgn="base" hangingPunct="0">
        <a:spcBef>
          <a:spcPct val="0"/>
        </a:spcBef>
        <a:spcAft>
          <a:spcPct val="0"/>
        </a:spcAft>
        <a:defRPr sz="5400">
          <a:solidFill>
            <a:schemeClr val="tx2"/>
          </a:solidFill>
          <a:latin typeface="+mj-lt"/>
          <a:ea typeface="MS PGothic" pitchFamily="34" charset="-128"/>
          <a:cs typeface="ＭＳ Ｐゴシック" pitchFamily="-110" charset="-128"/>
        </a:defRPr>
      </a:lvl1pPr>
      <a:lvl2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2pPr>
      <a:lvl3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3pPr>
      <a:lvl4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4pPr>
      <a:lvl5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5pPr>
      <a:lvl6pPr marL="457200" algn="ctr" rtl="0" fontAlgn="base">
        <a:spcBef>
          <a:spcPct val="0"/>
        </a:spcBef>
        <a:spcAft>
          <a:spcPct val="0"/>
        </a:spcAft>
        <a:defRPr sz="5400">
          <a:solidFill>
            <a:schemeClr val="tx2"/>
          </a:solidFill>
          <a:latin typeface="Times" pitchFamily="-110" charset="0"/>
        </a:defRPr>
      </a:lvl6pPr>
      <a:lvl7pPr marL="914400" algn="ctr" rtl="0" fontAlgn="base">
        <a:spcBef>
          <a:spcPct val="0"/>
        </a:spcBef>
        <a:spcAft>
          <a:spcPct val="0"/>
        </a:spcAft>
        <a:defRPr sz="5400">
          <a:solidFill>
            <a:schemeClr val="tx2"/>
          </a:solidFill>
          <a:latin typeface="Times" pitchFamily="-110" charset="0"/>
        </a:defRPr>
      </a:lvl7pPr>
      <a:lvl8pPr marL="1371600" algn="ctr" rtl="0" fontAlgn="base">
        <a:spcBef>
          <a:spcPct val="0"/>
        </a:spcBef>
        <a:spcAft>
          <a:spcPct val="0"/>
        </a:spcAft>
        <a:defRPr sz="5400">
          <a:solidFill>
            <a:schemeClr val="tx2"/>
          </a:solidFill>
          <a:latin typeface="Times" pitchFamily="-110" charset="0"/>
        </a:defRPr>
      </a:lvl8pPr>
      <a:lvl9pPr marL="1828800" algn="ctr" rtl="0" fontAlgn="base">
        <a:spcBef>
          <a:spcPct val="0"/>
        </a:spcBef>
        <a:spcAft>
          <a:spcPct val="0"/>
        </a:spcAft>
        <a:defRPr sz="5400">
          <a:solidFill>
            <a:schemeClr val="tx2"/>
          </a:solidFill>
          <a:latin typeface="Times" pitchFamily="-110" charset="0"/>
        </a:defRPr>
      </a:lvl9pPr>
    </p:titleStyle>
    <p:bodyStyle>
      <a:lvl1pPr marL="342900" indent="-342900" algn="l" rtl="0" eaLnBrk="0" fontAlgn="base" hangingPunct="0">
        <a:spcBef>
          <a:spcPct val="20000"/>
        </a:spcBef>
        <a:spcAft>
          <a:spcPct val="0"/>
        </a:spcAft>
        <a:buChar char="•"/>
        <a:defRPr sz="3600">
          <a:solidFill>
            <a:schemeClr val="tx1"/>
          </a:solidFill>
          <a:latin typeface="+mn-lt"/>
          <a:ea typeface="MS PGothic" pitchFamily="34" charset="-128"/>
          <a:cs typeface="ＭＳ Ｐゴシック" pitchFamily="-110" charset="-128"/>
        </a:defRPr>
      </a:lvl1pPr>
      <a:lvl2pPr marL="742950" indent="-285750" algn="l" rtl="0" eaLnBrk="0" fontAlgn="base" hangingPunct="0">
        <a:spcBef>
          <a:spcPct val="20000"/>
        </a:spcBef>
        <a:spcAft>
          <a:spcPct val="0"/>
        </a:spcAft>
        <a:buChar char="–"/>
        <a:defRPr sz="32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800">
          <a:solidFill>
            <a:schemeClr val="tx1"/>
          </a:solidFill>
          <a:latin typeface="+mn-lt"/>
          <a:ea typeface="Geneva" pitchFamily="-107" charset="-128"/>
          <a:cs typeface="Geneva" pitchFamily="-107" charset="-128"/>
        </a:defRPr>
      </a:lvl3pPr>
      <a:lvl4pPr marL="1600200" indent="-228600" algn="l" rtl="0" eaLnBrk="0" fontAlgn="base" hangingPunct="0">
        <a:spcBef>
          <a:spcPct val="20000"/>
        </a:spcBef>
        <a:spcAft>
          <a:spcPct val="0"/>
        </a:spcAft>
        <a:buChar char="–"/>
        <a:defRPr sz="2400">
          <a:solidFill>
            <a:schemeClr val="tx1"/>
          </a:solidFill>
          <a:latin typeface="+mn-lt"/>
          <a:ea typeface="Geneva" pitchFamily="-107" charset="-128"/>
        </a:defRPr>
      </a:lvl4pPr>
      <a:lvl5pPr marL="2057400" indent="-228600" algn="l" rtl="0" eaLnBrk="0" fontAlgn="base" hangingPunct="0">
        <a:spcBef>
          <a:spcPct val="20000"/>
        </a:spcBef>
        <a:spcAft>
          <a:spcPct val="0"/>
        </a:spcAft>
        <a:buChar char="»"/>
        <a:defRPr sz="2400">
          <a:solidFill>
            <a:schemeClr val="tx1"/>
          </a:solidFill>
          <a:latin typeface="+mn-lt"/>
          <a:ea typeface="Geneva" pitchFamily="-107" charset="-128"/>
        </a:defRPr>
      </a:lvl5pPr>
      <a:lvl6pPr marL="2514600" indent="-228600" algn="l" rtl="0" fontAlgn="base">
        <a:spcBef>
          <a:spcPct val="20000"/>
        </a:spcBef>
        <a:spcAft>
          <a:spcPct val="0"/>
        </a:spcAft>
        <a:buChar char="»"/>
        <a:defRPr sz="2400">
          <a:solidFill>
            <a:schemeClr val="tx1"/>
          </a:solidFill>
          <a:latin typeface="+mn-lt"/>
          <a:ea typeface="ＭＳ Ｐゴシック" pitchFamily="-110" charset="-128"/>
        </a:defRPr>
      </a:lvl6pPr>
      <a:lvl7pPr marL="2971800" indent="-228600" algn="l" rtl="0" fontAlgn="base">
        <a:spcBef>
          <a:spcPct val="20000"/>
        </a:spcBef>
        <a:spcAft>
          <a:spcPct val="0"/>
        </a:spcAft>
        <a:buChar char="»"/>
        <a:defRPr sz="2400">
          <a:solidFill>
            <a:schemeClr val="tx1"/>
          </a:solidFill>
          <a:latin typeface="+mn-lt"/>
          <a:ea typeface="ＭＳ Ｐゴシック" pitchFamily="-110" charset="-128"/>
        </a:defRPr>
      </a:lvl7pPr>
      <a:lvl8pPr marL="3429000" indent="-228600" algn="l" rtl="0" fontAlgn="base">
        <a:spcBef>
          <a:spcPct val="20000"/>
        </a:spcBef>
        <a:spcAft>
          <a:spcPct val="0"/>
        </a:spcAft>
        <a:buChar char="»"/>
        <a:defRPr sz="2400">
          <a:solidFill>
            <a:schemeClr val="tx1"/>
          </a:solidFill>
          <a:latin typeface="+mn-lt"/>
          <a:ea typeface="ＭＳ Ｐゴシック" pitchFamily="-110" charset="-128"/>
        </a:defRPr>
      </a:lvl8pPr>
      <a:lvl9pPr marL="3886200" indent="-228600" algn="l" rtl="0" fontAlgn="base">
        <a:spcBef>
          <a:spcPct val="20000"/>
        </a:spcBef>
        <a:spcAft>
          <a:spcPct val="0"/>
        </a:spcAft>
        <a:buChar char="»"/>
        <a:defRPr sz="2400">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userDrawn="1"/>
        </p:nvPicPr>
        <p:blipFill>
          <a:blip r:embed="rId14">
            <a:lum bright="46000" contrast="-46000"/>
            <a:extLst>
              <a:ext uri="{28A0092B-C50C-407E-A947-70E740481C1C}">
                <a14:useLocalDpi xmlns:a14="http://schemas.microsoft.com/office/drawing/2010/main" val="0"/>
              </a:ext>
            </a:extLst>
          </a:blip>
          <a:srcRect b="24724"/>
          <a:stretch>
            <a:fillRect/>
          </a:stretch>
        </p:blipFill>
        <p:spPr bwMode="auto">
          <a:xfrm>
            <a:off x="1219201" y="0"/>
            <a:ext cx="977688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cs typeface="+mn-cs"/>
              </a:defRPr>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Times" panose="02020603050405020304" pitchFamily="18" charset="0"/>
              </a:defRPr>
            </a:lvl1pPr>
          </a:lstStyle>
          <a:p>
            <a:pPr fontAlgn="base">
              <a:spcBef>
                <a:spcPct val="0"/>
              </a:spcBef>
              <a:spcAft>
                <a:spcPct val="0"/>
              </a:spcAft>
            </a:pPr>
            <a:fld id="{C8E65B99-2BD6-4DEE-8F61-CEDEAB8FDB55}" type="slidenum">
              <a:rPr lang="en-US" altLang="en-US" smtClean="0">
                <a:solidFill>
                  <a:srgbClr val="000000"/>
                </a:solidFill>
                <a:ea typeface="Geneva" pitchFamily="-107" charset="-128"/>
              </a:rPr>
              <a:pPr fontAlgn="base">
                <a:spcBef>
                  <a:spcPct val="0"/>
                </a:spcBef>
                <a:spcAft>
                  <a:spcPct val="0"/>
                </a:spcAft>
              </a:pPr>
              <a:t>‹#›</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88115167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ftr="0" dt="0"/>
  <p:txStyles>
    <p:titleStyle>
      <a:lvl1pPr algn="ctr" rtl="0" eaLnBrk="0" fontAlgn="base" hangingPunct="0">
        <a:spcBef>
          <a:spcPct val="0"/>
        </a:spcBef>
        <a:spcAft>
          <a:spcPct val="0"/>
        </a:spcAft>
        <a:defRPr sz="5400">
          <a:solidFill>
            <a:schemeClr val="tx2"/>
          </a:solidFill>
          <a:latin typeface="+mj-lt"/>
          <a:ea typeface="MS PGothic" pitchFamily="34" charset="-128"/>
          <a:cs typeface="ＭＳ Ｐゴシック" pitchFamily="-110" charset="-128"/>
        </a:defRPr>
      </a:lvl1pPr>
      <a:lvl2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2pPr>
      <a:lvl3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3pPr>
      <a:lvl4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4pPr>
      <a:lvl5pPr algn="ctr" rtl="0" eaLnBrk="0" fontAlgn="base" hangingPunct="0">
        <a:spcBef>
          <a:spcPct val="0"/>
        </a:spcBef>
        <a:spcAft>
          <a:spcPct val="0"/>
        </a:spcAft>
        <a:defRPr sz="5400">
          <a:solidFill>
            <a:schemeClr val="tx2"/>
          </a:solidFill>
          <a:latin typeface="Times" pitchFamily="-110" charset="0"/>
          <a:ea typeface="MS PGothic" pitchFamily="34" charset="-128"/>
          <a:cs typeface="ＭＳ Ｐゴシック" pitchFamily="-110" charset="-128"/>
        </a:defRPr>
      </a:lvl5pPr>
      <a:lvl6pPr marL="457200" algn="ctr" rtl="0" fontAlgn="base">
        <a:spcBef>
          <a:spcPct val="0"/>
        </a:spcBef>
        <a:spcAft>
          <a:spcPct val="0"/>
        </a:spcAft>
        <a:defRPr sz="5400">
          <a:solidFill>
            <a:schemeClr val="tx2"/>
          </a:solidFill>
          <a:latin typeface="Times" pitchFamily="-110" charset="0"/>
        </a:defRPr>
      </a:lvl6pPr>
      <a:lvl7pPr marL="914400" algn="ctr" rtl="0" fontAlgn="base">
        <a:spcBef>
          <a:spcPct val="0"/>
        </a:spcBef>
        <a:spcAft>
          <a:spcPct val="0"/>
        </a:spcAft>
        <a:defRPr sz="5400">
          <a:solidFill>
            <a:schemeClr val="tx2"/>
          </a:solidFill>
          <a:latin typeface="Times" pitchFamily="-110" charset="0"/>
        </a:defRPr>
      </a:lvl7pPr>
      <a:lvl8pPr marL="1371600" algn="ctr" rtl="0" fontAlgn="base">
        <a:spcBef>
          <a:spcPct val="0"/>
        </a:spcBef>
        <a:spcAft>
          <a:spcPct val="0"/>
        </a:spcAft>
        <a:defRPr sz="5400">
          <a:solidFill>
            <a:schemeClr val="tx2"/>
          </a:solidFill>
          <a:latin typeface="Times" pitchFamily="-110" charset="0"/>
        </a:defRPr>
      </a:lvl8pPr>
      <a:lvl9pPr marL="1828800" algn="ctr" rtl="0" fontAlgn="base">
        <a:spcBef>
          <a:spcPct val="0"/>
        </a:spcBef>
        <a:spcAft>
          <a:spcPct val="0"/>
        </a:spcAft>
        <a:defRPr sz="5400">
          <a:solidFill>
            <a:schemeClr val="tx2"/>
          </a:solidFill>
          <a:latin typeface="Times" pitchFamily="-110" charset="0"/>
        </a:defRPr>
      </a:lvl9pPr>
    </p:titleStyle>
    <p:bodyStyle>
      <a:lvl1pPr marL="342900" indent="-342900" algn="l" rtl="0" eaLnBrk="0" fontAlgn="base" hangingPunct="0">
        <a:spcBef>
          <a:spcPct val="20000"/>
        </a:spcBef>
        <a:spcAft>
          <a:spcPct val="0"/>
        </a:spcAft>
        <a:buChar char="•"/>
        <a:defRPr sz="3600">
          <a:solidFill>
            <a:schemeClr val="tx1"/>
          </a:solidFill>
          <a:latin typeface="+mn-lt"/>
          <a:ea typeface="MS PGothic" pitchFamily="34" charset="-128"/>
          <a:cs typeface="ＭＳ Ｐゴシック" pitchFamily="-110" charset="-128"/>
        </a:defRPr>
      </a:lvl1pPr>
      <a:lvl2pPr marL="742950" indent="-285750" algn="l" rtl="0" eaLnBrk="0" fontAlgn="base" hangingPunct="0">
        <a:spcBef>
          <a:spcPct val="20000"/>
        </a:spcBef>
        <a:spcAft>
          <a:spcPct val="0"/>
        </a:spcAft>
        <a:buChar char="–"/>
        <a:defRPr sz="32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800">
          <a:solidFill>
            <a:schemeClr val="tx1"/>
          </a:solidFill>
          <a:latin typeface="+mn-lt"/>
          <a:ea typeface="Geneva" pitchFamily="-107" charset="-128"/>
          <a:cs typeface="Geneva" pitchFamily="-107" charset="-128"/>
        </a:defRPr>
      </a:lvl3pPr>
      <a:lvl4pPr marL="1600200" indent="-228600" algn="l" rtl="0" eaLnBrk="0" fontAlgn="base" hangingPunct="0">
        <a:spcBef>
          <a:spcPct val="20000"/>
        </a:spcBef>
        <a:spcAft>
          <a:spcPct val="0"/>
        </a:spcAft>
        <a:buChar char="–"/>
        <a:defRPr sz="2400">
          <a:solidFill>
            <a:schemeClr val="tx1"/>
          </a:solidFill>
          <a:latin typeface="+mn-lt"/>
          <a:ea typeface="Geneva" pitchFamily="-107" charset="-128"/>
        </a:defRPr>
      </a:lvl4pPr>
      <a:lvl5pPr marL="2057400" indent="-228600" algn="l" rtl="0" eaLnBrk="0" fontAlgn="base" hangingPunct="0">
        <a:spcBef>
          <a:spcPct val="20000"/>
        </a:spcBef>
        <a:spcAft>
          <a:spcPct val="0"/>
        </a:spcAft>
        <a:buChar char="»"/>
        <a:defRPr sz="2400">
          <a:solidFill>
            <a:schemeClr val="tx1"/>
          </a:solidFill>
          <a:latin typeface="+mn-lt"/>
          <a:ea typeface="Geneva" pitchFamily="-107" charset="-128"/>
        </a:defRPr>
      </a:lvl5pPr>
      <a:lvl6pPr marL="2514600" indent="-228600" algn="l" rtl="0" fontAlgn="base">
        <a:spcBef>
          <a:spcPct val="20000"/>
        </a:spcBef>
        <a:spcAft>
          <a:spcPct val="0"/>
        </a:spcAft>
        <a:buChar char="»"/>
        <a:defRPr sz="2400">
          <a:solidFill>
            <a:schemeClr val="tx1"/>
          </a:solidFill>
          <a:latin typeface="+mn-lt"/>
          <a:ea typeface="ＭＳ Ｐゴシック" pitchFamily="-110" charset="-128"/>
        </a:defRPr>
      </a:lvl6pPr>
      <a:lvl7pPr marL="2971800" indent="-228600" algn="l" rtl="0" fontAlgn="base">
        <a:spcBef>
          <a:spcPct val="20000"/>
        </a:spcBef>
        <a:spcAft>
          <a:spcPct val="0"/>
        </a:spcAft>
        <a:buChar char="»"/>
        <a:defRPr sz="2400">
          <a:solidFill>
            <a:schemeClr val="tx1"/>
          </a:solidFill>
          <a:latin typeface="+mn-lt"/>
          <a:ea typeface="ＭＳ Ｐゴシック" pitchFamily="-110" charset="-128"/>
        </a:defRPr>
      </a:lvl7pPr>
      <a:lvl8pPr marL="3429000" indent="-228600" algn="l" rtl="0" fontAlgn="base">
        <a:spcBef>
          <a:spcPct val="20000"/>
        </a:spcBef>
        <a:spcAft>
          <a:spcPct val="0"/>
        </a:spcAft>
        <a:buChar char="»"/>
        <a:defRPr sz="2400">
          <a:solidFill>
            <a:schemeClr val="tx1"/>
          </a:solidFill>
          <a:latin typeface="+mn-lt"/>
          <a:ea typeface="ＭＳ Ｐゴシック" pitchFamily="-110" charset="-128"/>
        </a:defRPr>
      </a:lvl8pPr>
      <a:lvl9pPr marL="3886200" indent="-228600" algn="l" rtl="0" fontAlgn="base">
        <a:spcBef>
          <a:spcPct val="20000"/>
        </a:spcBef>
        <a:spcAft>
          <a:spcPct val="0"/>
        </a:spcAft>
        <a:buChar char="»"/>
        <a:defRPr sz="2400">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5.wmf"/><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customXml" Target="../ink/ink6.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6.wmf"/><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oleObject" Target="../embeddings/oleObject2.bin"/><Relationship Id="rId10" Type="http://schemas.openxmlformats.org/officeDocument/2006/relationships/image" Target="../media/image16.emf"/><Relationship Id="rId4" Type="http://schemas.openxmlformats.org/officeDocument/2006/relationships/image" Target="../media/image7.png"/><Relationship Id="rId9" Type="http://schemas.openxmlformats.org/officeDocument/2006/relationships/customXml" Target="../ink/ink11.xml"/></Relationships>
</file>

<file path=ppt/slides/_rels/slide14.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4.bin"/><Relationship Id="rId7" Type="http://schemas.openxmlformats.org/officeDocument/2006/relationships/customXml" Target="../ink/ink1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gif"/><Relationship Id="rId5" Type="http://schemas.openxmlformats.org/officeDocument/2006/relationships/hyperlink" Target="http://www.beyondbooks.com/bbx/tr/pv.asp?i=psc92/3b/00009007&amp;u=http://www.public.asu.edu/~jpbirk/3dstruct/Naclsf.htm" TargetMode="Externa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customXml" Target="../ink/ink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google.com/url?sa=i&amp;rct=j&amp;q=&amp;esrc=s&amp;source=images&amp;cd=&amp;cad=rja&amp;uact=8&amp;ved=0ahUKEwiYgvnbgsvMAhXFGj4KHXaFBoIQjRwIBw&amp;url=http://www.wonderwhizkids.com/conceptmaps/metallic_bond.html&amp;psig=AFQjCNG5YdMNmqADShgIcJwoKcRI5bPFZQ&amp;ust=1462815544768727"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4.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image" Target="../media/image28.emf"/><Relationship Id="rId5" Type="http://schemas.openxmlformats.org/officeDocument/2006/relationships/customXml" Target="../ink/ink21.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37.xml"/><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11.xml"/><Relationship Id="rId1" Type="http://schemas.openxmlformats.org/officeDocument/2006/relationships/slideLayout" Target="../slideLayouts/slideLayout49.xml"/><Relationship Id="rId4" Type="http://schemas.openxmlformats.org/officeDocument/2006/relationships/image" Target="../media/image32.emf"/></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3.xml"/><Relationship Id="rId1" Type="http://schemas.openxmlformats.org/officeDocument/2006/relationships/slideLayout" Target="../slideLayouts/slideLayout61.xml"/></Relationships>
</file>

<file path=ppt/slides/_rels/slide37.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14.xml"/><Relationship Id="rId1" Type="http://schemas.openxmlformats.org/officeDocument/2006/relationships/slideLayout" Target="../slideLayouts/slideLayout61.xml"/><Relationship Id="rId5" Type="http://schemas.openxmlformats.org/officeDocument/2006/relationships/image" Target="../media/image36.emf"/><Relationship Id="rId4" Type="http://schemas.openxmlformats.org/officeDocument/2006/relationships/customXml" Target="../ink/ink23.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61.xml"/><Relationship Id="rId5" Type="http://schemas.openxmlformats.org/officeDocument/2006/relationships/image" Target="../media/image38.emf"/><Relationship Id="rId4" Type="http://schemas.openxmlformats.org/officeDocument/2006/relationships/customXml" Target="../ink/ink24.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61.xml"/><Relationship Id="rId5" Type="http://schemas.openxmlformats.org/officeDocument/2006/relationships/image" Target="../media/image40.emf"/><Relationship Id="rId4" Type="http://schemas.openxmlformats.org/officeDocument/2006/relationships/customXml" Target="../ink/ink25.xml"/></Relationships>
</file>

<file path=ppt/slides/_rels/slide40.xml.rels><?xml version="1.0" encoding="UTF-8" standalone="yes"?>
<Relationships xmlns="http://schemas.openxmlformats.org/package/2006/relationships"><Relationship Id="rId3" Type="http://schemas.openxmlformats.org/officeDocument/2006/relationships/customXml" Target="../ink/ink26.xml"/><Relationship Id="rId2" Type="http://schemas.openxmlformats.org/officeDocument/2006/relationships/notesSlide" Target="../notesSlides/notesSlide17.xml"/><Relationship Id="rId1" Type="http://schemas.openxmlformats.org/officeDocument/2006/relationships/slideLayout" Target="../slideLayouts/slideLayout73.xml"/><Relationship Id="rId4" Type="http://schemas.openxmlformats.org/officeDocument/2006/relationships/image" Target="../media/image41.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3.xml"/></Relationships>
</file>

<file path=ppt/slides/_rels/slide42.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3.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7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3.xml"/></Relationships>
</file>

<file path=ppt/slides/_rels/slide4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25.xml"/><Relationship Id="rId1" Type="http://schemas.openxmlformats.org/officeDocument/2006/relationships/slideLayout" Target="../slideLayouts/slideLayout7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5.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5.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5.xml"/></Relationships>
</file>

<file path=ppt/slides/_rels/slide6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5.xml"/></Relationships>
</file>

<file path=ppt/slides/_rels/slide6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5.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75.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3057990" y="2824172"/>
            <a:ext cx="5954486" cy="1015663"/>
          </a:xfrm>
          <a:prstGeom prst="rect">
            <a:avLst/>
          </a:prstGeom>
          <a:noFill/>
        </p:spPr>
        <p:txBody>
          <a:bodyPr wrap="square" rtlCol="0">
            <a:spAutoFit/>
          </a:bodyPr>
          <a:lstStyle/>
          <a:p>
            <a:pPr algn="ctr"/>
            <a:r>
              <a:rPr lang="en-US" sz="6000" b="1" dirty="0"/>
              <a:t>Chemical Bonding</a:t>
            </a:r>
          </a:p>
        </p:txBody>
      </p:sp>
    </p:spTree>
    <p:extLst>
      <p:ext uri="{BB962C8B-B14F-4D97-AF65-F5344CB8AC3E}">
        <p14:creationId xmlns:p14="http://schemas.microsoft.com/office/powerpoint/2010/main" val="33895710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814812" y="381000"/>
            <a:ext cx="10999960" cy="5791200"/>
          </a:xfrm>
        </p:spPr>
        <p:txBody>
          <a:bodyPr>
            <a:noAutofit/>
          </a:bodyPr>
          <a:lstStyle/>
          <a:p>
            <a:pPr algn="just">
              <a:lnSpc>
                <a:spcPct val="150000"/>
              </a:lnSpc>
              <a:buFontTx/>
              <a:buNone/>
            </a:pPr>
            <a:r>
              <a:rPr lang="en-US" sz="2400" b="1" dirty="0">
                <a:solidFill>
                  <a:schemeClr val="tx2"/>
                </a:solidFill>
                <a:latin typeface="Arial" charset="0"/>
                <a:cs typeface="Arial" charset="0"/>
              </a:rPr>
              <a:t>ELECTRONIC THEORY OF VALENCY :</a:t>
            </a:r>
          </a:p>
          <a:p>
            <a:pPr algn="just">
              <a:lnSpc>
                <a:spcPct val="150000"/>
              </a:lnSpc>
              <a:buFontTx/>
              <a:buNone/>
            </a:pPr>
            <a:r>
              <a:rPr lang="en-US" sz="2400" dirty="0"/>
              <a:t>The combining tendency of atoms was explained by Kossel and Lewis (1916) through their theory called </a:t>
            </a:r>
            <a:r>
              <a:rPr lang="en-US" sz="2400" b="1" dirty="0"/>
              <a:t>electronic theory of </a:t>
            </a:r>
            <a:r>
              <a:rPr lang="en-US" sz="2400" b="1" dirty="0" err="1"/>
              <a:t>valency</a:t>
            </a:r>
            <a:r>
              <a:rPr lang="en-US" sz="2400" b="1" dirty="0"/>
              <a:t>.</a:t>
            </a:r>
            <a:r>
              <a:rPr lang="en-US" sz="2400" dirty="0"/>
              <a:t> The main postulates of this theory are, </a:t>
            </a:r>
          </a:p>
          <a:p>
            <a:pPr algn="just">
              <a:lnSpc>
                <a:spcPct val="150000"/>
              </a:lnSpc>
              <a:buFontTx/>
              <a:buNone/>
            </a:pPr>
            <a:r>
              <a:rPr lang="en-US" sz="2400" dirty="0"/>
              <a:t>(</a:t>
            </a:r>
            <a:r>
              <a:rPr lang="en-US" sz="2400" i="1" dirty="0" err="1"/>
              <a:t>i</a:t>
            </a:r>
            <a:r>
              <a:rPr lang="en-US" sz="2400" dirty="0"/>
              <a:t>) The tendency of an atom to take part in chemical combination is determined by the number of valence electrons. The valence electrons are the electrons in the outermost shell of the atom. </a:t>
            </a:r>
          </a:p>
          <a:p>
            <a:pPr algn="just">
              <a:lnSpc>
                <a:spcPct val="150000"/>
              </a:lnSpc>
              <a:buFontTx/>
              <a:buNone/>
            </a:pPr>
            <a:r>
              <a:rPr lang="en-US" sz="2400" dirty="0"/>
              <a:t>(</a:t>
            </a:r>
            <a:r>
              <a:rPr lang="en-US" sz="2400" i="1" dirty="0"/>
              <a:t>ii</a:t>
            </a:r>
            <a:r>
              <a:rPr lang="en-US" sz="2400" dirty="0"/>
              <a:t>) The atoms combine by mutual sharing or by transfer of one or more electrons. In doing so, each combining atom acquires stable noble gas electronic configuration having 8 electrons in its outermost shell. This is called </a:t>
            </a:r>
            <a:r>
              <a:rPr lang="en-US" sz="2400" b="1" dirty="0"/>
              <a:t>octet rule.</a:t>
            </a:r>
            <a:r>
              <a:rPr lang="en-US" sz="2400" dirty="0"/>
              <a:t> </a:t>
            </a:r>
          </a:p>
          <a:p>
            <a:pPr algn="just">
              <a:lnSpc>
                <a:spcPct val="150000"/>
              </a:lnSpc>
              <a:buFontTx/>
              <a:buNone/>
            </a:pPr>
            <a:endParaRPr lang="en-US" sz="2400" dirty="0"/>
          </a:p>
        </p:txBody>
      </p:sp>
      <p:sp>
        <p:nvSpPr>
          <p:cNvPr id="3" name="Slide Number Placeholder 2"/>
          <p:cNvSpPr>
            <a:spLocks noGrp="1"/>
          </p:cNvSpPr>
          <p:nvPr>
            <p:ph type="sldNum" sz="quarter" idx="12"/>
          </p:nvPr>
        </p:nvSpPr>
        <p:spPr/>
        <p:txBody>
          <a:bodyPr/>
          <a:lstStyle/>
          <a:p>
            <a:fld id="{F4885078-D283-423D-A0E2-78ACE9D27503}" type="slidenum">
              <a:rPr lang="en-US" smtClean="0"/>
              <a:pPr/>
              <a:t>2</a:t>
            </a:fld>
            <a:endParaRPr lang="en-US"/>
          </a:p>
        </p:txBody>
      </p:sp>
      <p:sp>
        <p:nvSpPr>
          <p:cNvPr id="4" name="Footer Placeholder 3"/>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4430520" y="5089320"/>
              <a:ext cx="6446160" cy="114480"/>
            </p14:xfrm>
          </p:contentPart>
        </mc:Choice>
        <mc:Fallback xmlns="">
          <p:pic>
            <p:nvPicPr>
              <p:cNvPr id="2" name="Ink 1"/>
              <p:cNvPicPr/>
              <p:nvPr/>
            </p:nvPicPr>
            <p:blipFill>
              <a:blip r:embed="rId3"/>
              <a:stretch>
                <a:fillRect/>
              </a:stretch>
            </p:blipFill>
            <p:spPr>
              <a:xfrm>
                <a:off x="4421160" y="5079960"/>
                <a:ext cx="6464880" cy="133200"/>
              </a:xfrm>
              <a:prstGeom prst="rect">
                <a:avLst/>
              </a:prstGeom>
            </p:spPr>
          </p:pic>
        </mc:Fallback>
      </mc:AlternateContent>
    </p:spTree>
    <p:extLst>
      <p:ext uri="{BB962C8B-B14F-4D97-AF65-F5344CB8AC3E}">
        <p14:creationId xmlns:p14="http://schemas.microsoft.com/office/powerpoint/2010/main" val="12687814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588475" y="304800"/>
            <a:ext cx="10765325" cy="6324600"/>
          </a:xfrm>
        </p:spPr>
        <p:txBody>
          <a:bodyPr vert="horz" lIns="91440" tIns="45720" rIns="91440" bIns="45720" rtlCol="0" anchor="t">
            <a:normAutofit/>
          </a:bodyPr>
          <a:lstStyle/>
          <a:p>
            <a:pPr algn="just">
              <a:lnSpc>
                <a:spcPct val="150000"/>
              </a:lnSpc>
              <a:buFontTx/>
              <a:buNone/>
            </a:pPr>
            <a:r>
              <a:rPr lang="en-US" sz="2400" b="1" dirty="0">
                <a:solidFill>
                  <a:schemeClr val="tx2"/>
                </a:solidFill>
                <a:latin typeface="Arial" charset="0"/>
                <a:cs typeface="Arial" charset="0"/>
              </a:rPr>
              <a:t>ELECTRONIC THEORY OF VALENCY :</a:t>
            </a:r>
          </a:p>
          <a:p>
            <a:pPr algn="just">
              <a:lnSpc>
                <a:spcPct val="150000"/>
              </a:lnSpc>
              <a:buNone/>
            </a:pPr>
            <a:r>
              <a:rPr lang="en-US" sz="2400" dirty="0"/>
              <a:t>(</a:t>
            </a:r>
            <a:r>
              <a:rPr lang="en-US" sz="2400" i="1" dirty="0"/>
              <a:t>iii</a:t>
            </a:r>
            <a:r>
              <a:rPr lang="en-US" sz="2400" dirty="0"/>
              <a:t>) The number of electrons which an atom loses, gains or mutually shares to attain the nearest noble gas configuration is called its </a:t>
            </a:r>
            <a:r>
              <a:rPr lang="en-US" sz="2400" b="1" dirty="0"/>
              <a:t>valency.</a:t>
            </a:r>
            <a:r>
              <a:rPr lang="en-US" sz="2400" dirty="0"/>
              <a:t> For example, Li, Be, B and C having respectively 1, 2, 3 and 4 electrons, have valency of 1, 2, 3 and 4. The elements N, O, F and Ne having 5, 6, 7 and 8 electrons in their outermost shell show valency of 3, 2, 1 and 0 respectively</a:t>
            </a:r>
            <a:endParaRPr lang="en-US" sz="2400" dirty="0">
              <a:ea typeface="Calibri"/>
              <a:cs typeface="Calibri"/>
            </a:endParaRPr>
          </a:p>
          <a:p>
            <a:pPr algn="just">
              <a:lnSpc>
                <a:spcPct val="150000"/>
              </a:lnSpc>
            </a:pPr>
            <a:r>
              <a:rPr lang="en-US" sz="2400" dirty="0"/>
              <a:t>Thus, </a:t>
            </a:r>
            <a:r>
              <a:rPr lang="en-US" sz="2400" b="1" dirty="0"/>
              <a:t>"the common valency of an element is either equal to the number of valence electrons, or it is equal to 8 minus the number of valence electrons."</a:t>
            </a:r>
            <a:r>
              <a:rPr lang="en-US" sz="2400" dirty="0"/>
              <a:t> </a:t>
            </a:r>
          </a:p>
          <a:p>
            <a:pPr algn="just">
              <a:lnSpc>
                <a:spcPct val="150000"/>
              </a:lnSpc>
              <a:buFontTx/>
              <a:buNone/>
            </a:pPr>
            <a:endParaRPr lang="en-US" sz="2400" dirty="0"/>
          </a:p>
          <a:p>
            <a:pPr algn="just">
              <a:lnSpc>
                <a:spcPct val="150000"/>
              </a:lnSpc>
              <a:buFontTx/>
              <a:buNone/>
            </a:pPr>
            <a:endParaRPr lang="en-US" sz="2400" dirty="0"/>
          </a:p>
        </p:txBody>
      </p:sp>
      <p:sp>
        <p:nvSpPr>
          <p:cNvPr id="3" name="Slide Number Placeholder 2"/>
          <p:cNvSpPr>
            <a:spLocks noGrp="1"/>
          </p:cNvSpPr>
          <p:nvPr>
            <p:ph type="sldNum" sz="quarter" idx="12"/>
          </p:nvPr>
        </p:nvSpPr>
        <p:spPr/>
        <p:txBody>
          <a:bodyPr/>
          <a:lstStyle/>
          <a:p>
            <a:fld id="{F4885078-D283-423D-A0E2-78ACE9D27503}" type="slidenum">
              <a:rPr lang="en-US" smtClean="0"/>
              <a:pPr/>
              <a:t>3</a:t>
            </a:fld>
            <a:endParaRPr lang="en-US"/>
          </a:p>
        </p:txBody>
      </p:sp>
      <p:sp>
        <p:nvSpPr>
          <p:cNvPr id="4" name="Footer Placeholder 3"/>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868320" y="989640"/>
              <a:ext cx="10098360" cy="4696560"/>
            </p14:xfrm>
          </p:contentPart>
        </mc:Choice>
        <mc:Fallback xmlns="">
          <p:pic>
            <p:nvPicPr>
              <p:cNvPr id="2" name="Ink 1"/>
              <p:cNvPicPr/>
              <p:nvPr/>
            </p:nvPicPr>
            <p:blipFill>
              <a:blip r:embed="rId3"/>
              <a:stretch>
                <a:fillRect/>
              </a:stretch>
            </p:blipFill>
            <p:spPr>
              <a:xfrm>
                <a:off x="858960" y="980280"/>
                <a:ext cx="10117080" cy="4715280"/>
              </a:xfrm>
              <a:prstGeom prst="rect">
                <a:avLst/>
              </a:prstGeom>
            </p:spPr>
          </p:pic>
        </mc:Fallback>
      </mc:AlternateContent>
    </p:spTree>
    <p:extLst>
      <p:ext uri="{BB962C8B-B14F-4D97-AF65-F5344CB8AC3E}">
        <p14:creationId xmlns:p14="http://schemas.microsoft.com/office/powerpoint/2010/main" val="20001635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588475" y="304800"/>
            <a:ext cx="10765325" cy="6324600"/>
          </a:xfrm>
        </p:spPr>
        <p:txBody>
          <a:bodyPr>
            <a:normAutofit/>
          </a:bodyPr>
          <a:lstStyle/>
          <a:p>
            <a:pPr algn="just">
              <a:lnSpc>
                <a:spcPct val="150000"/>
              </a:lnSpc>
              <a:defRPr/>
            </a:pPr>
            <a:r>
              <a:rPr lang="en-US" altLang="en-US" sz="3200" dirty="0">
                <a:ea typeface="ＭＳ Ｐゴシック" pitchFamily="84" charset="-128"/>
              </a:rPr>
              <a:t>In the </a:t>
            </a:r>
            <a:r>
              <a:rPr lang="en-US" altLang="en-US" sz="3600" b="1" dirty="0">
                <a:solidFill>
                  <a:srgbClr val="FF0000"/>
                </a:solidFill>
                <a:effectLst>
                  <a:outerShdw blurRad="38100" dist="38100" dir="2700000" algn="tl">
                    <a:srgbClr val="C0C0C0"/>
                  </a:outerShdw>
                </a:effectLst>
                <a:ea typeface="ＭＳ Ｐゴシック" pitchFamily="84" charset="-128"/>
              </a:rPr>
              <a:t>octet rule</a:t>
            </a:r>
            <a:r>
              <a:rPr lang="en-US" altLang="en-US" sz="3200" dirty="0">
                <a:ea typeface="ＭＳ Ｐゴシック" pitchFamily="84" charset="-128"/>
              </a:rPr>
              <a:t>:</a:t>
            </a:r>
          </a:p>
          <a:p>
            <a:pPr algn="just">
              <a:lnSpc>
                <a:spcPct val="150000"/>
              </a:lnSpc>
              <a:defRPr/>
            </a:pPr>
            <a:r>
              <a:rPr lang="en-US" altLang="en-US" sz="3200" b="1" dirty="0">
                <a:solidFill>
                  <a:srgbClr val="00B050"/>
                </a:solidFill>
                <a:ea typeface="ＭＳ Ｐゴシック" pitchFamily="84" charset="-128"/>
              </a:rPr>
              <a:t>To achieve a valence octet, some atoms give away electrons, others will accept or take electrons, and others share electrons</a:t>
            </a:r>
            <a:r>
              <a:rPr lang="en-US" altLang="en-US" sz="3200" dirty="0">
                <a:ea typeface="ＭＳ Ｐゴシック" pitchFamily="84" charset="-128"/>
              </a:rPr>
              <a:t>. </a:t>
            </a:r>
          </a:p>
          <a:p>
            <a:pPr algn="just">
              <a:lnSpc>
                <a:spcPct val="150000"/>
              </a:lnSpc>
              <a:defRPr/>
            </a:pPr>
            <a:r>
              <a:rPr lang="en-US" altLang="en-US" sz="3200" b="1" dirty="0">
                <a:solidFill>
                  <a:srgbClr val="7030A0"/>
                </a:solidFill>
                <a:ea typeface="ＭＳ Ｐゴシック" pitchFamily="84" charset="-128"/>
              </a:rPr>
              <a:t>These different modes of achieving a valence octet lead to different kinds of compounds.</a:t>
            </a:r>
            <a:endParaRPr lang="en-US" altLang="en-US" sz="3600" b="1" dirty="0">
              <a:solidFill>
                <a:srgbClr val="7030A0"/>
              </a:solidFill>
              <a:ea typeface="ＭＳ Ｐゴシック" pitchFamily="84" charset="-128"/>
            </a:endParaRPr>
          </a:p>
          <a:p>
            <a:pPr algn="just">
              <a:lnSpc>
                <a:spcPct val="150000"/>
              </a:lnSpc>
              <a:buFontTx/>
              <a:buNone/>
            </a:pPr>
            <a:endParaRPr lang="en-US" sz="3200" dirty="0"/>
          </a:p>
        </p:txBody>
      </p:sp>
      <p:sp>
        <p:nvSpPr>
          <p:cNvPr id="3" name="Slide Number Placeholder 2"/>
          <p:cNvSpPr>
            <a:spLocks noGrp="1"/>
          </p:cNvSpPr>
          <p:nvPr>
            <p:ph type="sldNum" sz="quarter" idx="12"/>
          </p:nvPr>
        </p:nvSpPr>
        <p:spPr/>
        <p:txBody>
          <a:bodyPr/>
          <a:lstStyle/>
          <a:p>
            <a:fld id="{F4885078-D283-423D-A0E2-78ACE9D27503}" type="slidenum">
              <a:rPr lang="en-US" smtClean="0"/>
              <a:pPr/>
              <a:t>4</a:t>
            </a:fld>
            <a:endParaRPr lang="en-US"/>
          </a:p>
        </p:txBody>
      </p:sp>
      <p:sp>
        <p:nvSpPr>
          <p:cNvPr id="4" name="Footer Placeholder 3"/>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716760" y="944640"/>
              <a:ext cx="6815520" cy="4218120"/>
            </p14:xfrm>
          </p:contentPart>
        </mc:Choice>
        <mc:Fallback xmlns="">
          <p:pic>
            <p:nvPicPr>
              <p:cNvPr id="2" name="Ink 1"/>
              <p:cNvPicPr/>
              <p:nvPr/>
            </p:nvPicPr>
            <p:blipFill>
              <a:blip r:embed="rId3"/>
              <a:stretch>
                <a:fillRect/>
              </a:stretch>
            </p:blipFill>
            <p:spPr>
              <a:xfrm>
                <a:off x="707400" y="935280"/>
                <a:ext cx="6834240" cy="4236840"/>
              </a:xfrm>
              <a:prstGeom prst="rect">
                <a:avLst/>
              </a:prstGeom>
            </p:spPr>
          </p:pic>
        </mc:Fallback>
      </mc:AlternateContent>
    </p:spTree>
    <p:extLst>
      <p:ext uri="{BB962C8B-B14F-4D97-AF65-F5344CB8AC3E}">
        <p14:creationId xmlns:p14="http://schemas.microsoft.com/office/powerpoint/2010/main" val="41533318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algn="ctr">
              <a:defRPr/>
            </a:pPr>
            <a:r>
              <a:rPr lang="en-US" b="1" dirty="0">
                <a:solidFill>
                  <a:srgbClr val="1A73A4"/>
                </a:solidFill>
                <a:latin typeface="+mn-lt"/>
              </a:rPr>
              <a:t>Different types of Bonding</a:t>
            </a:r>
          </a:p>
        </p:txBody>
      </p:sp>
      <p:sp>
        <p:nvSpPr>
          <p:cNvPr id="128003" name="Rectangle 3"/>
          <p:cNvSpPr>
            <a:spLocks noGrp="1" noChangeArrowheads="1"/>
          </p:cNvSpPr>
          <p:nvPr>
            <p:ph type="body" idx="1"/>
          </p:nvPr>
        </p:nvSpPr>
        <p:spPr>
          <a:xfrm>
            <a:off x="720505" y="1336737"/>
            <a:ext cx="10976572" cy="4351338"/>
          </a:xfrm>
        </p:spPr>
        <p:txBody>
          <a:bodyPr>
            <a:noAutofit/>
          </a:bodyPr>
          <a:lstStyle/>
          <a:p>
            <a:pPr algn="just">
              <a:lnSpc>
                <a:spcPct val="150000"/>
              </a:lnSpc>
              <a:defRPr/>
            </a:pPr>
            <a:r>
              <a:rPr lang="en-US" sz="2400" b="1" dirty="0"/>
              <a:t>Result of octet rule: </a:t>
            </a:r>
            <a:r>
              <a:rPr lang="en-US" sz="2400" dirty="0"/>
              <a:t>Atoms bond together so that each atom acquires an electron configuration the same as that of the noble gas nearest to, it in atomic number</a:t>
            </a:r>
          </a:p>
          <a:p>
            <a:pPr lvl="1" algn="just">
              <a:lnSpc>
                <a:spcPct val="150000"/>
              </a:lnSpc>
              <a:defRPr/>
            </a:pPr>
            <a:r>
              <a:rPr lang="en-US" dirty="0"/>
              <a:t>An atom that gains electrons becomes an </a:t>
            </a:r>
            <a:r>
              <a:rPr lang="en-US" dirty="0">
                <a:solidFill>
                  <a:srgbClr val="1A73A4"/>
                </a:solidFill>
                <a:effectLst>
                  <a:outerShdw blurRad="38100" dist="38100" dir="2700000" algn="tl">
                    <a:srgbClr val="C0C0C0"/>
                  </a:outerShdw>
                </a:effectLst>
              </a:rPr>
              <a:t>anion</a:t>
            </a:r>
            <a:endParaRPr lang="en-US" dirty="0"/>
          </a:p>
          <a:p>
            <a:pPr lvl="1" algn="just">
              <a:lnSpc>
                <a:spcPct val="150000"/>
              </a:lnSpc>
              <a:defRPr/>
            </a:pPr>
            <a:r>
              <a:rPr lang="en-US" dirty="0"/>
              <a:t>An atom that loses electrons becomes a </a:t>
            </a:r>
            <a:r>
              <a:rPr lang="en-US" dirty="0">
                <a:solidFill>
                  <a:srgbClr val="1A73A4"/>
                </a:solidFill>
                <a:effectLst>
                  <a:outerShdw blurRad="38100" dist="38100" dir="2700000" algn="tl">
                    <a:srgbClr val="C0C0C0"/>
                  </a:outerShdw>
                </a:effectLst>
              </a:rPr>
              <a:t>cation</a:t>
            </a:r>
            <a:endParaRPr lang="en-US" dirty="0"/>
          </a:p>
          <a:p>
            <a:pPr lvl="1" algn="just">
              <a:lnSpc>
                <a:spcPct val="150000"/>
              </a:lnSpc>
              <a:defRPr/>
            </a:pPr>
            <a:r>
              <a:rPr lang="en-US" dirty="0"/>
              <a:t>The attraction of anions and cations leads to the formation of </a:t>
            </a:r>
            <a:r>
              <a:rPr lang="en-US" dirty="0">
                <a:solidFill>
                  <a:srgbClr val="1A73A4"/>
                </a:solidFill>
                <a:effectLst>
                  <a:outerShdw blurRad="38100" dist="38100" dir="2700000" algn="tl">
                    <a:srgbClr val="C0C0C0"/>
                  </a:outerShdw>
                </a:effectLst>
              </a:rPr>
              <a:t>ionic solids</a:t>
            </a:r>
            <a:endParaRPr lang="en-US" dirty="0"/>
          </a:p>
          <a:p>
            <a:pPr lvl="1" algn="just">
              <a:lnSpc>
                <a:spcPct val="150000"/>
              </a:lnSpc>
              <a:defRPr/>
            </a:pPr>
            <a:r>
              <a:rPr lang="en-US" dirty="0"/>
              <a:t>An atom may share electrons with one or more atoms to complete its valence shell; a chemical bond formed by sharing electrons is called a </a:t>
            </a:r>
            <a:r>
              <a:rPr lang="en-US" dirty="0">
                <a:solidFill>
                  <a:srgbClr val="1A73A4"/>
                </a:solidFill>
                <a:effectLst>
                  <a:outerShdw blurRad="38100" dist="38100" dir="2700000" algn="tl">
                    <a:srgbClr val="C0C0C0"/>
                  </a:outerShdw>
                </a:effectLst>
              </a:rPr>
              <a:t>covalent bond</a:t>
            </a:r>
            <a:endParaRPr lang="en-US" dirty="0"/>
          </a:p>
          <a:p>
            <a:pPr lvl="1" algn="just">
              <a:lnSpc>
                <a:spcPct val="150000"/>
              </a:lnSpc>
              <a:defRPr/>
            </a:pPr>
            <a:r>
              <a:rPr lang="en-US" dirty="0"/>
              <a:t>Bonds may be partially ionic or partially covalent; these bonds are called </a:t>
            </a:r>
            <a:r>
              <a:rPr lang="en-US" dirty="0">
                <a:solidFill>
                  <a:srgbClr val="1A73A4"/>
                </a:solidFill>
                <a:effectLst>
                  <a:outerShdw blurRad="38100" dist="38100" dir="2700000" algn="tl">
                    <a:srgbClr val="C0C0C0"/>
                  </a:outerShdw>
                </a:effectLst>
              </a:rPr>
              <a:t>polar covalent bonds</a:t>
            </a:r>
          </a:p>
        </p:txBody>
      </p:sp>
    </p:spTree>
    <p:extLst>
      <p:ext uri="{BB962C8B-B14F-4D97-AF65-F5344CB8AC3E}">
        <p14:creationId xmlns:p14="http://schemas.microsoft.com/office/powerpoint/2010/main" val="13307027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496839" y="316872"/>
            <a:ext cx="9144000" cy="569913"/>
          </a:xfrm>
        </p:spPr>
        <p:txBody>
          <a:bodyPr>
            <a:noAutofit/>
          </a:bodyPr>
          <a:lstStyle/>
          <a:p>
            <a:r>
              <a:rPr lang="en-US" altLang="en-US" sz="4000" b="1" dirty="0">
                <a:solidFill>
                  <a:srgbClr val="C00000"/>
                </a:solidFill>
                <a:latin typeface="+mn-lt"/>
              </a:rPr>
              <a:t>Electron Arrangements and the Octet Rule</a:t>
            </a:r>
          </a:p>
        </p:txBody>
      </p:sp>
      <p:pic>
        <p:nvPicPr>
          <p:cNvPr id="13315" name="Picture 4" descr="03_Pg77_UnFigure.jpg"/>
          <p:cNvPicPr>
            <a:picLocks noChangeAspect="1"/>
          </p:cNvPicPr>
          <p:nvPr/>
        </p:nvPicPr>
        <p:blipFill>
          <a:blip r:embed="rId3"/>
          <a:srcRect b="2315"/>
          <a:stretch>
            <a:fillRect/>
          </a:stretch>
        </p:blipFill>
        <p:spPr bwMode="auto">
          <a:xfrm>
            <a:off x="1496839" y="1228392"/>
            <a:ext cx="8767528" cy="5305947"/>
          </a:xfrm>
          <a:prstGeom prst="rect">
            <a:avLst/>
          </a:prstGeom>
          <a:noFill/>
          <a:ln w="9525">
            <a:noFill/>
            <a:miter lim="800000"/>
            <a:headEnd/>
            <a:tailEnd/>
          </a:ln>
        </p:spPr>
      </p:pic>
    </p:spTree>
    <p:extLst>
      <p:ext uri="{BB962C8B-B14F-4D97-AF65-F5344CB8AC3E}">
        <p14:creationId xmlns:p14="http://schemas.microsoft.com/office/powerpoint/2010/main" val="21379108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ctr">
              <a:defRPr/>
            </a:pPr>
            <a:r>
              <a:rPr lang="en-US" b="1" dirty="0">
                <a:solidFill>
                  <a:srgbClr val="C00000"/>
                </a:solidFill>
                <a:latin typeface="+mn-lt"/>
              </a:rPr>
              <a:t>Exceptions to the Octet Rule</a:t>
            </a:r>
          </a:p>
        </p:txBody>
      </p:sp>
      <p:sp>
        <p:nvSpPr>
          <p:cNvPr id="26627" name="Rectangle 3"/>
          <p:cNvSpPr>
            <a:spLocks noGrp="1" noChangeArrowheads="1"/>
          </p:cNvSpPr>
          <p:nvPr>
            <p:ph type="body" idx="1"/>
          </p:nvPr>
        </p:nvSpPr>
        <p:spPr/>
        <p:txBody>
          <a:bodyPr/>
          <a:lstStyle/>
          <a:p>
            <a:pPr algn="just"/>
            <a:r>
              <a:rPr lang="en-US" dirty="0"/>
              <a:t>Molecules containing atoms of Group </a:t>
            </a:r>
            <a:r>
              <a:rPr lang="en-US" dirty="0" smtClean="0"/>
              <a:t>13 </a:t>
            </a:r>
            <a:r>
              <a:rPr lang="en-US" dirty="0"/>
              <a:t>elements, particularly boron and aluminum</a:t>
            </a:r>
          </a:p>
        </p:txBody>
      </p:sp>
      <p:sp>
        <p:nvSpPr>
          <p:cNvPr id="26628" name="Rectangle 43"/>
          <p:cNvSpPr>
            <a:spLocks noChangeArrowheads="1"/>
          </p:cNvSpPr>
          <p:nvPr/>
        </p:nvSpPr>
        <p:spPr bwMode="auto">
          <a:xfrm>
            <a:off x="7432676" y="3625850"/>
            <a:ext cx="1886735" cy="292388"/>
          </a:xfrm>
          <a:prstGeom prst="rect">
            <a:avLst/>
          </a:prstGeom>
          <a:noFill/>
          <a:ln w="9525">
            <a:noFill/>
            <a:miter lim="800000"/>
            <a:headEnd/>
            <a:tailEnd/>
          </a:ln>
        </p:spPr>
        <p:txBody>
          <a:bodyPr wrap="none" lIns="0" tIns="0" rIns="0" bIns="0">
            <a:spAutoFit/>
          </a:bodyPr>
          <a:lstStyle/>
          <a:p>
            <a:r>
              <a:rPr lang="en-US" sz="1900">
                <a:solidFill>
                  <a:srgbClr val="000000"/>
                </a:solidFill>
              </a:rPr>
              <a:t>Aluminum chloride</a:t>
            </a:r>
            <a:endParaRPr lang="en-US"/>
          </a:p>
        </p:txBody>
      </p:sp>
      <p:grpSp>
        <p:nvGrpSpPr>
          <p:cNvPr id="26629" name="Group 59"/>
          <p:cNvGrpSpPr>
            <a:grpSpLocks/>
          </p:cNvGrpSpPr>
          <p:nvPr/>
        </p:nvGrpSpPr>
        <p:grpSpPr bwMode="auto">
          <a:xfrm>
            <a:off x="2940869" y="2207419"/>
            <a:ext cx="5910263" cy="1793875"/>
            <a:chOff x="864" y="1327"/>
            <a:chExt cx="3723" cy="1130"/>
          </a:xfrm>
        </p:grpSpPr>
        <p:grpSp>
          <p:nvGrpSpPr>
            <p:cNvPr id="26632" name="Group 9"/>
            <p:cNvGrpSpPr>
              <a:grpSpLocks/>
            </p:cNvGrpSpPr>
            <p:nvPr/>
          </p:nvGrpSpPr>
          <p:grpSpPr bwMode="auto">
            <a:xfrm>
              <a:off x="1497" y="1567"/>
              <a:ext cx="404" cy="234"/>
              <a:chOff x="1667" y="1567"/>
              <a:chExt cx="404" cy="234"/>
            </a:xfrm>
          </p:grpSpPr>
          <p:sp>
            <p:nvSpPr>
              <p:cNvPr id="26681" name="Freeform 7"/>
              <p:cNvSpPr>
                <a:spLocks/>
              </p:cNvSpPr>
              <p:nvPr/>
            </p:nvSpPr>
            <p:spPr bwMode="auto">
              <a:xfrm>
                <a:off x="1667" y="1727"/>
                <a:ext cx="106" cy="74"/>
              </a:xfrm>
              <a:custGeom>
                <a:avLst/>
                <a:gdLst>
                  <a:gd name="T0" fmla="*/ 0 w 106"/>
                  <a:gd name="T1" fmla="*/ 74 h 74"/>
                  <a:gd name="T2" fmla="*/ 85 w 106"/>
                  <a:gd name="T3" fmla="*/ 0 h 74"/>
                  <a:gd name="T4" fmla="*/ 85 w 106"/>
                  <a:gd name="T5" fmla="*/ 31 h 74"/>
                  <a:gd name="T6" fmla="*/ 106 w 106"/>
                  <a:gd name="T7" fmla="*/ 53 h 74"/>
                  <a:gd name="T8" fmla="*/ 0 w 106"/>
                  <a:gd name="T9" fmla="*/ 74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6" h="74">
                    <a:moveTo>
                      <a:pt x="0" y="74"/>
                    </a:moveTo>
                    <a:lnTo>
                      <a:pt x="85" y="0"/>
                    </a:lnTo>
                    <a:lnTo>
                      <a:pt x="85" y="31"/>
                    </a:lnTo>
                    <a:lnTo>
                      <a:pt x="106" y="53"/>
                    </a:lnTo>
                    <a:lnTo>
                      <a:pt x="0" y="74"/>
                    </a:lnTo>
                    <a:close/>
                  </a:path>
                </a:pathLst>
              </a:custGeom>
              <a:solidFill>
                <a:srgbClr val="FF0000"/>
              </a:solidFill>
              <a:ln w="9525">
                <a:noFill/>
                <a:round/>
                <a:headEnd/>
                <a:tailEnd/>
              </a:ln>
            </p:spPr>
            <p:txBody>
              <a:bodyPr/>
              <a:lstStyle/>
              <a:p>
                <a:endParaRPr lang="en-US"/>
              </a:p>
            </p:txBody>
          </p:sp>
          <p:sp>
            <p:nvSpPr>
              <p:cNvPr id="26682" name="Line 8"/>
              <p:cNvSpPr>
                <a:spLocks noChangeShapeType="1"/>
              </p:cNvSpPr>
              <p:nvPr/>
            </p:nvSpPr>
            <p:spPr bwMode="auto">
              <a:xfrm flipV="1">
                <a:off x="1741" y="1567"/>
                <a:ext cx="330" cy="181"/>
              </a:xfrm>
              <a:prstGeom prst="line">
                <a:avLst/>
              </a:prstGeom>
              <a:noFill/>
              <a:ln w="17463">
                <a:solidFill>
                  <a:srgbClr val="FF0000"/>
                </a:solidFill>
                <a:round/>
                <a:headEnd/>
                <a:tailEnd/>
              </a:ln>
            </p:spPr>
            <p:txBody>
              <a:bodyPr/>
              <a:lstStyle/>
              <a:p>
                <a:endParaRPr lang="en-US"/>
              </a:p>
            </p:txBody>
          </p:sp>
        </p:grpSp>
        <p:sp>
          <p:nvSpPr>
            <p:cNvPr id="26633" name="Line 10"/>
            <p:cNvSpPr>
              <a:spLocks noChangeShapeType="1"/>
            </p:cNvSpPr>
            <p:nvPr/>
          </p:nvSpPr>
          <p:spPr bwMode="auto">
            <a:xfrm>
              <a:off x="1114" y="1854"/>
              <a:ext cx="192" cy="1"/>
            </a:xfrm>
            <a:prstGeom prst="line">
              <a:avLst/>
            </a:prstGeom>
            <a:noFill/>
            <a:ln w="17463">
              <a:solidFill>
                <a:srgbClr val="000000"/>
              </a:solidFill>
              <a:round/>
              <a:headEnd/>
              <a:tailEnd/>
            </a:ln>
          </p:spPr>
          <p:txBody>
            <a:bodyPr/>
            <a:lstStyle/>
            <a:p>
              <a:endParaRPr lang="en-US"/>
            </a:p>
          </p:txBody>
        </p:sp>
        <p:sp>
          <p:nvSpPr>
            <p:cNvPr id="26634" name="Line 11"/>
            <p:cNvSpPr>
              <a:spLocks noChangeShapeType="1"/>
            </p:cNvSpPr>
            <p:nvPr/>
          </p:nvSpPr>
          <p:spPr bwMode="auto">
            <a:xfrm flipV="1">
              <a:off x="1391" y="1620"/>
              <a:ext cx="85" cy="160"/>
            </a:xfrm>
            <a:prstGeom prst="line">
              <a:avLst/>
            </a:prstGeom>
            <a:noFill/>
            <a:ln w="17463">
              <a:solidFill>
                <a:srgbClr val="000000"/>
              </a:solidFill>
              <a:round/>
              <a:headEnd/>
              <a:tailEnd/>
            </a:ln>
          </p:spPr>
          <p:txBody>
            <a:bodyPr/>
            <a:lstStyle/>
            <a:p>
              <a:endParaRPr lang="en-US"/>
            </a:p>
          </p:txBody>
        </p:sp>
        <p:sp>
          <p:nvSpPr>
            <p:cNvPr id="26635" name="Line 12"/>
            <p:cNvSpPr>
              <a:spLocks noChangeShapeType="1"/>
            </p:cNvSpPr>
            <p:nvPr/>
          </p:nvSpPr>
          <p:spPr bwMode="auto">
            <a:xfrm>
              <a:off x="1391" y="1907"/>
              <a:ext cx="106" cy="138"/>
            </a:xfrm>
            <a:prstGeom prst="line">
              <a:avLst/>
            </a:prstGeom>
            <a:noFill/>
            <a:ln w="17463">
              <a:solidFill>
                <a:srgbClr val="000000"/>
              </a:solidFill>
              <a:round/>
              <a:headEnd/>
              <a:tailEnd/>
            </a:ln>
          </p:spPr>
          <p:txBody>
            <a:bodyPr/>
            <a:lstStyle/>
            <a:p>
              <a:endParaRPr lang="en-US"/>
            </a:p>
          </p:txBody>
        </p:sp>
        <p:sp>
          <p:nvSpPr>
            <p:cNvPr id="26636" name="Line 13"/>
            <p:cNvSpPr>
              <a:spLocks noChangeShapeType="1"/>
            </p:cNvSpPr>
            <p:nvPr/>
          </p:nvSpPr>
          <p:spPr bwMode="auto">
            <a:xfrm>
              <a:off x="4057" y="1854"/>
              <a:ext cx="160" cy="1"/>
            </a:xfrm>
            <a:prstGeom prst="line">
              <a:avLst/>
            </a:prstGeom>
            <a:noFill/>
            <a:ln w="17463">
              <a:solidFill>
                <a:srgbClr val="000000"/>
              </a:solidFill>
              <a:round/>
              <a:headEnd/>
              <a:tailEnd/>
            </a:ln>
          </p:spPr>
          <p:txBody>
            <a:bodyPr/>
            <a:lstStyle/>
            <a:p>
              <a:endParaRPr lang="en-US"/>
            </a:p>
          </p:txBody>
        </p:sp>
        <p:sp>
          <p:nvSpPr>
            <p:cNvPr id="26637" name="Line 14"/>
            <p:cNvSpPr>
              <a:spLocks noChangeShapeType="1"/>
            </p:cNvSpPr>
            <p:nvPr/>
          </p:nvSpPr>
          <p:spPr bwMode="auto">
            <a:xfrm flipV="1">
              <a:off x="4334" y="1642"/>
              <a:ext cx="85" cy="127"/>
            </a:xfrm>
            <a:prstGeom prst="line">
              <a:avLst/>
            </a:prstGeom>
            <a:noFill/>
            <a:ln w="17463">
              <a:solidFill>
                <a:srgbClr val="000000"/>
              </a:solidFill>
              <a:round/>
              <a:headEnd/>
              <a:tailEnd/>
            </a:ln>
          </p:spPr>
          <p:txBody>
            <a:bodyPr/>
            <a:lstStyle/>
            <a:p>
              <a:endParaRPr lang="en-US"/>
            </a:p>
          </p:txBody>
        </p:sp>
        <p:sp>
          <p:nvSpPr>
            <p:cNvPr id="26638" name="Line 15"/>
            <p:cNvSpPr>
              <a:spLocks noChangeShapeType="1"/>
            </p:cNvSpPr>
            <p:nvPr/>
          </p:nvSpPr>
          <p:spPr bwMode="auto">
            <a:xfrm>
              <a:off x="4312" y="1907"/>
              <a:ext cx="96" cy="160"/>
            </a:xfrm>
            <a:prstGeom prst="line">
              <a:avLst/>
            </a:prstGeom>
            <a:noFill/>
            <a:ln w="17463">
              <a:solidFill>
                <a:srgbClr val="000000"/>
              </a:solidFill>
              <a:round/>
              <a:headEnd/>
              <a:tailEnd/>
            </a:ln>
          </p:spPr>
          <p:txBody>
            <a:bodyPr/>
            <a:lstStyle/>
            <a:p>
              <a:endParaRPr lang="en-US"/>
            </a:p>
          </p:txBody>
        </p:sp>
        <p:grpSp>
          <p:nvGrpSpPr>
            <p:cNvPr id="26639" name="Group 18"/>
            <p:cNvGrpSpPr>
              <a:grpSpLocks/>
            </p:cNvGrpSpPr>
            <p:nvPr/>
          </p:nvGrpSpPr>
          <p:grpSpPr bwMode="auto">
            <a:xfrm>
              <a:off x="3728" y="1578"/>
              <a:ext cx="531" cy="212"/>
              <a:chOff x="3728" y="1578"/>
              <a:chExt cx="531" cy="212"/>
            </a:xfrm>
          </p:grpSpPr>
          <p:sp>
            <p:nvSpPr>
              <p:cNvPr id="26679" name="Freeform 16"/>
              <p:cNvSpPr>
                <a:spLocks/>
              </p:cNvSpPr>
              <p:nvPr/>
            </p:nvSpPr>
            <p:spPr bwMode="auto">
              <a:xfrm>
                <a:off x="4142" y="1727"/>
                <a:ext cx="117" cy="63"/>
              </a:xfrm>
              <a:custGeom>
                <a:avLst/>
                <a:gdLst>
                  <a:gd name="T0" fmla="*/ 117 w 117"/>
                  <a:gd name="T1" fmla="*/ 63 h 63"/>
                  <a:gd name="T2" fmla="*/ 0 w 117"/>
                  <a:gd name="T3" fmla="*/ 42 h 63"/>
                  <a:gd name="T4" fmla="*/ 22 w 117"/>
                  <a:gd name="T5" fmla="*/ 21 h 63"/>
                  <a:gd name="T6" fmla="*/ 22 w 117"/>
                  <a:gd name="T7" fmla="*/ 0 h 63"/>
                  <a:gd name="T8" fmla="*/ 117 w 117"/>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 h="63">
                    <a:moveTo>
                      <a:pt x="117" y="63"/>
                    </a:moveTo>
                    <a:lnTo>
                      <a:pt x="0" y="42"/>
                    </a:lnTo>
                    <a:lnTo>
                      <a:pt x="22" y="21"/>
                    </a:lnTo>
                    <a:lnTo>
                      <a:pt x="22" y="0"/>
                    </a:lnTo>
                    <a:lnTo>
                      <a:pt x="117" y="63"/>
                    </a:lnTo>
                    <a:close/>
                  </a:path>
                </a:pathLst>
              </a:custGeom>
              <a:solidFill>
                <a:srgbClr val="FF0000"/>
              </a:solidFill>
              <a:ln w="9525">
                <a:noFill/>
                <a:round/>
                <a:headEnd/>
                <a:tailEnd/>
              </a:ln>
            </p:spPr>
            <p:txBody>
              <a:bodyPr/>
              <a:lstStyle/>
              <a:p>
                <a:endParaRPr lang="en-US"/>
              </a:p>
            </p:txBody>
          </p:sp>
          <p:sp>
            <p:nvSpPr>
              <p:cNvPr id="26680" name="Line 17"/>
              <p:cNvSpPr>
                <a:spLocks noChangeShapeType="1"/>
              </p:cNvSpPr>
              <p:nvPr/>
            </p:nvSpPr>
            <p:spPr bwMode="auto">
              <a:xfrm flipH="1" flipV="1">
                <a:off x="3728" y="1578"/>
                <a:ext cx="425" cy="170"/>
              </a:xfrm>
              <a:prstGeom prst="line">
                <a:avLst/>
              </a:prstGeom>
              <a:noFill/>
              <a:ln w="17463">
                <a:solidFill>
                  <a:srgbClr val="FF0000"/>
                </a:solidFill>
                <a:round/>
                <a:headEnd/>
                <a:tailEnd/>
              </a:ln>
            </p:spPr>
            <p:txBody>
              <a:bodyPr/>
              <a:lstStyle/>
              <a:p>
                <a:endParaRPr lang="en-US"/>
              </a:p>
            </p:txBody>
          </p:sp>
        </p:grpSp>
        <p:sp>
          <p:nvSpPr>
            <p:cNvPr id="26640" name="Rectangle 19"/>
            <p:cNvSpPr>
              <a:spLocks noChangeArrowheads="1"/>
            </p:cNvSpPr>
            <p:nvPr/>
          </p:nvSpPr>
          <p:spPr bwMode="auto">
            <a:xfrm>
              <a:off x="1417" y="1465"/>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41" name="Rectangle 20"/>
            <p:cNvSpPr>
              <a:spLocks noChangeArrowheads="1"/>
            </p:cNvSpPr>
            <p:nvPr/>
          </p:nvSpPr>
          <p:spPr bwMode="auto">
            <a:xfrm rot="5400000">
              <a:off x="4461" y="1427"/>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42" name="Rectangle 21"/>
            <p:cNvSpPr>
              <a:spLocks noChangeArrowheads="1"/>
            </p:cNvSpPr>
            <p:nvPr/>
          </p:nvSpPr>
          <p:spPr bwMode="auto">
            <a:xfrm>
              <a:off x="1555" y="1465"/>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43" name="Rectangle 22"/>
            <p:cNvSpPr>
              <a:spLocks noChangeArrowheads="1"/>
            </p:cNvSpPr>
            <p:nvPr/>
          </p:nvSpPr>
          <p:spPr bwMode="auto">
            <a:xfrm>
              <a:off x="1045" y="1773"/>
              <a:ext cx="79"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F</a:t>
              </a:r>
              <a:endParaRPr lang="en-US"/>
            </a:p>
          </p:txBody>
        </p:sp>
        <p:sp>
          <p:nvSpPr>
            <p:cNvPr id="26644" name="Rectangle 23"/>
            <p:cNvSpPr>
              <a:spLocks noChangeArrowheads="1"/>
            </p:cNvSpPr>
            <p:nvPr/>
          </p:nvSpPr>
          <p:spPr bwMode="auto">
            <a:xfrm>
              <a:off x="1321" y="1773"/>
              <a:ext cx="8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B</a:t>
              </a:r>
              <a:endParaRPr lang="en-US"/>
            </a:p>
          </p:txBody>
        </p:sp>
        <p:sp>
          <p:nvSpPr>
            <p:cNvPr id="26645" name="Rectangle 24"/>
            <p:cNvSpPr>
              <a:spLocks noChangeArrowheads="1"/>
            </p:cNvSpPr>
            <p:nvPr/>
          </p:nvSpPr>
          <p:spPr bwMode="auto">
            <a:xfrm>
              <a:off x="1470" y="1497"/>
              <a:ext cx="79"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F</a:t>
              </a:r>
              <a:endParaRPr lang="en-US"/>
            </a:p>
          </p:txBody>
        </p:sp>
        <p:sp>
          <p:nvSpPr>
            <p:cNvPr id="26646" name="Rectangle 25"/>
            <p:cNvSpPr>
              <a:spLocks noChangeArrowheads="1"/>
            </p:cNvSpPr>
            <p:nvPr/>
          </p:nvSpPr>
          <p:spPr bwMode="auto">
            <a:xfrm>
              <a:off x="1512" y="2039"/>
              <a:ext cx="79"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F</a:t>
              </a:r>
              <a:endParaRPr lang="en-US"/>
            </a:p>
          </p:txBody>
        </p:sp>
        <p:grpSp>
          <p:nvGrpSpPr>
            <p:cNvPr id="26647" name="Group 28"/>
            <p:cNvGrpSpPr>
              <a:grpSpLocks/>
            </p:cNvGrpSpPr>
            <p:nvPr/>
          </p:nvGrpSpPr>
          <p:grpSpPr bwMode="auto">
            <a:xfrm>
              <a:off x="3924" y="1773"/>
              <a:ext cx="122" cy="155"/>
              <a:chOff x="3924" y="1773"/>
              <a:chExt cx="122" cy="155"/>
            </a:xfrm>
          </p:grpSpPr>
          <p:sp>
            <p:nvSpPr>
              <p:cNvPr id="26677" name="Rectangle 26"/>
              <p:cNvSpPr>
                <a:spLocks noChangeArrowheads="1"/>
              </p:cNvSpPr>
              <p:nvPr/>
            </p:nvSpPr>
            <p:spPr bwMode="auto">
              <a:xfrm>
                <a:off x="3924" y="1773"/>
                <a:ext cx="93"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C</a:t>
                </a:r>
                <a:endParaRPr lang="en-US"/>
              </a:p>
            </p:txBody>
          </p:sp>
          <p:sp>
            <p:nvSpPr>
              <p:cNvPr id="26678" name="Rectangle 27"/>
              <p:cNvSpPr>
                <a:spLocks noChangeArrowheads="1"/>
              </p:cNvSpPr>
              <p:nvPr/>
            </p:nvSpPr>
            <p:spPr bwMode="auto">
              <a:xfrm>
                <a:off x="4018" y="1773"/>
                <a:ext cx="28"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l</a:t>
                </a:r>
                <a:endParaRPr lang="en-US"/>
              </a:p>
            </p:txBody>
          </p:sp>
        </p:grpSp>
        <p:grpSp>
          <p:nvGrpSpPr>
            <p:cNvPr id="26648" name="Group 31"/>
            <p:cNvGrpSpPr>
              <a:grpSpLocks/>
            </p:cNvGrpSpPr>
            <p:nvPr/>
          </p:nvGrpSpPr>
          <p:grpSpPr bwMode="auto">
            <a:xfrm>
              <a:off x="4232" y="1773"/>
              <a:ext cx="132" cy="155"/>
              <a:chOff x="4232" y="1773"/>
              <a:chExt cx="132" cy="155"/>
            </a:xfrm>
          </p:grpSpPr>
          <p:sp>
            <p:nvSpPr>
              <p:cNvPr id="26675" name="Rectangle 29"/>
              <p:cNvSpPr>
                <a:spLocks noChangeArrowheads="1"/>
              </p:cNvSpPr>
              <p:nvPr/>
            </p:nvSpPr>
            <p:spPr bwMode="auto">
              <a:xfrm>
                <a:off x="4232" y="1773"/>
                <a:ext cx="8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a:t>
                </a:r>
                <a:endParaRPr lang="en-US"/>
              </a:p>
            </p:txBody>
          </p:sp>
          <p:sp>
            <p:nvSpPr>
              <p:cNvPr id="26676" name="Rectangle 30"/>
              <p:cNvSpPr>
                <a:spLocks noChangeArrowheads="1"/>
              </p:cNvSpPr>
              <p:nvPr/>
            </p:nvSpPr>
            <p:spPr bwMode="auto">
              <a:xfrm>
                <a:off x="4336" y="1773"/>
                <a:ext cx="28"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l</a:t>
                </a:r>
                <a:endParaRPr lang="en-US"/>
              </a:p>
            </p:txBody>
          </p:sp>
        </p:grpSp>
        <p:grpSp>
          <p:nvGrpSpPr>
            <p:cNvPr id="26649" name="Group 34"/>
            <p:cNvGrpSpPr>
              <a:grpSpLocks/>
            </p:cNvGrpSpPr>
            <p:nvPr/>
          </p:nvGrpSpPr>
          <p:grpSpPr bwMode="auto">
            <a:xfrm>
              <a:off x="4413" y="1508"/>
              <a:ext cx="121" cy="155"/>
              <a:chOff x="4413" y="1508"/>
              <a:chExt cx="121" cy="155"/>
            </a:xfrm>
          </p:grpSpPr>
          <p:sp>
            <p:nvSpPr>
              <p:cNvPr id="26673" name="Rectangle 32"/>
              <p:cNvSpPr>
                <a:spLocks noChangeArrowheads="1"/>
              </p:cNvSpPr>
              <p:nvPr/>
            </p:nvSpPr>
            <p:spPr bwMode="auto">
              <a:xfrm>
                <a:off x="4413" y="1508"/>
                <a:ext cx="93"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C</a:t>
                </a:r>
                <a:endParaRPr lang="en-US"/>
              </a:p>
            </p:txBody>
          </p:sp>
          <p:sp>
            <p:nvSpPr>
              <p:cNvPr id="26674" name="Rectangle 33"/>
              <p:cNvSpPr>
                <a:spLocks noChangeArrowheads="1"/>
              </p:cNvSpPr>
              <p:nvPr/>
            </p:nvSpPr>
            <p:spPr bwMode="auto">
              <a:xfrm>
                <a:off x="4506" y="1508"/>
                <a:ext cx="28"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l</a:t>
                </a:r>
                <a:endParaRPr lang="en-US"/>
              </a:p>
            </p:txBody>
          </p:sp>
        </p:grpSp>
        <p:grpSp>
          <p:nvGrpSpPr>
            <p:cNvPr id="26650" name="Group 37"/>
            <p:cNvGrpSpPr>
              <a:grpSpLocks/>
            </p:cNvGrpSpPr>
            <p:nvPr/>
          </p:nvGrpSpPr>
          <p:grpSpPr bwMode="auto">
            <a:xfrm>
              <a:off x="4413" y="2050"/>
              <a:ext cx="121" cy="155"/>
              <a:chOff x="4413" y="2050"/>
              <a:chExt cx="121" cy="155"/>
            </a:xfrm>
          </p:grpSpPr>
          <p:sp>
            <p:nvSpPr>
              <p:cNvPr id="26671" name="Rectangle 35"/>
              <p:cNvSpPr>
                <a:spLocks noChangeArrowheads="1"/>
              </p:cNvSpPr>
              <p:nvPr/>
            </p:nvSpPr>
            <p:spPr bwMode="auto">
              <a:xfrm>
                <a:off x="4413" y="2050"/>
                <a:ext cx="93"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C</a:t>
                </a:r>
                <a:endParaRPr lang="en-US"/>
              </a:p>
            </p:txBody>
          </p:sp>
          <p:sp>
            <p:nvSpPr>
              <p:cNvPr id="26672" name="Rectangle 36"/>
              <p:cNvSpPr>
                <a:spLocks noChangeArrowheads="1"/>
              </p:cNvSpPr>
              <p:nvPr/>
            </p:nvSpPr>
            <p:spPr bwMode="auto">
              <a:xfrm>
                <a:off x="4506" y="2050"/>
                <a:ext cx="28"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l</a:t>
                </a:r>
                <a:endParaRPr lang="en-US"/>
              </a:p>
            </p:txBody>
          </p:sp>
        </p:grpSp>
        <p:grpSp>
          <p:nvGrpSpPr>
            <p:cNvPr id="26651" name="Group 41"/>
            <p:cNvGrpSpPr>
              <a:grpSpLocks/>
            </p:cNvGrpSpPr>
            <p:nvPr/>
          </p:nvGrpSpPr>
          <p:grpSpPr bwMode="auto">
            <a:xfrm>
              <a:off x="1948" y="1327"/>
              <a:ext cx="1461" cy="503"/>
              <a:chOff x="2118" y="1327"/>
              <a:chExt cx="1461" cy="503"/>
            </a:xfrm>
          </p:grpSpPr>
          <p:sp>
            <p:nvSpPr>
              <p:cNvPr id="26668" name="Rectangle 38"/>
              <p:cNvSpPr>
                <a:spLocks noChangeArrowheads="1"/>
              </p:cNvSpPr>
              <p:nvPr/>
            </p:nvSpPr>
            <p:spPr bwMode="auto">
              <a:xfrm>
                <a:off x="2330" y="1327"/>
                <a:ext cx="1117" cy="184"/>
              </a:xfrm>
              <a:prstGeom prst="rect">
                <a:avLst/>
              </a:prstGeom>
              <a:noFill/>
              <a:ln w="9525">
                <a:noFill/>
                <a:miter lim="800000"/>
                <a:headEnd/>
                <a:tailEnd/>
              </a:ln>
            </p:spPr>
            <p:txBody>
              <a:bodyPr wrap="none" lIns="0" tIns="0" rIns="0" bIns="0">
                <a:spAutoFit/>
              </a:bodyPr>
              <a:lstStyle/>
              <a:p>
                <a:r>
                  <a:rPr lang="en-US" sz="1900" dirty="0">
                    <a:solidFill>
                      <a:srgbClr val="FF0000"/>
                    </a:solidFill>
                  </a:rPr>
                  <a:t>6 electrons in the </a:t>
                </a:r>
                <a:endParaRPr lang="en-US" dirty="0"/>
              </a:p>
            </p:txBody>
          </p:sp>
          <p:sp>
            <p:nvSpPr>
              <p:cNvPr id="26669" name="Rectangle 39"/>
              <p:cNvSpPr>
                <a:spLocks noChangeArrowheads="1"/>
              </p:cNvSpPr>
              <p:nvPr/>
            </p:nvSpPr>
            <p:spPr bwMode="auto">
              <a:xfrm>
                <a:off x="2118" y="1487"/>
                <a:ext cx="1461" cy="184"/>
              </a:xfrm>
              <a:prstGeom prst="rect">
                <a:avLst/>
              </a:prstGeom>
              <a:noFill/>
              <a:ln w="9525">
                <a:noFill/>
                <a:miter lim="800000"/>
                <a:headEnd/>
                <a:tailEnd/>
              </a:ln>
            </p:spPr>
            <p:txBody>
              <a:bodyPr wrap="none" lIns="0" tIns="0" rIns="0" bIns="0">
                <a:spAutoFit/>
              </a:bodyPr>
              <a:lstStyle/>
              <a:p>
                <a:r>
                  <a:rPr lang="en-US" sz="1900">
                    <a:solidFill>
                      <a:srgbClr val="FF0000"/>
                    </a:solidFill>
                  </a:rPr>
                  <a:t>valence shells of boron </a:t>
                </a:r>
                <a:endParaRPr lang="en-US"/>
              </a:p>
            </p:txBody>
          </p:sp>
          <p:sp>
            <p:nvSpPr>
              <p:cNvPr id="26670" name="Rectangle 40"/>
              <p:cNvSpPr>
                <a:spLocks noChangeArrowheads="1"/>
              </p:cNvSpPr>
              <p:nvPr/>
            </p:nvSpPr>
            <p:spPr bwMode="auto">
              <a:xfrm>
                <a:off x="2415" y="1646"/>
                <a:ext cx="901" cy="184"/>
              </a:xfrm>
              <a:prstGeom prst="rect">
                <a:avLst/>
              </a:prstGeom>
              <a:noFill/>
              <a:ln w="9525">
                <a:noFill/>
                <a:miter lim="800000"/>
                <a:headEnd/>
                <a:tailEnd/>
              </a:ln>
            </p:spPr>
            <p:txBody>
              <a:bodyPr wrap="none" lIns="0" tIns="0" rIns="0" bIns="0">
                <a:spAutoFit/>
              </a:bodyPr>
              <a:lstStyle/>
              <a:p>
                <a:r>
                  <a:rPr lang="en-US" sz="1900" dirty="0">
                    <a:solidFill>
                      <a:srgbClr val="FF0000"/>
                    </a:solidFill>
                  </a:rPr>
                  <a:t>and aluminum</a:t>
                </a:r>
                <a:endParaRPr lang="en-US" dirty="0"/>
              </a:p>
            </p:txBody>
          </p:sp>
        </p:grpSp>
        <p:sp>
          <p:nvSpPr>
            <p:cNvPr id="26652" name="Rectangle 42"/>
            <p:cNvSpPr>
              <a:spLocks noChangeArrowheads="1"/>
            </p:cNvSpPr>
            <p:nvPr/>
          </p:nvSpPr>
          <p:spPr bwMode="auto">
            <a:xfrm>
              <a:off x="864" y="2273"/>
              <a:ext cx="1042" cy="184"/>
            </a:xfrm>
            <a:prstGeom prst="rect">
              <a:avLst/>
            </a:prstGeom>
            <a:noFill/>
            <a:ln w="9525">
              <a:noFill/>
              <a:miter lim="800000"/>
              <a:headEnd/>
              <a:tailEnd/>
            </a:ln>
          </p:spPr>
          <p:txBody>
            <a:bodyPr wrap="none" lIns="0" tIns="0" rIns="0" bIns="0">
              <a:spAutoFit/>
            </a:bodyPr>
            <a:lstStyle/>
            <a:p>
              <a:r>
                <a:rPr lang="en-US" sz="1900">
                  <a:solidFill>
                    <a:srgbClr val="000000"/>
                  </a:solidFill>
                </a:rPr>
                <a:t>Boron trifluoride</a:t>
              </a:r>
              <a:endParaRPr lang="en-US"/>
            </a:p>
          </p:txBody>
        </p:sp>
        <p:sp>
          <p:nvSpPr>
            <p:cNvPr id="26653" name="Rectangle 44"/>
            <p:cNvSpPr>
              <a:spLocks noChangeArrowheads="1"/>
            </p:cNvSpPr>
            <p:nvPr/>
          </p:nvSpPr>
          <p:spPr bwMode="auto">
            <a:xfrm>
              <a:off x="1459" y="2018"/>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54" name="Rectangle 45"/>
            <p:cNvSpPr>
              <a:spLocks noChangeArrowheads="1"/>
            </p:cNvSpPr>
            <p:nvPr/>
          </p:nvSpPr>
          <p:spPr bwMode="auto">
            <a:xfrm>
              <a:off x="1608" y="2018"/>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55" name="Rectangle 46"/>
            <p:cNvSpPr>
              <a:spLocks noChangeArrowheads="1"/>
            </p:cNvSpPr>
            <p:nvPr/>
          </p:nvSpPr>
          <p:spPr bwMode="auto">
            <a:xfrm>
              <a:off x="4370" y="1486"/>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56" name="Rectangle 47"/>
            <p:cNvSpPr>
              <a:spLocks noChangeArrowheads="1"/>
            </p:cNvSpPr>
            <p:nvPr/>
          </p:nvSpPr>
          <p:spPr bwMode="auto">
            <a:xfrm>
              <a:off x="4551" y="1486"/>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57" name="Rectangle 48"/>
            <p:cNvSpPr>
              <a:spLocks noChangeArrowheads="1"/>
            </p:cNvSpPr>
            <p:nvPr/>
          </p:nvSpPr>
          <p:spPr bwMode="auto">
            <a:xfrm>
              <a:off x="4370" y="2039"/>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58" name="Rectangle 49"/>
            <p:cNvSpPr>
              <a:spLocks noChangeArrowheads="1"/>
            </p:cNvSpPr>
            <p:nvPr/>
          </p:nvSpPr>
          <p:spPr bwMode="auto">
            <a:xfrm>
              <a:off x="4551" y="2039"/>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59" name="Rectangle 50"/>
            <p:cNvSpPr>
              <a:spLocks noChangeArrowheads="1"/>
            </p:cNvSpPr>
            <p:nvPr/>
          </p:nvSpPr>
          <p:spPr bwMode="auto">
            <a:xfrm rot="5400000">
              <a:off x="3972" y="1693"/>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0" name="Rectangle 51"/>
            <p:cNvSpPr>
              <a:spLocks noChangeArrowheads="1"/>
            </p:cNvSpPr>
            <p:nvPr/>
          </p:nvSpPr>
          <p:spPr bwMode="auto">
            <a:xfrm rot="5400000">
              <a:off x="3972" y="1852"/>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1" name="Rectangle 52"/>
            <p:cNvSpPr>
              <a:spLocks noChangeArrowheads="1"/>
            </p:cNvSpPr>
            <p:nvPr/>
          </p:nvSpPr>
          <p:spPr bwMode="auto">
            <a:xfrm rot="5400000">
              <a:off x="1061" y="1693"/>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2" name="Rectangle 53"/>
            <p:cNvSpPr>
              <a:spLocks noChangeArrowheads="1"/>
            </p:cNvSpPr>
            <p:nvPr/>
          </p:nvSpPr>
          <p:spPr bwMode="auto">
            <a:xfrm rot="5400000">
              <a:off x="1061" y="1852"/>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3" name="Rectangle 54"/>
            <p:cNvSpPr>
              <a:spLocks noChangeArrowheads="1"/>
            </p:cNvSpPr>
            <p:nvPr/>
          </p:nvSpPr>
          <p:spPr bwMode="auto">
            <a:xfrm rot="5400000">
              <a:off x="4461" y="2139"/>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4" name="Rectangle 55"/>
            <p:cNvSpPr>
              <a:spLocks noChangeArrowheads="1"/>
            </p:cNvSpPr>
            <p:nvPr/>
          </p:nvSpPr>
          <p:spPr bwMode="auto">
            <a:xfrm rot="5400000">
              <a:off x="1497" y="1395"/>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5" name="Rectangle 56"/>
            <p:cNvSpPr>
              <a:spLocks noChangeArrowheads="1"/>
            </p:cNvSpPr>
            <p:nvPr/>
          </p:nvSpPr>
          <p:spPr bwMode="auto">
            <a:xfrm rot="5400000">
              <a:off x="1539" y="2118"/>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6" name="Rectangle 57"/>
            <p:cNvSpPr>
              <a:spLocks noChangeArrowheads="1"/>
            </p:cNvSpPr>
            <p:nvPr/>
          </p:nvSpPr>
          <p:spPr bwMode="auto">
            <a:xfrm>
              <a:off x="3882" y="1773"/>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sp>
          <p:nvSpPr>
            <p:cNvPr id="26667" name="Rectangle 58"/>
            <p:cNvSpPr>
              <a:spLocks noChangeArrowheads="1"/>
            </p:cNvSpPr>
            <p:nvPr/>
          </p:nvSpPr>
          <p:spPr bwMode="auto">
            <a:xfrm>
              <a:off x="1002" y="1763"/>
              <a:ext cx="36" cy="155"/>
            </a:xfrm>
            <a:prstGeom prst="rect">
              <a:avLst/>
            </a:prstGeom>
            <a:noFill/>
            <a:ln w="9525">
              <a:noFill/>
              <a:miter lim="800000"/>
              <a:headEnd/>
              <a:tailEnd/>
            </a:ln>
          </p:spPr>
          <p:txBody>
            <a:bodyPr wrap="none" lIns="0" tIns="0" rIns="0" bIns="0">
              <a:spAutoFit/>
            </a:bodyPr>
            <a:lstStyle/>
            <a:p>
              <a:r>
                <a:rPr lang="en-US" sz="1600">
                  <a:solidFill>
                    <a:srgbClr val="000000"/>
                  </a:solidFill>
                  <a:latin typeface="Geneva" charset="0"/>
                </a:rPr>
                <a:t>:</a:t>
              </a:r>
              <a:endParaRPr lang="en-US"/>
            </a:p>
          </p:txBody>
        </p:sp>
      </p:grpSp>
      <p:pic>
        <p:nvPicPr>
          <p:cNvPr id="26630" name="Picture 5"/>
          <p:cNvPicPr>
            <a:picLocks noChangeAspect="1" noChangeArrowheads="1"/>
          </p:cNvPicPr>
          <p:nvPr/>
        </p:nvPicPr>
        <p:blipFill>
          <a:blip r:embed="rId2"/>
          <a:srcRect/>
          <a:stretch>
            <a:fillRect/>
          </a:stretch>
        </p:blipFill>
        <p:spPr bwMode="auto">
          <a:xfrm>
            <a:off x="2667000" y="4343400"/>
            <a:ext cx="2362200" cy="977900"/>
          </a:xfrm>
          <a:prstGeom prst="rect">
            <a:avLst/>
          </a:prstGeom>
          <a:noFill/>
          <a:ln w="12700">
            <a:noFill/>
            <a:miter lim="800000"/>
            <a:headEnd/>
            <a:tailEnd/>
          </a:ln>
          <a:effectLst/>
        </p:spPr>
      </p:pic>
      <p:pic>
        <p:nvPicPr>
          <p:cNvPr id="26631" name="Picture 6"/>
          <p:cNvPicPr>
            <a:picLocks noChangeAspect="1" noChangeArrowheads="1"/>
          </p:cNvPicPr>
          <p:nvPr/>
        </p:nvPicPr>
        <p:blipFill>
          <a:blip r:embed="rId3"/>
          <a:srcRect/>
          <a:stretch>
            <a:fillRect/>
          </a:stretch>
        </p:blipFill>
        <p:spPr bwMode="auto">
          <a:xfrm>
            <a:off x="7010400" y="4343400"/>
            <a:ext cx="2438400" cy="965200"/>
          </a:xfrm>
          <a:prstGeom prst="rect">
            <a:avLst/>
          </a:prstGeom>
          <a:noFill/>
          <a:ln w="12700">
            <a:noFill/>
            <a:miter lim="800000"/>
            <a:headEnd/>
            <a:tailEnd/>
          </a:ln>
          <a:effectLst/>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785160" y="453960"/>
              <a:ext cx="10681200" cy="5589720"/>
            </p14:xfrm>
          </p:contentPart>
        </mc:Choice>
        <mc:Fallback xmlns="">
          <p:pic>
            <p:nvPicPr>
              <p:cNvPr id="2" name="Ink 1"/>
              <p:cNvPicPr/>
              <p:nvPr/>
            </p:nvPicPr>
            <p:blipFill>
              <a:blip r:embed="rId5"/>
              <a:stretch>
                <a:fillRect/>
              </a:stretch>
            </p:blipFill>
            <p:spPr>
              <a:xfrm>
                <a:off x="775800" y="444600"/>
                <a:ext cx="10699920" cy="5608440"/>
              </a:xfrm>
              <a:prstGeom prst="rect">
                <a:avLst/>
              </a:prstGeom>
            </p:spPr>
          </p:pic>
        </mc:Fallback>
      </mc:AlternateContent>
    </p:spTree>
    <p:extLst>
      <p:ext uri="{BB962C8B-B14F-4D97-AF65-F5344CB8AC3E}">
        <p14:creationId xmlns:p14="http://schemas.microsoft.com/office/powerpoint/2010/main" val="1237627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p:txBody>
          <a:bodyPr/>
          <a:lstStyle/>
          <a:p>
            <a:pPr algn="just"/>
            <a:r>
              <a:rPr lang="en-US" dirty="0"/>
              <a:t>Atoms of third-period elements have 3</a:t>
            </a:r>
            <a:r>
              <a:rPr lang="en-US" i="1" dirty="0"/>
              <a:t>d</a:t>
            </a:r>
            <a:r>
              <a:rPr lang="en-US" dirty="0"/>
              <a:t> orbitals and may expand their valence shells to contain  more than 8 electrons</a:t>
            </a:r>
          </a:p>
          <a:p>
            <a:pPr lvl="1" algn="just"/>
            <a:r>
              <a:rPr lang="en-US" dirty="0"/>
              <a:t>phosphorus may have up to 10</a:t>
            </a:r>
          </a:p>
        </p:txBody>
      </p:sp>
      <p:pic>
        <p:nvPicPr>
          <p:cNvPr id="27652" name="Picture 4"/>
          <p:cNvPicPr>
            <a:picLocks noChangeAspect="1" noChangeArrowheads="1"/>
          </p:cNvPicPr>
          <p:nvPr/>
        </p:nvPicPr>
        <p:blipFill>
          <a:blip r:embed="rId2"/>
          <a:srcRect/>
          <a:stretch>
            <a:fillRect/>
          </a:stretch>
        </p:blipFill>
        <p:spPr bwMode="auto">
          <a:xfrm>
            <a:off x="2418862" y="3158392"/>
            <a:ext cx="7010400" cy="2451100"/>
          </a:xfrm>
          <a:prstGeom prst="rect">
            <a:avLst/>
          </a:prstGeom>
          <a:noFill/>
          <a:ln w="12700">
            <a:noFill/>
            <a:miter lim="800000"/>
            <a:headEnd/>
            <a:tailEnd/>
          </a:ln>
          <a:effectLst/>
        </p:spPr>
      </p:pic>
      <p:sp>
        <p:nvSpPr>
          <p:cNvPr id="6" name="Rectangle 2"/>
          <p:cNvSpPr>
            <a:spLocks noGrp="1" noChangeArrowheads="1"/>
          </p:cNvSpPr>
          <p:nvPr>
            <p:ph type="title"/>
          </p:nvPr>
        </p:nvSpPr>
        <p:spPr>
          <a:xfrm>
            <a:off x="838200" y="365125"/>
            <a:ext cx="10515600" cy="1325563"/>
          </a:xfrm>
        </p:spPr>
        <p:txBody>
          <a:bodyPr/>
          <a:lstStyle/>
          <a:p>
            <a:pPr algn="ctr">
              <a:defRPr/>
            </a:pPr>
            <a:r>
              <a:rPr lang="en-US" b="1" dirty="0">
                <a:solidFill>
                  <a:srgbClr val="C00000"/>
                </a:solidFill>
                <a:latin typeface="+mn-lt"/>
              </a:rPr>
              <a:t>Exceptions to the Octet Rule</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680760" y="421200"/>
              <a:ext cx="10811520" cy="5155560"/>
            </p14:xfrm>
          </p:contentPart>
        </mc:Choice>
        <mc:Fallback xmlns="">
          <p:pic>
            <p:nvPicPr>
              <p:cNvPr id="2" name="Ink 1"/>
              <p:cNvPicPr/>
              <p:nvPr/>
            </p:nvPicPr>
            <p:blipFill>
              <a:blip r:embed="rId4"/>
              <a:stretch>
                <a:fillRect/>
              </a:stretch>
            </p:blipFill>
            <p:spPr>
              <a:xfrm>
                <a:off x="671400" y="411840"/>
                <a:ext cx="10830240" cy="5174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p14:cNvContentPartPr/>
              <p14:nvPr/>
            </p14:nvContentPartPr>
            <p14:xfrm>
              <a:off x="18720" y="2793600"/>
              <a:ext cx="9497880" cy="3610440"/>
            </p14:xfrm>
          </p:contentPart>
        </mc:Choice>
        <mc:Fallback xmlns="">
          <p:pic>
            <p:nvPicPr>
              <p:cNvPr id="3" name="Ink 2"/>
              <p:cNvPicPr/>
              <p:nvPr/>
            </p:nvPicPr>
            <p:blipFill>
              <a:blip r:embed="rId6"/>
              <a:stretch>
                <a:fillRect/>
              </a:stretch>
            </p:blipFill>
            <p:spPr>
              <a:xfrm>
                <a:off x="9360" y="2784240"/>
                <a:ext cx="9516600" cy="3629160"/>
              </a:xfrm>
              <a:prstGeom prst="rect">
                <a:avLst/>
              </a:prstGeom>
            </p:spPr>
          </p:pic>
        </mc:Fallback>
      </mc:AlternateContent>
    </p:spTree>
    <p:extLst>
      <p:ext uri="{BB962C8B-B14F-4D97-AF65-F5344CB8AC3E}">
        <p14:creationId xmlns:p14="http://schemas.microsoft.com/office/powerpoint/2010/main" val="37496837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838200" y="1690688"/>
            <a:ext cx="10515600" cy="4351338"/>
          </a:xfrm>
        </p:spPr>
        <p:txBody>
          <a:bodyPr>
            <a:normAutofit/>
          </a:bodyPr>
          <a:lstStyle/>
          <a:p>
            <a:pPr lvl="1" algn="just">
              <a:lnSpc>
                <a:spcPct val="150000"/>
              </a:lnSpc>
            </a:pPr>
            <a:r>
              <a:rPr lang="en-US" sz="2800" dirty="0"/>
              <a:t>Sulfur, another third-period element, forms compounds in which its valence shell contains 8, 10, or 12 electrons</a:t>
            </a:r>
          </a:p>
        </p:txBody>
      </p:sp>
      <p:pic>
        <p:nvPicPr>
          <p:cNvPr id="28676" name="Picture 4"/>
          <p:cNvPicPr>
            <a:picLocks noChangeAspect="1" noChangeArrowheads="1"/>
          </p:cNvPicPr>
          <p:nvPr/>
        </p:nvPicPr>
        <p:blipFill>
          <a:blip r:embed="rId2"/>
          <a:srcRect/>
          <a:stretch>
            <a:fillRect/>
          </a:stretch>
        </p:blipFill>
        <p:spPr bwMode="auto">
          <a:xfrm>
            <a:off x="2114739" y="3458987"/>
            <a:ext cx="7962522" cy="2717976"/>
          </a:xfrm>
          <a:prstGeom prst="rect">
            <a:avLst/>
          </a:prstGeom>
          <a:noFill/>
          <a:ln w="12700">
            <a:noFill/>
            <a:miter lim="800000"/>
            <a:headEnd/>
            <a:tailEnd/>
          </a:ln>
          <a:effectLst/>
        </p:spPr>
      </p:pic>
      <p:sp>
        <p:nvSpPr>
          <p:cNvPr id="6" name="Rectangle 2"/>
          <p:cNvSpPr>
            <a:spLocks noGrp="1" noChangeArrowheads="1"/>
          </p:cNvSpPr>
          <p:nvPr>
            <p:ph type="title"/>
          </p:nvPr>
        </p:nvSpPr>
        <p:spPr>
          <a:xfrm>
            <a:off x="838200" y="365125"/>
            <a:ext cx="10515600" cy="1325563"/>
          </a:xfrm>
        </p:spPr>
        <p:txBody>
          <a:bodyPr/>
          <a:lstStyle/>
          <a:p>
            <a:pPr algn="ctr">
              <a:defRPr/>
            </a:pPr>
            <a:r>
              <a:rPr lang="en-US" b="1" dirty="0">
                <a:solidFill>
                  <a:srgbClr val="C00000"/>
                </a:solidFill>
                <a:latin typeface="+mn-lt"/>
              </a:rPr>
              <a:t>Exceptions to the Octet Rule</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827720" y="2829960"/>
              <a:ext cx="9015480" cy="3515040"/>
            </p14:xfrm>
          </p:contentPart>
        </mc:Choice>
        <mc:Fallback xmlns="">
          <p:pic>
            <p:nvPicPr>
              <p:cNvPr id="2" name="Ink 1"/>
              <p:cNvPicPr/>
              <p:nvPr/>
            </p:nvPicPr>
            <p:blipFill>
              <a:blip r:embed="rId4"/>
              <a:stretch>
                <a:fillRect/>
              </a:stretch>
            </p:blipFill>
            <p:spPr>
              <a:xfrm>
                <a:off x="1818360" y="2820600"/>
                <a:ext cx="9034200" cy="3533760"/>
              </a:xfrm>
              <a:prstGeom prst="rect">
                <a:avLst/>
              </a:prstGeom>
            </p:spPr>
          </p:pic>
        </mc:Fallback>
      </mc:AlternateContent>
    </p:spTree>
    <p:extLst>
      <p:ext uri="{BB962C8B-B14F-4D97-AF65-F5344CB8AC3E}">
        <p14:creationId xmlns:p14="http://schemas.microsoft.com/office/powerpoint/2010/main" val="17691402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1" name="Rectangle 1"/>
          <p:cNvSpPr>
            <a:spLocks noGrp="1" noChangeArrowheads="1"/>
          </p:cNvSpPr>
          <p:nvPr>
            <p:ph type="title"/>
          </p:nvPr>
        </p:nvSpPr>
        <p:spPr/>
        <p:txBody>
          <a:bodyPr>
            <a:normAutofit/>
          </a:bodyPr>
          <a:lstStyle/>
          <a:p>
            <a:r>
              <a:rPr lang="en-US" sz="3600" b="1" dirty="0">
                <a:solidFill>
                  <a:srgbClr val="FF0000"/>
                </a:solidFill>
              </a:rPr>
              <a:t>Types of Chemical Bonds</a:t>
            </a:r>
          </a:p>
        </p:txBody>
      </p:sp>
      <p:sp>
        <p:nvSpPr>
          <p:cNvPr id="40960" name="Rectangle 0"/>
          <p:cNvSpPr>
            <a:spLocks noGrp="1" noChangeArrowheads="1"/>
          </p:cNvSpPr>
          <p:nvPr>
            <p:ph type="body" idx="1"/>
          </p:nvPr>
        </p:nvSpPr>
        <p:spPr>
          <a:xfrm>
            <a:off x="620917" y="1292398"/>
            <a:ext cx="10668754" cy="4525963"/>
          </a:xfrm>
        </p:spPr>
        <p:txBody>
          <a:bodyPr>
            <a:noAutofit/>
          </a:bodyPr>
          <a:lstStyle/>
          <a:p>
            <a:pPr marL="660400" indent="-660400" algn="just">
              <a:lnSpc>
                <a:spcPct val="150000"/>
              </a:lnSpc>
            </a:pPr>
            <a:r>
              <a:rPr lang="en-US" dirty="0"/>
              <a:t>The type of chemical bond developed between the two combining atoms depends upon the way these atoms acquire a stable noble gas configuration. </a:t>
            </a:r>
          </a:p>
          <a:p>
            <a:pPr marL="660400" indent="-660400" algn="just">
              <a:lnSpc>
                <a:spcPct val="150000"/>
              </a:lnSpc>
            </a:pPr>
            <a:r>
              <a:rPr lang="en-US" dirty="0"/>
              <a:t>Elements may combine through any one of the following ways to form stable compounds. </a:t>
            </a:r>
          </a:p>
          <a:p>
            <a:pPr marL="660400" indent="-660400" algn="just">
              <a:lnSpc>
                <a:spcPct val="150000"/>
              </a:lnSpc>
              <a:buFontTx/>
              <a:buAutoNum type="romanLcPeriod"/>
            </a:pPr>
            <a:r>
              <a:rPr lang="en-US" dirty="0"/>
              <a:t>By the transfer of electrons from the atom of an element to the atom or atoms of another. This gives rise to an </a:t>
            </a:r>
            <a:r>
              <a:rPr lang="en-US" b="1" dirty="0"/>
              <a:t>ionic (or electrovalent) bond.</a:t>
            </a:r>
            <a:r>
              <a:rPr lang="en-US" dirty="0"/>
              <a:t> </a:t>
            </a:r>
          </a:p>
          <a:p>
            <a:pPr marL="660400" indent="-660400" algn="just">
              <a:lnSpc>
                <a:spcPct val="150000"/>
              </a:lnSpc>
              <a:buNone/>
            </a:pPr>
            <a:endParaRPr lang="en-US" dirty="0"/>
          </a:p>
        </p:txBody>
      </p:sp>
      <p:sp>
        <p:nvSpPr>
          <p:cNvPr id="4" name="Slide Number Placeholder 3"/>
          <p:cNvSpPr>
            <a:spLocks noGrp="1"/>
          </p:cNvSpPr>
          <p:nvPr>
            <p:ph type="sldNum" sz="quarter" idx="12"/>
          </p:nvPr>
        </p:nvSpPr>
        <p:spPr/>
        <p:txBody>
          <a:bodyPr/>
          <a:lstStyle/>
          <a:p>
            <a:fld id="{F4885078-D283-423D-A0E2-78ACE9D27503}" type="slidenum">
              <a:rPr lang="en-US" smtClean="0"/>
              <a:pPr/>
              <a:t>10</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5040360" y="4617720"/>
              <a:ext cx="2014200" cy="2240280"/>
            </p14:xfrm>
          </p:contentPart>
        </mc:Choice>
        <mc:Fallback xmlns="">
          <p:pic>
            <p:nvPicPr>
              <p:cNvPr id="2" name="Ink 1"/>
              <p:cNvPicPr/>
              <p:nvPr/>
            </p:nvPicPr>
            <p:blipFill>
              <a:blip r:embed="rId3"/>
              <a:stretch>
                <a:fillRect/>
              </a:stretch>
            </p:blipFill>
            <p:spPr>
              <a:xfrm>
                <a:off x="5031000" y="4608360"/>
                <a:ext cx="2032920" cy="2259000"/>
              </a:xfrm>
              <a:prstGeom prst="rect">
                <a:avLst/>
              </a:prstGeom>
            </p:spPr>
          </p:pic>
        </mc:Fallback>
      </mc:AlternateContent>
    </p:spTree>
    <p:extLst>
      <p:ext uri="{BB962C8B-B14F-4D97-AF65-F5344CB8AC3E}">
        <p14:creationId xmlns:p14="http://schemas.microsoft.com/office/powerpoint/2010/main" val="27199816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1" name="Rectangle 1"/>
          <p:cNvSpPr>
            <a:spLocks noGrp="1" noChangeArrowheads="1"/>
          </p:cNvSpPr>
          <p:nvPr>
            <p:ph type="title"/>
          </p:nvPr>
        </p:nvSpPr>
        <p:spPr/>
        <p:txBody>
          <a:bodyPr>
            <a:normAutofit/>
          </a:bodyPr>
          <a:lstStyle/>
          <a:p>
            <a:r>
              <a:rPr lang="en-US" sz="3600" b="1" dirty="0">
                <a:solidFill>
                  <a:srgbClr val="FF0000"/>
                </a:solidFill>
              </a:rPr>
              <a:t>Types of Chemical Bonds</a:t>
            </a:r>
          </a:p>
        </p:txBody>
      </p:sp>
      <p:sp>
        <p:nvSpPr>
          <p:cNvPr id="40960" name="Rectangle 0"/>
          <p:cNvSpPr>
            <a:spLocks noGrp="1" noChangeArrowheads="1"/>
          </p:cNvSpPr>
          <p:nvPr>
            <p:ph type="body" idx="1"/>
          </p:nvPr>
        </p:nvSpPr>
        <p:spPr>
          <a:xfrm>
            <a:off x="838200" y="1265238"/>
            <a:ext cx="10515600" cy="4525963"/>
          </a:xfrm>
        </p:spPr>
        <p:txBody>
          <a:bodyPr>
            <a:noAutofit/>
          </a:bodyPr>
          <a:lstStyle/>
          <a:p>
            <a:pPr marL="660400" indent="-660400" algn="just">
              <a:lnSpc>
                <a:spcPct val="150000"/>
              </a:lnSpc>
              <a:buFont typeface="+mj-lt"/>
              <a:buAutoNum type="romanLcPeriod" startAt="2"/>
            </a:pPr>
            <a:r>
              <a:rPr lang="en-US" dirty="0"/>
              <a:t>By mutually sharing the electrons. This gives rise to a </a:t>
            </a:r>
            <a:r>
              <a:rPr lang="en-US" b="1" dirty="0"/>
              <a:t>covalent bond.</a:t>
            </a:r>
            <a:r>
              <a:rPr lang="en-US" dirty="0"/>
              <a:t> </a:t>
            </a:r>
          </a:p>
          <a:p>
            <a:pPr marL="660400" indent="-660400" algn="just">
              <a:lnSpc>
                <a:spcPct val="150000"/>
              </a:lnSpc>
              <a:buFontTx/>
              <a:buAutoNum type="romanLcPeriod" startAt="2"/>
            </a:pPr>
            <a:r>
              <a:rPr lang="en-US" dirty="0"/>
              <a:t>By one-sided sharing of electrons. This gives rise to a </a:t>
            </a:r>
            <a:r>
              <a:rPr lang="en-US" b="1" dirty="0"/>
              <a:t>coordinate covalent bond.</a:t>
            </a:r>
            <a:r>
              <a:rPr lang="en-US" dirty="0"/>
              <a:t> </a:t>
            </a:r>
          </a:p>
          <a:p>
            <a:pPr marL="660400" indent="-660400" algn="just">
              <a:lnSpc>
                <a:spcPct val="150000"/>
              </a:lnSpc>
              <a:buNone/>
            </a:pPr>
            <a:endParaRPr lang="en-US" dirty="0"/>
          </a:p>
        </p:txBody>
      </p:sp>
      <p:sp>
        <p:nvSpPr>
          <p:cNvPr id="4" name="Slide Number Placeholder 3"/>
          <p:cNvSpPr>
            <a:spLocks noGrp="1"/>
          </p:cNvSpPr>
          <p:nvPr>
            <p:ph type="sldNum" sz="quarter" idx="12"/>
          </p:nvPr>
        </p:nvSpPr>
        <p:spPr/>
        <p:txBody>
          <a:bodyPr/>
          <a:lstStyle/>
          <a:p>
            <a:fld id="{F4885078-D283-423D-A0E2-78ACE9D27503}" type="slidenum">
              <a:rPr lang="en-US" smtClean="0"/>
              <a:pPr/>
              <a:t>11</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2157480" y="1899360"/>
              <a:ext cx="1339920" cy="1443960"/>
            </p14:xfrm>
          </p:contentPart>
        </mc:Choice>
        <mc:Fallback xmlns="">
          <p:pic>
            <p:nvPicPr>
              <p:cNvPr id="2" name="Ink 1"/>
              <p:cNvPicPr/>
              <p:nvPr/>
            </p:nvPicPr>
            <p:blipFill>
              <a:blip r:embed="rId3"/>
              <a:stretch>
                <a:fillRect/>
              </a:stretch>
            </p:blipFill>
            <p:spPr>
              <a:xfrm>
                <a:off x="2148120" y="1890000"/>
                <a:ext cx="1358640" cy="1462680"/>
              </a:xfrm>
              <a:prstGeom prst="rect">
                <a:avLst/>
              </a:prstGeom>
            </p:spPr>
          </p:pic>
        </mc:Fallback>
      </mc:AlternateContent>
    </p:spTree>
    <p:extLst>
      <p:ext uri="{BB962C8B-B14F-4D97-AF65-F5344CB8AC3E}">
        <p14:creationId xmlns:p14="http://schemas.microsoft.com/office/powerpoint/2010/main" val="6893419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90" name="Rectangle 6"/>
          <p:cNvSpPr>
            <a:spLocks noGrp="1" noChangeArrowheads="1"/>
          </p:cNvSpPr>
          <p:nvPr>
            <p:ph type="body" idx="1"/>
          </p:nvPr>
        </p:nvSpPr>
        <p:spPr>
          <a:xfrm>
            <a:off x="577913" y="551507"/>
            <a:ext cx="11036174" cy="5562600"/>
          </a:xfrm>
        </p:spPr>
        <p:txBody>
          <a:bodyPr>
            <a:normAutofit/>
          </a:bodyPr>
          <a:lstStyle/>
          <a:p>
            <a:pPr algn="ctr">
              <a:lnSpc>
                <a:spcPct val="150000"/>
              </a:lnSpc>
              <a:buFontTx/>
              <a:buNone/>
            </a:pPr>
            <a:r>
              <a:rPr lang="en-US" sz="4400" b="1" dirty="0">
                <a:solidFill>
                  <a:srgbClr val="FF0000"/>
                </a:solidFill>
              </a:rPr>
              <a:t> Ionic Bond</a:t>
            </a:r>
          </a:p>
          <a:p>
            <a:pPr algn="just">
              <a:lnSpc>
                <a:spcPct val="150000"/>
              </a:lnSpc>
            </a:pPr>
            <a:r>
              <a:rPr lang="en-US" dirty="0">
                <a:latin typeface="Arial" charset="0"/>
              </a:rPr>
              <a:t>An </a:t>
            </a:r>
            <a:r>
              <a:rPr lang="en-US" b="1" dirty="0">
                <a:latin typeface="Arial" charset="0"/>
              </a:rPr>
              <a:t>IONIC BOND</a:t>
            </a:r>
            <a:r>
              <a:rPr lang="en-US" dirty="0">
                <a:latin typeface="Arial" charset="0"/>
              </a:rPr>
              <a:t> is an electrostatic interaction that holds together a positively charged ion (cation) and a negatively charged ion (anion). </a:t>
            </a:r>
          </a:p>
          <a:p>
            <a:pPr algn="just">
              <a:lnSpc>
                <a:spcPct val="150000"/>
              </a:lnSpc>
            </a:pPr>
            <a:r>
              <a:rPr lang="en-US" dirty="0">
                <a:latin typeface="Arial" charset="0"/>
              </a:rPr>
              <a:t>In an ionic bond, one atom loses an electron to another atom, thus cations and anions are formed. And, opposites attract. </a:t>
            </a:r>
          </a:p>
          <a:p>
            <a:pPr algn="just">
              <a:lnSpc>
                <a:spcPct val="150000"/>
              </a:lnSpc>
              <a:buFontTx/>
              <a:buNone/>
            </a:pPr>
            <a:endParaRPr lang="en-US" dirty="0">
              <a:latin typeface="Arial" charset="0"/>
            </a:endParaRPr>
          </a:p>
          <a:p>
            <a:pPr algn="just">
              <a:lnSpc>
                <a:spcPct val="150000"/>
              </a:lnSpc>
              <a:buFontTx/>
              <a:buNone/>
            </a:pPr>
            <a:endParaRPr lang="en-US" dirty="0">
              <a:latin typeface="Arial" charset="0"/>
            </a:endParaRPr>
          </a:p>
        </p:txBody>
      </p:sp>
      <p:sp>
        <p:nvSpPr>
          <p:cNvPr id="3" name="Slide Number Placeholder 2"/>
          <p:cNvSpPr>
            <a:spLocks noGrp="1"/>
          </p:cNvSpPr>
          <p:nvPr>
            <p:ph type="sldNum" sz="quarter" idx="12"/>
          </p:nvPr>
        </p:nvSpPr>
        <p:spPr/>
        <p:txBody>
          <a:bodyPr/>
          <a:lstStyle/>
          <a:p>
            <a:fld id="{F4885078-D283-423D-A0E2-78ACE9D27503}" type="slidenum">
              <a:rPr lang="en-US" smtClean="0"/>
              <a:pPr/>
              <a:t>12</a:t>
            </a:fld>
            <a:endParaRPr lang="en-US"/>
          </a:p>
        </p:txBody>
      </p:sp>
      <p:sp>
        <p:nvSpPr>
          <p:cNvPr id="4" name="Footer Placeholder 3"/>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714240" y="1726200"/>
              <a:ext cx="7133400" cy="2005920"/>
            </p14:xfrm>
          </p:contentPart>
        </mc:Choice>
        <mc:Fallback xmlns="">
          <p:pic>
            <p:nvPicPr>
              <p:cNvPr id="2" name="Ink 1"/>
              <p:cNvPicPr/>
              <p:nvPr/>
            </p:nvPicPr>
            <p:blipFill>
              <a:blip r:embed="rId3"/>
              <a:stretch>
                <a:fillRect/>
              </a:stretch>
            </p:blipFill>
            <p:spPr>
              <a:xfrm>
                <a:off x="704880" y="1716840"/>
                <a:ext cx="7152120" cy="2024640"/>
              </a:xfrm>
              <a:prstGeom prst="rect">
                <a:avLst/>
              </a:prstGeom>
            </p:spPr>
          </p:pic>
        </mc:Fallback>
      </mc:AlternateContent>
    </p:spTree>
    <p:extLst>
      <p:ext uri="{BB962C8B-B14F-4D97-AF65-F5344CB8AC3E}">
        <p14:creationId xmlns:p14="http://schemas.microsoft.com/office/powerpoint/2010/main" val="39123227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90" name="Rectangle 6"/>
          <p:cNvSpPr>
            <a:spLocks noGrp="1" noChangeArrowheads="1"/>
          </p:cNvSpPr>
          <p:nvPr>
            <p:ph type="body" idx="1"/>
          </p:nvPr>
        </p:nvSpPr>
        <p:spPr>
          <a:xfrm>
            <a:off x="2209800" y="533400"/>
            <a:ext cx="7772400" cy="5562600"/>
          </a:xfrm>
        </p:spPr>
        <p:txBody>
          <a:bodyPr/>
          <a:lstStyle/>
          <a:p>
            <a:pPr algn="ctr">
              <a:buFontTx/>
              <a:buNone/>
            </a:pPr>
            <a:r>
              <a:rPr lang="en-US" sz="4400" b="1" dirty="0">
                <a:solidFill>
                  <a:srgbClr val="FF0000"/>
                </a:solidFill>
              </a:rPr>
              <a:t> Ionic Bond</a:t>
            </a:r>
          </a:p>
          <a:p>
            <a:pPr>
              <a:buFontTx/>
              <a:buNone/>
            </a:pPr>
            <a:endParaRPr lang="en-US" sz="2000" dirty="0">
              <a:latin typeface="Arial" charset="0"/>
            </a:endParaRPr>
          </a:p>
          <a:p>
            <a:pPr>
              <a:buFontTx/>
              <a:buNone/>
            </a:pPr>
            <a:endParaRPr lang="en-US" sz="2000" dirty="0">
              <a:latin typeface="Arial" charset="0"/>
            </a:endParaRPr>
          </a:p>
        </p:txBody>
      </p:sp>
      <p:grpSp>
        <p:nvGrpSpPr>
          <p:cNvPr id="11" name="Group 10"/>
          <p:cNvGrpSpPr/>
          <p:nvPr/>
        </p:nvGrpSpPr>
        <p:grpSpPr>
          <a:xfrm>
            <a:off x="1891772" y="1619254"/>
            <a:ext cx="8166629" cy="4171946"/>
            <a:chOff x="364173" y="1143002"/>
            <a:chExt cx="7732077" cy="3638548"/>
          </a:xfrm>
        </p:grpSpPr>
        <p:graphicFrame>
          <p:nvGraphicFramePr>
            <p:cNvPr id="41989" name="Object 5"/>
            <p:cNvGraphicFramePr>
              <a:graphicFrameLocks noChangeAspect="1"/>
            </p:cNvGraphicFramePr>
            <p:nvPr/>
          </p:nvGraphicFramePr>
          <p:xfrm>
            <a:off x="2286000" y="1143002"/>
            <a:ext cx="5120331" cy="1943101"/>
          </p:xfrm>
          <a:graphic>
            <a:graphicData uri="http://schemas.openxmlformats.org/presentationml/2006/ole">
              <mc:AlternateContent xmlns:mc="http://schemas.openxmlformats.org/markup-compatibility/2006">
                <mc:Choice xmlns:v="urn:schemas-microsoft-com:vml" Requires="v">
                  <p:oleObj spid="_x0000_s1059" name="Bitmap Image" r:id="rId3" imgW="3715269" imgH="1409897" progId="PBrush">
                    <p:embed/>
                  </p:oleObj>
                </mc:Choice>
                <mc:Fallback>
                  <p:oleObj name="Bitmap Image" r:id="rId3" imgW="3715269" imgH="1409897" progId="PBrush">
                    <p:embed/>
                    <p:pic>
                      <p:nvPicPr>
                        <p:cNvPr id="4198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143002"/>
                          <a:ext cx="5120331" cy="1943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9"/>
            <p:cNvGrpSpPr/>
            <p:nvPr/>
          </p:nvGrpSpPr>
          <p:grpSpPr>
            <a:xfrm>
              <a:off x="364173" y="2971800"/>
              <a:ext cx="7732077" cy="1809750"/>
              <a:chOff x="364173" y="2971800"/>
              <a:chExt cx="7732077" cy="1809750"/>
            </a:xfrm>
          </p:grpSpPr>
          <p:grpSp>
            <p:nvGrpSpPr>
              <p:cNvPr id="9" name="Group 8"/>
              <p:cNvGrpSpPr/>
              <p:nvPr/>
            </p:nvGrpSpPr>
            <p:grpSpPr>
              <a:xfrm>
                <a:off x="2514600" y="3200400"/>
                <a:ext cx="5581650" cy="1581150"/>
                <a:chOff x="228600" y="4114800"/>
                <a:chExt cx="5581650" cy="1581150"/>
              </a:xfrm>
            </p:grpSpPr>
            <p:graphicFrame>
              <p:nvGraphicFramePr>
                <p:cNvPr id="41988" name="Object 4"/>
                <p:cNvGraphicFramePr>
                  <a:graphicFrameLocks noChangeAspect="1"/>
                </p:cNvGraphicFramePr>
                <p:nvPr/>
              </p:nvGraphicFramePr>
              <p:xfrm>
                <a:off x="228600" y="4114800"/>
                <a:ext cx="2124075" cy="1438275"/>
              </p:xfrm>
              <a:graphic>
                <a:graphicData uri="http://schemas.openxmlformats.org/presentationml/2006/ole">
                  <mc:AlternateContent xmlns:mc="http://schemas.openxmlformats.org/markup-compatibility/2006">
                    <mc:Choice xmlns:v="urn:schemas-microsoft-com:vml" Requires="v">
                      <p:oleObj spid="_x0000_s1060" name="Bitmap Image" r:id="rId5" imgW="2123810" imgH="1438095" progId="PBrush">
                        <p:embed/>
                      </p:oleObj>
                    </mc:Choice>
                    <mc:Fallback>
                      <p:oleObj name="Bitmap Image" r:id="rId5" imgW="2123810" imgH="1438095" progId="PBrush">
                        <p:embed/>
                        <p:pic>
                          <p:nvPicPr>
                            <p:cNvPr id="4198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4114800"/>
                              <a:ext cx="2124075"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87" name="Object 3"/>
                <p:cNvGraphicFramePr>
                  <a:graphicFrameLocks noChangeAspect="1"/>
                </p:cNvGraphicFramePr>
                <p:nvPr/>
              </p:nvGraphicFramePr>
              <p:xfrm>
                <a:off x="3733800" y="4495800"/>
                <a:ext cx="2076450" cy="1200150"/>
              </p:xfrm>
              <a:graphic>
                <a:graphicData uri="http://schemas.openxmlformats.org/presentationml/2006/ole">
                  <mc:AlternateContent xmlns:mc="http://schemas.openxmlformats.org/markup-compatibility/2006">
                    <mc:Choice xmlns:v="urn:schemas-microsoft-com:vml" Requires="v">
                      <p:oleObj spid="_x0000_s1061" name="Bitmap Image" r:id="rId7" imgW="2076740" imgH="1200318" progId="PBrush">
                        <p:embed/>
                      </p:oleObj>
                    </mc:Choice>
                    <mc:Fallback>
                      <p:oleObj name="Bitmap Image" r:id="rId7" imgW="2076740" imgH="1200318" progId="PBrush">
                        <p:embed/>
                        <p:pic>
                          <p:nvPicPr>
                            <p:cNvPr id="419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4495800"/>
                              <a:ext cx="20764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6" name="Line 2"/>
                <p:cNvSpPr>
                  <a:spLocks noChangeShapeType="1"/>
                </p:cNvSpPr>
                <p:nvPr/>
              </p:nvSpPr>
              <p:spPr bwMode="auto">
                <a:xfrm>
                  <a:off x="2438400" y="5105400"/>
                  <a:ext cx="1295400" cy="0"/>
                </a:xfrm>
                <a:prstGeom prst="line">
                  <a:avLst/>
                </a:prstGeom>
                <a:noFill/>
                <a:ln w="9525">
                  <a:solidFill>
                    <a:schemeClr val="tx1"/>
                  </a:solidFill>
                  <a:round/>
                  <a:headEnd/>
                  <a:tailEnd type="triangle" w="med" len="med"/>
                </a:ln>
                <a:effectLst/>
              </p:spPr>
              <p:txBody>
                <a:bodyPr/>
                <a:lstStyle/>
                <a:p>
                  <a:endParaRPr lang="en-US"/>
                </a:p>
              </p:txBody>
            </p:sp>
          </p:grpSp>
          <p:sp>
            <p:nvSpPr>
              <p:cNvPr id="41985" name="Rectangle 1"/>
              <p:cNvSpPr>
                <a:spLocks noChangeArrowheads="1"/>
              </p:cNvSpPr>
              <p:nvPr/>
            </p:nvSpPr>
            <p:spPr bwMode="auto">
              <a:xfrm>
                <a:off x="364173" y="2971800"/>
                <a:ext cx="2278380" cy="348954"/>
              </a:xfrm>
              <a:prstGeom prst="rect">
                <a:avLst/>
              </a:prstGeom>
              <a:noFill/>
              <a:ln w="9525">
                <a:noFill/>
                <a:miter lim="800000"/>
                <a:headEnd/>
                <a:tailEnd/>
              </a:ln>
              <a:effectLst/>
            </p:spPr>
            <p:txBody>
              <a:bodyPr wrap="none">
                <a:spAutoFit/>
              </a:bodyPr>
              <a:lstStyle/>
              <a:p>
                <a:pPr algn="ctr"/>
                <a:r>
                  <a:rPr lang="en-US" sz="2000" b="1" u="sng" dirty="0">
                    <a:latin typeface="Arial" charset="0"/>
                  </a:rPr>
                  <a:t>Formation of NaCl</a:t>
                </a:r>
              </a:p>
            </p:txBody>
          </p:sp>
        </p:grpSp>
      </p:grpSp>
      <p:sp>
        <p:nvSpPr>
          <p:cNvPr id="12" name="Slide Number Placeholder 11"/>
          <p:cNvSpPr>
            <a:spLocks noGrp="1"/>
          </p:cNvSpPr>
          <p:nvPr>
            <p:ph type="sldNum" sz="quarter" idx="12"/>
          </p:nvPr>
        </p:nvSpPr>
        <p:spPr/>
        <p:txBody>
          <a:bodyPr/>
          <a:lstStyle/>
          <a:p>
            <a:fld id="{F4885078-D283-423D-A0E2-78ACE9D27503}" type="slidenum">
              <a:rPr lang="en-US" smtClean="0"/>
              <a:pPr/>
              <a:t>13</a:t>
            </a:fld>
            <a:endParaRPr lang="en-US"/>
          </a:p>
        </p:txBody>
      </p:sp>
      <p:sp>
        <p:nvSpPr>
          <p:cNvPr id="13" name="Footer Placeholder 12"/>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9">
            <p14:nvContentPartPr>
              <p14:cNvPr id="2" name="Ink 1"/>
              <p14:cNvContentPartPr/>
              <p14:nvPr/>
            </p14:nvContentPartPr>
            <p14:xfrm>
              <a:off x="1099440" y="799200"/>
              <a:ext cx="8730360" cy="5410440"/>
            </p14:xfrm>
          </p:contentPart>
        </mc:Choice>
        <mc:Fallback xmlns="">
          <p:pic>
            <p:nvPicPr>
              <p:cNvPr id="2" name="Ink 1"/>
              <p:cNvPicPr/>
              <p:nvPr/>
            </p:nvPicPr>
            <p:blipFill>
              <a:blip r:embed="rId10"/>
              <a:stretch>
                <a:fillRect/>
              </a:stretch>
            </p:blipFill>
            <p:spPr>
              <a:xfrm>
                <a:off x="1090080" y="789840"/>
                <a:ext cx="8749080" cy="5429160"/>
              </a:xfrm>
              <a:prstGeom prst="rect">
                <a:avLst/>
              </a:prstGeom>
            </p:spPr>
          </p:pic>
        </mc:Fallback>
      </mc:AlternateContent>
    </p:spTree>
    <p:extLst>
      <p:ext uri="{BB962C8B-B14F-4D97-AF65-F5344CB8AC3E}">
        <p14:creationId xmlns:p14="http://schemas.microsoft.com/office/powerpoint/2010/main" val="21991755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aphicFrame>
        <p:nvGraphicFramePr>
          <p:cNvPr id="43009" name="Object 1"/>
          <p:cNvGraphicFramePr>
            <a:graphicFrameLocks noGrp="1" noChangeAspect="1"/>
          </p:cNvGraphicFramePr>
          <p:nvPr>
            <p:ph type="body" idx="1"/>
          </p:nvPr>
        </p:nvGraphicFramePr>
        <p:xfrm>
          <a:off x="1981200" y="762000"/>
          <a:ext cx="5257800" cy="2895600"/>
        </p:xfrm>
        <a:graphic>
          <a:graphicData uri="http://schemas.openxmlformats.org/presentationml/2006/ole">
            <mc:AlternateContent xmlns:mc="http://schemas.openxmlformats.org/markup-compatibility/2006">
              <mc:Choice xmlns:v="urn:schemas-microsoft-com:vml" Requires="v">
                <p:oleObj spid="_x0000_s2061" name="Bitmap Image" r:id="rId3" imgW="3809524" imgH="1905266" progId="PBrush">
                  <p:embed/>
                </p:oleObj>
              </mc:Choice>
              <mc:Fallback>
                <p:oleObj name="Bitmap Image" r:id="rId3" imgW="3809524" imgH="1905266" progId="PBrush">
                  <p:embed/>
                  <p:pic>
                    <p:nvPicPr>
                      <p:cNvPr id="4300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762000"/>
                        <a:ext cx="5257800"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08" name="Rectangle 0"/>
          <p:cNvSpPr>
            <a:spLocks noChangeArrowheads="1"/>
          </p:cNvSpPr>
          <p:nvPr/>
        </p:nvSpPr>
        <p:spPr bwMode="auto">
          <a:xfrm>
            <a:off x="588475" y="3733800"/>
            <a:ext cx="10909426" cy="2590800"/>
          </a:xfrm>
          <a:prstGeom prst="rect">
            <a:avLst/>
          </a:prstGeom>
          <a:noFill/>
          <a:ln w="9525">
            <a:noFill/>
            <a:miter lim="800000"/>
            <a:headEnd/>
            <a:tailEnd/>
          </a:ln>
          <a:effectLst/>
        </p:spPr>
        <p:txBody>
          <a:bodyPr/>
          <a:lstStyle/>
          <a:p>
            <a:pPr algn="just">
              <a:lnSpc>
                <a:spcPct val="150000"/>
              </a:lnSpc>
            </a:pPr>
            <a:r>
              <a:rPr lang="en-US" sz="2400" dirty="0">
                <a:latin typeface="Arial" charset="0"/>
              </a:rPr>
              <a:t>In table salt, for example, a valence electron from a sodium atom is transferred to a chlorine atom, forming Na</a:t>
            </a:r>
            <a:r>
              <a:rPr lang="en-US" sz="2400" baseline="30000" dirty="0">
                <a:latin typeface="Arial" charset="0"/>
              </a:rPr>
              <a:t>+</a:t>
            </a:r>
            <a:r>
              <a:rPr lang="en-US" sz="2400" dirty="0">
                <a:latin typeface="Arial" charset="0"/>
              </a:rPr>
              <a:t> and </a:t>
            </a:r>
            <a:r>
              <a:rPr lang="en-US" sz="2400" dirty="0" err="1">
                <a:latin typeface="Arial" charset="0"/>
              </a:rPr>
              <a:t>Cl</a:t>
            </a:r>
            <a:r>
              <a:rPr lang="en-US" sz="2400" baseline="30000" dirty="0">
                <a:latin typeface="Times New Roman"/>
                <a:cs typeface="Times New Roman"/>
              </a:rPr>
              <a:t>─</a:t>
            </a:r>
            <a:r>
              <a:rPr lang="en-US" sz="2400" dirty="0">
                <a:latin typeface="Arial" charset="0"/>
              </a:rPr>
              <a:t>. Because the ions have opposite charges, they are attracted to each other. The loss of a valence electron and the attraction to the atom that took it, happen simultaneously. </a:t>
            </a:r>
          </a:p>
          <a:p>
            <a:pPr algn="just" eaLnBrk="0" hangingPunct="0">
              <a:lnSpc>
                <a:spcPct val="150000"/>
              </a:lnSpc>
            </a:pPr>
            <a:endParaRPr lang="en-US" sz="2400" dirty="0"/>
          </a:p>
        </p:txBody>
      </p:sp>
      <p:sp>
        <p:nvSpPr>
          <p:cNvPr id="43012" name="Rectangle 4"/>
          <p:cNvSpPr>
            <a:spLocks noChangeArrowheads="1"/>
          </p:cNvSpPr>
          <p:nvPr/>
        </p:nvSpPr>
        <p:spPr bwMode="auto">
          <a:xfrm>
            <a:off x="7239000" y="2863850"/>
            <a:ext cx="2286000" cy="1066800"/>
          </a:xfrm>
          <a:prstGeom prst="rect">
            <a:avLst/>
          </a:prstGeom>
          <a:noFill/>
          <a:ln w="9525">
            <a:noFill/>
            <a:miter lim="800000"/>
            <a:headEnd/>
            <a:tailEnd/>
          </a:ln>
          <a:effectLst/>
        </p:spPr>
        <p:txBody>
          <a:bodyPr/>
          <a:lstStyle/>
          <a:p>
            <a:pPr marL="342900" indent="-342900" algn="ctr">
              <a:spcBef>
                <a:spcPct val="20000"/>
              </a:spcBef>
            </a:pPr>
            <a:r>
              <a:rPr lang="en-US" sz="1600">
                <a:latin typeface="Arial" charset="0"/>
              </a:rPr>
              <a:t>	Sodium chloride results from ionic bonding. </a:t>
            </a:r>
          </a:p>
        </p:txBody>
      </p:sp>
      <p:pic>
        <p:nvPicPr>
          <p:cNvPr id="43013" name="Picture 5" descr="C:\WINDOWS\Desktop\chemsitry\3b_ Fatal Attraction Ionic Bonds [Beyond Books - Introduction to Chemistry Concepts]_files\00009007.gif">
            <a:hlinkClick r:id="rId5"/>
          </p:cNvPr>
          <p:cNvPicPr>
            <a:picLocks noChangeAspect="1" noChangeArrowheads="1" noCrop="1"/>
          </p:cNvPicPr>
          <p:nvPr/>
        </p:nvPicPr>
        <p:blipFill>
          <a:blip r:embed="rId6" cstate="print"/>
          <a:srcRect/>
          <a:stretch>
            <a:fillRect/>
          </a:stretch>
        </p:blipFill>
        <p:spPr bwMode="auto">
          <a:xfrm>
            <a:off x="7239000" y="685801"/>
            <a:ext cx="2332038" cy="1978025"/>
          </a:xfrm>
          <a:prstGeom prst="rect">
            <a:avLst/>
          </a:prstGeom>
          <a:noFill/>
        </p:spPr>
      </p:pic>
      <p:sp>
        <p:nvSpPr>
          <p:cNvPr id="6" name="Slide Number Placeholder 5"/>
          <p:cNvSpPr>
            <a:spLocks noGrp="1"/>
          </p:cNvSpPr>
          <p:nvPr>
            <p:ph type="sldNum" sz="quarter" idx="12"/>
          </p:nvPr>
        </p:nvSpPr>
        <p:spPr/>
        <p:txBody>
          <a:bodyPr/>
          <a:lstStyle/>
          <a:p>
            <a:fld id="{F4885078-D283-423D-A0E2-78ACE9D27503}" type="slidenum">
              <a:rPr lang="en-US" smtClean="0"/>
              <a:pPr/>
              <a:t>14</a:t>
            </a:fld>
            <a:endParaRPr lang="en-US"/>
          </a:p>
        </p:txBody>
      </p:sp>
      <p:sp>
        <p:nvSpPr>
          <p:cNvPr id="7" name="Footer Placeholder 6"/>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7">
            <p14:nvContentPartPr>
              <p14:cNvPr id="2" name="Ink 1"/>
              <p14:cNvContentPartPr/>
              <p14:nvPr/>
            </p14:nvContentPartPr>
            <p14:xfrm>
              <a:off x="875160" y="228600"/>
              <a:ext cx="11147400" cy="6438960"/>
            </p14:xfrm>
          </p:contentPart>
        </mc:Choice>
        <mc:Fallback xmlns="">
          <p:pic>
            <p:nvPicPr>
              <p:cNvPr id="2" name="Ink 1"/>
              <p:cNvPicPr/>
              <p:nvPr/>
            </p:nvPicPr>
            <p:blipFill>
              <a:blip r:embed="rId8"/>
              <a:stretch>
                <a:fillRect/>
              </a:stretch>
            </p:blipFill>
            <p:spPr>
              <a:xfrm>
                <a:off x="865800" y="219240"/>
                <a:ext cx="11166120" cy="6457680"/>
              </a:xfrm>
              <a:prstGeom prst="rect">
                <a:avLst/>
              </a:prstGeom>
            </p:spPr>
          </p:pic>
        </mc:Fallback>
      </mc:AlternateContent>
    </p:spTree>
    <p:extLst>
      <p:ext uri="{BB962C8B-B14F-4D97-AF65-F5344CB8AC3E}">
        <p14:creationId xmlns:p14="http://schemas.microsoft.com/office/powerpoint/2010/main" val="25306850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59542" y="266700"/>
            <a:ext cx="5584258" cy="1143000"/>
          </a:xfrm>
        </p:spPr>
        <p:txBody>
          <a:bodyPr/>
          <a:lstStyle/>
          <a:p>
            <a:pPr algn="l" eaLnBrk="1" hangingPunct="1"/>
            <a:r>
              <a:rPr lang="en-US" altLang="en-US" b="1" dirty="0">
                <a:solidFill>
                  <a:srgbClr val="C00000"/>
                </a:solidFill>
              </a:rPr>
              <a:t>Covalent</a:t>
            </a:r>
            <a:r>
              <a:rPr lang="en-US" altLang="en-US" b="1" dirty="0">
                <a:solidFill>
                  <a:srgbClr val="1A21B2"/>
                </a:solidFill>
              </a:rPr>
              <a:t> </a:t>
            </a:r>
            <a:r>
              <a:rPr lang="en-US" altLang="en-US" b="1" dirty="0">
                <a:solidFill>
                  <a:schemeClr val="tx1"/>
                </a:solidFill>
              </a:rPr>
              <a:t>Bonding</a:t>
            </a:r>
          </a:p>
        </p:txBody>
      </p:sp>
      <p:sp>
        <p:nvSpPr>
          <p:cNvPr id="24579" name="Rectangle 3"/>
          <p:cNvSpPr>
            <a:spLocks noGrp="1" noChangeArrowheads="1"/>
          </p:cNvSpPr>
          <p:nvPr>
            <p:ph type="body" idx="1"/>
          </p:nvPr>
        </p:nvSpPr>
        <p:spPr>
          <a:xfrm>
            <a:off x="697117" y="1396093"/>
            <a:ext cx="6237084" cy="4114800"/>
          </a:xfrm>
        </p:spPr>
        <p:txBody>
          <a:bodyPr/>
          <a:lstStyle/>
          <a:p>
            <a:pPr algn="just" eaLnBrk="1" hangingPunct="1">
              <a:lnSpc>
                <a:spcPct val="150000"/>
              </a:lnSpc>
            </a:pPr>
            <a:r>
              <a:rPr lang="en-US" altLang="en-US" sz="3200" b="1" dirty="0">
                <a:solidFill>
                  <a:schemeClr val="accent2"/>
                </a:solidFill>
              </a:rPr>
              <a:t>Pairs</a:t>
            </a:r>
            <a:r>
              <a:rPr lang="en-US" altLang="en-US" sz="3200" dirty="0"/>
              <a:t> of e- are </a:t>
            </a:r>
            <a:r>
              <a:rPr lang="en-US" altLang="en-US" sz="3200" b="1" dirty="0">
                <a:solidFill>
                  <a:schemeClr val="accent2"/>
                </a:solidFill>
              </a:rPr>
              <a:t>shared</a:t>
            </a:r>
            <a:r>
              <a:rPr lang="en-US" altLang="en-US" sz="3200" dirty="0"/>
              <a:t>                  between 2 </a:t>
            </a:r>
            <a:r>
              <a:rPr lang="en-US" altLang="en-US" sz="3200" b="1" dirty="0">
                <a:solidFill>
                  <a:schemeClr val="accent2"/>
                </a:solidFill>
              </a:rPr>
              <a:t>non-metal</a:t>
            </a:r>
            <a:r>
              <a:rPr lang="en-US" altLang="en-US" sz="3200" dirty="0"/>
              <a:t> atoms to acquire the electron configuration of a noble gas.</a:t>
            </a:r>
          </a:p>
        </p:txBody>
      </p:sp>
      <p:pic>
        <p:nvPicPr>
          <p:cNvPr id="2" name="Picture 1"/>
          <p:cNvPicPr>
            <a:picLocks noChangeAspect="1"/>
          </p:cNvPicPr>
          <p:nvPr/>
        </p:nvPicPr>
        <p:blipFill>
          <a:blip r:embed="rId3"/>
          <a:stretch>
            <a:fillRect/>
          </a:stretch>
        </p:blipFill>
        <p:spPr>
          <a:xfrm>
            <a:off x="7546110" y="1991596"/>
            <a:ext cx="2728913" cy="2909693"/>
          </a:xfrm>
          <a:prstGeom prst="rect">
            <a:avLst/>
          </a:prstGeom>
        </p:spPr>
      </p:pic>
      <p:sp>
        <p:nvSpPr>
          <p:cNvPr id="3" name="Slide Number Placeholder 2"/>
          <p:cNvSpPr>
            <a:spLocks noGrp="1"/>
          </p:cNvSpPr>
          <p:nvPr>
            <p:ph type="sldNum" sz="quarter" idx="12"/>
          </p:nvPr>
        </p:nvSpPr>
        <p:spPr/>
        <p:txBody>
          <a:bodyPr/>
          <a:lstStyle/>
          <a:p>
            <a:fld id="{1B56EF0A-E253-4FCE-AC39-C65B83124E54}" type="slidenum">
              <a:rPr lang="en-US" altLang="en-US" smtClean="0"/>
              <a:pPr/>
              <a:t>15</a:t>
            </a:fld>
            <a:endParaRPr lang="en-US" altLang="en-US" dirty="0"/>
          </a:p>
        </p:txBody>
      </p:sp>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6515280" y="679680"/>
              <a:ext cx="4424040" cy="4794840"/>
            </p14:xfrm>
          </p:contentPart>
        </mc:Choice>
        <mc:Fallback xmlns="">
          <p:pic>
            <p:nvPicPr>
              <p:cNvPr id="4" name="Ink 3"/>
              <p:cNvPicPr/>
              <p:nvPr/>
            </p:nvPicPr>
            <p:blipFill>
              <a:blip r:embed="rId5"/>
              <a:stretch>
                <a:fillRect/>
              </a:stretch>
            </p:blipFill>
            <p:spPr>
              <a:xfrm>
                <a:off x="6505920" y="670320"/>
                <a:ext cx="4442760" cy="4813560"/>
              </a:xfrm>
              <a:prstGeom prst="rect">
                <a:avLst/>
              </a:prstGeom>
            </p:spPr>
          </p:pic>
        </mc:Fallback>
      </mc:AlternateContent>
    </p:spTree>
    <p:extLst>
      <p:ext uri="{BB962C8B-B14F-4D97-AF65-F5344CB8AC3E}">
        <p14:creationId xmlns:p14="http://schemas.microsoft.com/office/powerpoint/2010/main" val="417897620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24579">
                                            <p:txEl>
                                              <p:pRg st="0" end="0"/>
                                            </p:txEl>
                                          </p:spTgt>
                                        </p:tgtEl>
                                        <p:attrNameLst>
                                          <p:attrName>style.visibility</p:attrName>
                                        </p:attrNameLst>
                                      </p:cBhvr>
                                      <p:to>
                                        <p:strVal val="visible"/>
                                      </p:to>
                                    </p:set>
                                    <p:anim to="" calcmode="lin" valueType="num">
                                      <p:cBhvr>
                                        <p:cTn id="7" dur="1" fill="hold"/>
                                        <p:tgtEl>
                                          <p:spTgt spid="24579">
                                            <p:txEl>
                                              <p:pRg st="0" end="0"/>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81200" y="274638"/>
            <a:ext cx="8229600" cy="639762"/>
          </a:xfrm>
        </p:spPr>
        <p:txBody>
          <a:bodyPr rtlCol="0">
            <a:normAutofit fontScale="90000"/>
          </a:bodyPr>
          <a:lstStyle/>
          <a:p>
            <a:pPr algn="ctr">
              <a:defRPr/>
            </a:pPr>
            <a:r>
              <a:rPr lang="en-US" b="1" dirty="0">
                <a:solidFill>
                  <a:srgbClr val="FF0000"/>
                </a:solidFill>
              </a:rPr>
              <a:t>Covalent Bonding</a:t>
            </a:r>
          </a:p>
        </p:txBody>
      </p:sp>
      <p:sp>
        <p:nvSpPr>
          <p:cNvPr id="22531" name="Rectangle 3"/>
          <p:cNvSpPr>
            <a:spLocks noGrp="1" noChangeArrowheads="1"/>
          </p:cNvSpPr>
          <p:nvPr>
            <p:ph idx="1"/>
          </p:nvPr>
        </p:nvSpPr>
        <p:spPr>
          <a:xfrm>
            <a:off x="892960" y="914401"/>
            <a:ext cx="10613994" cy="1295400"/>
          </a:xfrm>
        </p:spPr>
        <p:txBody>
          <a:bodyPr rtlCol="0">
            <a:normAutofit lnSpcReduction="10000"/>
          </a:bodyPr>
          <a:lstStyle/>
          <a:p>
            <a:pPr algn="just">
              <a:lnSpc>
                <a:spcPct val="150000"/>
              </a:lnSpc>
              <a:defRPr/>
            </a:pPr>
            <a:r>
              <a:rPr lang="en-US" dirty="0"/>
              <a:t>Occurs between nonmetal atoms which need to gain electrons to get a stable octet of electrons or a filled outer shell.</a:t>
            </a:r>
          </a:p>
        </p:txBody>
      </p:sp>
      <p:pic>
        <p:nvPicPr>
          <p:cNvPr id="6" name="Picture 5" descr="http://matse1.matse.illinois.edu/sc/1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850" y="2209801"/>
            <a:ext cx="8077200" cy="451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rot="2853901">
            <a:off x="7068142" y="3023970"/>
            <a:ext cx="4092787" cy="1107996"/>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6600" dirty="0">
                <a:ln w="11430"/>
                <a:solidFill>
                  <a:srgbClr val="00FF00"/>
                </a:solidFill>
                <a:effectLst>
                  <a:outerShdw blurRad="50800" dist="39000" dir="5460000" algn="tl">
                    <a:srgbClr val="000000">
                      <a:alpha val="38000"/>
                    </a:srgbClr>
                  </a:outerShdw>
                </a:effectLst>
                <a:latin typeface="Arial" charset="0"/>
              </a:rPr>
              <a:t>nonmetals</a:t>
            </a:r>
          </a:p>
        </p:txBody>
      </p:sp>
    </p:spTree>
    <p:extLst>
      <p:ext uri="{BB962C8B-B14F-4D97-AF65-F5344CB8AC3E}">
        <p14:creationId xmlns:p14="http://schemas.microsoft.com/office/powerpoint/2010/main" val="254553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500"/>
                                        <p:tgtEl>
                                          <p:spTgt spid="2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p:txBody>
          <a:bodyPr>
            <a:normAutofit/>
          </a:bodyPr>
          <a:lstStyle/>
          <a:p>
            <a:pPr algn="ctr"/>
            <a:r>
              <a:rPr lang="en-US" sz="4000" b="1" dirty="0">
                <a:solidFill>
                  <a:srgbClr val="FF0000"/>
                </a:solidFill>
              </a:rPr>
              <a:t>Covalent Bonds</a:t>
            </a:r>
          </a:p>
        </p:txBody>
      </p:sp>
      <p:sp>
        <p:nvSpPr>
          <p:cNvPr id="52224" name="Rectangle 0"/>
          <p:cNvSpPr>
            <a:spLocks noGrp="1" noChangeArrowheads="1"/>
          </p:cNvSpPr>
          <p:nvPr>
            <p:ph type="body" idx="1"/>
          </p:nvPr>
        </p:nvSpPr>
        <p:spPr>
          <a:xfrm>
            <a:off x="706170" y="1219201"/>
            <a:ext cx="10647630" cy="4525963"/>
          </a:xfrm>
        </p:spPr>
        <p:txBody>
          <a:bodyPr>
            <a:noAutofit/>
          </a:bodyPr>
          <a:lstStyle/>
          <a:p>
            <a:pPr algn="just">
              <a:lnSpc>
                <a:spcPct val="150000"/>
              </a:lnSpc>
            </a:pPr>
            <a:r>
              <a:rPr lang="en-US" dirty="0"/>
              <a:t>A covalent bond is formed between two atoms (similar or dissimilar) by a mutual sharing of electrons. The shared pairs of electrons are counted towards the stability of both the participating atoms. </a:t>
            </a:r>
          </a:p>
          <a:p>
            <a:pPr algn="just">
              <a:lnSpc>
                <a:spcPct val="150000"/>
              </a:lnSpc>
            </a:pPr>
            <a:r>
              <a:rPr lang="en-US" b="1" dirty="0"/>
              <a:t>A covalent bond is defined as the force of attraction arising due to mutual sharing of electrons between the two atoms.</a:t>
            </a:r>
            <a:r>
              <a:rPr lang="en-US" dirty="0"/>
              <a:t> The combining atoms may share one, two or three pairs of electrons. </a:t>
            </a:r>
          </a:p>
        </p:txBody>
      </p:sp>
      <p:sp>
        <p:nvSpPr>
          <p:cNvPr id="4" name="Slide Number Placeholder 3"/>
          <p:cNvSpPr>
            <a:spLocks noGrp="1"/>
          </p:cNvSpPr>
          <p:nvPr>
            <p:ph type="sldNum" sz="quarter" idx="12"/>
          </p:nvPr>
        </p:nvSpPr>
        <p:spPr/>
        <p:txBody>
          <a:bodyPr/>
          <a:lstStyle/>
          <a:p>
            <a:fld id="{F4885078-D283-423D-A0E2-78ACE9D27503}" type="slidenum">
              <a:rPr lang="en-US" smtClean="0"/>
              <a:pPr/>
              <a:t>17</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701640" y="240120"/>
              <a:ext cx="10539000" cy="6465960"/>
            </p14:xfrm>
          </p:contentPart>
        </mc:Choice>
        <mc:Fallback xmlns="">
          <p:pic>
            <p:nvPicPr>
              <p:cNvPr id="2" name="Ink 1"/>
              <p:cNvPicPr/>
              <p:nvPr/>
            </p:nvPicPr>
            <p:blipFill>
              <a:blip r:embed="rId3"/>
              <a:stretch>
                <a:fillRect/>
              </a:stretch>
            </p:blipFill>
            <p:spPr>
              <a:xfrm>
                <a:off x="692280" y="230760"/>
                <a:ext cx="10557720" cy="6484680"/>
              </a:xfrm>
              <a:prstGeom prst="rect">
                <a:avLst/>
              </a:prstGeom>
            </p:spPr>
          </p:pic>
        </mc:Fallback>
      </mc:AlternateContent>
    </p:spTree>
    <p:extLst>
      <p:ext uri="{BB962C8B-B14F-4D97-AF65-F5344CB8AC3E}">
        <p14:creationId xmlns:p14="http://schemas.microsoft.com/office/powerpoint/2010/main" val="830207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p:txBody>
          <a:bodyPr>
            <a:normAutofit/>
          </a:bodyPr>
          <a:lstStyle/>
          <a:p>
            <a:pPr algn="ctr"/>
            <a:r>
              <a:rPr lang="en-US" sz="4000" b="1" dirty="0">
                <a:solidFill>
                  <a:srgbClr val="FF0000"/>
                </a:solidFill>
              </a:rPr>
              <a:t>Covalent Bonds</a:t>
            </a:r>
          </a:p>
        </p:txBody>
      </p:sp>
      <p:sp>
        <p:nvSpPr>
          <p:cNvPr id="52224" name="Rectangle 0"/>
          <p:cNvSpPr>
            <a:spLocks noGrp="1" noChangeArrowheads="1"/>
          </p:cNvSpPr>
          <p:nvPr>
            <p:ph type="body" idx="1"/>
          </p:nvPr>
        </p:nvSpPr>
        <p:spPr>
          <a:xfrm>
            <a:off x="651849" y="1219201"/>
            <a:ext cx="10782677" cy="4525963"/>
          </a:xfrm>
        </p:spPr>
        <p:txBody>
          <a:bodyPr>
            <a:noAutofit/>
          </a:bodyPr>
          <a:lstStyle/>
          <a:p>
            <a:pPr algn="just">
              <a:lnSpc>
                <a:spcPct val="150000"/>
              </a:lnSpc>
            </a:pPr>
            <a:r>
              <a:rPr lang="en-US" dirty="0"/>
              <a:t>When the two atoms combine by mutual sharing of electrons, then each of the atoms acquires stable configuration of the nearest noble gas. The compounds formed due to covalent bonding are called covalent compounds. </a:t>
            </a:r>
          </a:p>
        </p:txBody>
      </p:sp>
      <p:sp>
        <p:nvSpPr>
          <p:cNvPr id="4" name="Slide Number Placeholder 3"/>
          <p:cNvSpPr>
            <a:spLocks noGrp="1"/>
          </p:cNvSpPr>
          <p:nvPr>
            <p:ph type="sldNum" sz="quarter" idx="12"/>
          </p:nvPr>
        </p:nvSpPr>
        <p:spPr/>
        <p:txBody>
          <a:bodyPr/>
          <a:lstStyle/>
          <a:p>
            <a:fld id="{F4885078-D283-423D-A0E2-78ACE9D27503}" type="slidenum">
              <a:rPr lang="en-US" smtClean="0"/>
              <a:pPr/>
              <a:t>18</a:t>
            </a:fld>
            <a:endParaRPr lang="en-US"/>
          </a:p>
        </p:txBody>
      </p:sp>
      <p:sp>
        <p:nvSpPr>
          <p:cNvPr id="5" name="Footer Placeholder 4"/>
          <p:cNvSpPr>
            <a:spLocks noGrp="1"/>
          </p:cNvSpPr>
          <p:nvPr>
            <p:ph type="ftr" sz="quarter" idx="11"/>
          </p:nvPr>
        </p:nvSpPr>
        <p:spPr/>
        <p:txBody>
          <a:bodyPr/>
          <a:lstStyle/>
          <a:p>
            <a:r>
              <a:rPr lang="en-US"/>
              <a:t>Atom Structure</a:t>
            </a:r>
          </a:p>
        </p:txBody>
      </p:sp>
    </p:spTree>
    <p:extLst>
      <p:ext uri="{BB962C8B-B14F-4D97-AF65-F5344CB8AC3E}">
        <p14:creationId xmlns:p14="http://schemas.microsoft.com/office/powerpoint/2010/main" val="14690996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p:txBody>
          <a:bodyPr>
            <a:normAutofit/>
          </a:bodyPr>
          <a:lstStyle/>
          <a:p>
            <a:pPr algn="ctr"/>
            <a:r>
              <a:rPr lang="en-US" sz="4000" b="1" dirty="0">
                <a:solidFill>
                  <a:srgbClr val="FF0000"/>
                </a:solidFill>
              </a:rPr>
              <a:t>Covalent Bonds</a:t>
            </a:r>
          </a:p>
        </p:txBody>
      </p:sp>
      <p:sp>
        <p:nvSpPr>
          <p:cNvPr id="52224" name="Rectangle 0"/>
          <p:cNvSpPr>
            <a:spLocks noGrp="1" noChangeArrowheads="1"/>
          </p:cNvSpPr>
          <p:nvPr>
            <p:ph type="body" idx="1"/>
          </p:nvPr>
        </p:nvSpPr>
        <p:spPr>
          <a:xfrm>
            <a:off x="838200" y="1600201"/>
            <a:ext cx="10515600" cy="4525963"/>
          </a:xfrm>
        </p:spPr>
        <p:txBody>
          <a:bodyPr>
            <a:noAutofit/>
          </a:bodyPr>
          <a:lstStyle/>
          <a:p>
            <a:pPr algn="just">
              <a:lnSpc>
                <a:spcPct val="150000"/>
              </a:lnSpc>
            </a:pPr>
            <a:r>
              <a:rPr lang="en-US" b="1" dirty="0" err="1">
                <a:solidFill>
                  <a:srgbClr val="990000"/>
                </a:solidFill>
                <a:latin typeface="Times New Roman" pitchFamily="18" charset="0"/>
                <a:cs typeface="Times New Roman" pitchFamily="18" charset="0"/>
              </a:rPr>
              <a:t>Covalency</a:t>
            </a:r>
            <a:endParaRPr lang="en-US" b="1" dirty="0">
              <a:solidFill>
                <a:srgbClr val="990000"/>
              </a:solidFill>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The number of electrons which an atom contributes towards mutual sharing during the formation of a covalent bond is called its </a:t>
            </a:r>
            <a:r>
              <a:rPr lang="en-US" b="1" dirty="0" err="1">
                <a:latin typeface="Times New Roman" pitchFamily="18" charset="0"/>
                <a:cs typeface="Times New Roman" pitchFamily="18" charset="0"/>
              </a:rPr>
              <a:t>covalency</a:t>
            </a:r>
            <a:r>
              <a:rPr lang="en-US" dirty="0">
                <a:latin typeface="Times New Roman" pitchFamily="18" charset="0"/>
                <a:cs typeface="Times New Roman" pitchFamily="18" charset="0"/>
              </a:rPr>
              <a:t> in that compound. Thus, the </a:t>
            </a:r>
            <a:r>
              <a:rPr lang="en-US" dirty="0" err="1">
                <a:latin typeface="Times New Roman" pitchFamily="18" charset="0"/>
                <a:cs typeface="Times New Roman" pitchFamily="18" charset="0"/>
              </a:rPr>
              <a:t>covalency</a:t>
            </a:r>
            <a:r>
              <a:rPr lang="en-US" dirty="0">
                <a:latin typeface="Times New Roman" pitchFamily="18" charset="0"/>
                <a:cs typeface="Times New Roman" pitchFamily="18" charset="0"/>
              </a:rPr>
              <a:t> of hydrogen in H</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(H - H, H   </a:t>
            </a:r>
            <a:r>
              <a:rPr lang="en-US" dirty="0" err="1">
                <a:latin typeface="Times New Roman" pitchFamily="18" charset="0"/>
                <a:cs typeface="Times New Roman" pitchFamily="18" charset="0"/>
              </a:rPr>
              <a:t>H</a:t>
            </a:r>
            <a:r>
              <a:rPr lang="en-US" dirty="0">
                <a:latin typeface="Times New Roman" pitchFamily="18" charset="0"/>
                <a:cs typeface="Times New Roman" pitchFamily="18" charset="0"/>
              </a:rPr>
              <a:t>) is one; that of oxygen in O</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is two (O = O,), and that of nitrogen in N</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is three (N ≡ N, N   </a:t>
            </a:r>
            <a:r>
              <a:rPr lang="en-US" dirty="0" err="1">
                <a:latin typeface="Times New Roman" pitchFamily="18" charset="0"/>
                <a:cs typeface="Times New Roman" pitchFamily="18" charset="0"/>
              </a:rPr>
              <a:t>N</a:t>
            </a:r>
            <a:r>
              <a:rPr lang="en-US" dirty="0">
                <a:latin typeface="Times New Roman" pitchFamily="18" charset="0"/>
                <a:cs typeface="Times New Roman" pitchFamily="18" charset="0"/>
              </a:rPr>
              <a:t>) </a:t>
            </a:r>
          </a:p>
          <a:p>
            <a:pPr algn="just">
              <a:lnSpc>
                <a:spcPct val="150000"/>
              </a:lnSpc>
              <a:buFontTx/>
              <a:buNone/>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F4885078-D283-423D-A0E2-78ACE9D27503}" type="slidenum">
              <a:rPr lang="en-US" smtClean="0"/>
              <a:pPr/>
              <a:t>19</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948600" y="1313280"/>
              <a:ext cx="8746560" cy="3629160"/>
            </p14:xfrm>
          </p:contentPart>
        </mc:Choice>
        <mc:Fallback xmlns="">
          <p:pic>
            <p:nvPicPr>
              <p:cNvPr id="2" name="Ink 1"/>
              <p:cNvPicPr/>
              <p:nvPr/>
            </p:nvPicPr>
            <p:blipFill>
              <a:blip r:embed="rId3"/>
              <a:stretch>
                <a:fillRect/>
              </a:stretch>
            </p:blipFill>
            <p:spPr>
              <a:xfrm>
                <a:off x="939240" y="1303920"/>
                <a:ext cx="8765280" cy="3647880"/>
              </a:xfrm>
              <a:prstGeom prst="rect">
                <a:avLst/>
              </a:prstGeom>
            </p:spPr>
          </p:pic>
        </mc:Fallback>
      </mc:AlternateContent>
    </p:spTree>
    <p:extLst>
      <p:ext uri="{BB962C8B-B14F-4D97-AF65-F5344CB8AC3E}">
        <p14:creationId xmlns:p14="http://schemas.microsoft.com/office/powerpoint/2010/main" val="8662995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body" idx="1"/>
          </p:nvPr>
        </p:nvSpPr>
        <p:spPr>
          <a:xfrm>
            <a:off x="860079" y="533400"/>
            <a:ext cx="10176095" cy="5562600"/>
          </a:xfrm>
        </p:spPr>
        <p:txBody>
          <a:bodyPr>
            <a:normAutofit/>
          </a:bodyPr>
          <a:lstStyle/>
          <a:p>
            <a:pPr algn="just">
              <a:lnSpc>
                <a:spcPct val="150000"/>
              </a:lnSpc>
              <a:buFontTx/>
              <a:buNone/>
            </a:pPr>
            <a:r>
              <a:rPr lang="en-US" b="1" dirty="0">
                <a:solidFill>
                  <a:srgbClr val="000033"/>
                </a:solidFill>
              </a:rPr>
              <a:t>Single Covalent Bond </a:t>
            </a:r>
          </a:p>
          <a:p>
            <a:pPr algn="just">
              <a:lnSpc>
                <a:spcPct val="150000"/>
              </a:lnSpc>
            </a:pPr>
            <a:r>
              <a:rPr lang="en-US" i="1" dirty="0"/>
              <a:t>A covalent bond formed by mutual sharing of one pair of electrons is called a</a:t>
            </a:r>
            <a:r>
              <a:rPr lang="en-US" dirty="0"/>
              <a:t> </a:t>
            </a:r>
            <a:r>
              <a:rPr lang="en-US" b="1" dirty="0"/>
              <a:t>single covalent bond,</a:t>
            </a:r>
            <a:r>
              <a:rPr lang="en-US" dirty="0"/>
              <a:t> or simply </a:t>
            </a:r>
            <a:r>
              <a:rPr lang="en-US" b="1" dirty="0"/>
              <a:t>a single bond.</a:t>
            </a:r>
            <a:r>
              <a:rPr lang="en-US" dirty="0"/>
              <a:t> A single covalent bond is represented by a small line (</a:t>
            </a:r>
            <a:r>
              <a:rPr lang="en-US" dirty="0">
                <a:latin typeface="Symbol" pitchFamily="18" charset="2"/>
              </a:rPr>
              <a:t>-</a:t>
            </a:r>
            <a:r>
              <a:rPr lang="en-US" dirty="0"/>
              <a:t>) between the two atoms.</a:t>
            </a:r>
          </a:p>
          <a:p>
            <a:pPr algn="just">
              <a:lnSpc>
                <a:spcPct val="150000"/>
              </a:lnSpc>
              <a:buFontTx/>
              <a:buNone/>
            </a:pPr>
            <a:r>
              <a:rPr lang="en-US" dirty="0"/>
              <a:t>  </a:t>
            </a:r>
          </a:p>
        </p:txBody>
      </p:sp>
      <p:pic>
        <p:nvPicPr>
          <p:cNvPr id="53248" name="Picture 0" descr="C6T3OE3"/>
          <p:cNvPicPr>
            <a:picLocks noChangeAspect="1" noChangeArrowheads="1"/>
          </p:cNvPicPr>
          <p:nvPr/>
        </p:nvPicPr>
        <p:blipFill>
          <a:blip r:embed="rId2" cstate="print"/>
          <a:srcRect/>
          <a:stretch>
            <a:fillRect/>
          </a:stretch>
        </p:blipFill>
        <p:spPr bwMode="auto">
          <a:xfrm>
            <a:off x="1475526" y="4023511"/>
            <a:ext cx="9240948" cy="1676400"/>
          </a:xfrm>
          <a:prstGeom prst="rect">
            <a:avLst/>
          </a:prstGeom>
          <a:noFill/>
        </p:spPr>
      </p:pic>
      <p:sp>
        <p:nvSpPr>
          <p:cNvPr id="4" name="Slide Number Placeholder 3"/>
          <p:cNvSpPr>
            <a:spLocks noGrp="1"/>
          </p:cNvSpPr>
          <p:nvPr>
            <p:ph type="sldNum" sz="quarter" idx="12"/>
          </p:nvPr>
        </p:nvSpPr>
        <p:spPr/>
        <p:txBody>
          <a:bodyPr/>
          <a:lstStyle/>
          <a:p>
            <a:fld id="{F4885078-D283-423D-A0E2-78ACE9D27503}" type="slidenum">
              <a:rPr lang="en-US" smtClean="0"/>
              <a:pPr/>
              <a:t>20</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846800" y="360360"/>
              <a:ext cx="7023960" cy="5977800"/>
            </p14:xfrm>
          </p:contentPart>
        </mc:Choice>
        <mc:Fallback xmlns="">
          <p:pic>
            <p:nvPicPr>
              <p:cNvPr id="2" name="Ink 1"/>
              <p:cNvPicPr/>
              <p:nvPr/>
            </p:nvPicPr>
            <p:blipFill>
              <a:blip r:embed="rId4"/>
              <a:stretch>
                <a:fillRect/>
              </a:stretch>
            </p:blipFill>
            <p:spPr>
              <a:xfrm>
                <a:off x="1837440" y="351000"/>
                <a:ext cx="7042680" cy="5996520"/>
              </a:xfrm>
              <a:prstGeom prst="rect">
                <a:avLst/>
              </a:prstGeom>
            </p:spPr>
          </p:pic>
        </mc:Fallback>
      </mc:AlternateContent>
    </p:spTree>
    <p:extLst>
      <p:ext uri="{BB962C8B-B14F-4D97-AF65-F5344CB8AC3E}">
        <p14:creationId xmlns:p14="http://schemas.microsoft.com/office/powerpoint/2010/main" val="37727981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C3300"/>
                </a:solidFill>
                <a:latin typeface="Arial" charset="0"/>
                <a:cs typeface="Arial" charset="0"/>
              </a:rPr>
              <a:t>MULTIPLE COVALENT BONDS:</a:t>
            </a:r>
            <a:endParaRPr lang="en-IN" dirty="0"/>
          </a:p>
        </p:txBody>
      </p:sp>
      <p:sp>
        <p:nvSpPr>
          <p:cNvPr id="3" name="Content Placeholder 2"/>
          <p:cNvSpPr>
            <a:spLocks noGrp="1"/>
          </p:cNvSpPr>
          <p:nvPr>
            <p:ph idx="1"/>
          </p:nvPr>
        </p:nvSpPr>
        <p:spPr/>
        <p:txBody>
          <a:bodyPr>
            <a:normAutofit lnSpcReduction="10000"/>
          </a:bodyPr>
          <a:lstStyle/>
          <a:p>
            <a:pPr algn="just"/>
            <a:r>
              <a:rPr lang="en-US" dirty="0"/>
              <a:t>The covalent bonds developed due to mutual sharing of more than one pairs of electrons are termed multiple covalent bonds. These are, </a:t>
            </a:r>
          </a:p>
          <a:p>
            <a:pPr algn="just"/>
            <a:r>
              <a:rPr lang="en-US" b="1" dirty="0"/>
              <a:t>Double covalent bond: </a:t>
            </a:r>
            <a:r>
              <a:rPr lang="en-US" dirty="0"/>
              <a:t>The bond formed between two atoms due to the sharing of two electron-pairs is called a double covalent bond or simply a double bond. It is denoted by two small horizontal lines (=) drawn between the two atoms, e.g., O = O, O = C = O etc. </a:t>
            </a:r>
          </a:p>
          <a:p>
            <a:pPr algn="just"/>
            <a:r>
              <a:rPr lang="en-US" b="1" dirty="0"/>
              <a:t>Triple covalent bond: </a:t>
            </a:r>
            <a:r>
              <a:rPr lang="en-US" dirty="0"/>
              <a:t>Bond formed due to the sharing of three electron-pairs is called a triple covalent bond or simply a triple bond. Three small horizontal lines between the two atoms denote a triple bond, </a:t>
            </a:r>
            <a:r>
              <a:rPr lang="en-US" i="1" dirty="0"/>
              <a:t>e.g</a:t>
            </a:r>
            <a:r>
              <a:rPr lang="en-US" dirty="0"/>
              <a:t>., N </a:t>
            </a:r>
            <a:r>
              <a:rPr lang="en-US" dirty="0">
                <a:latin typeface="Symbol" pitchFamily="18" charset="2"/>
              </a:rPr>
              <a:t>º</a:t>
            </a:r>
            <a:r>
              <a:rPr lang="en-US" dirty="0"/>
              <a:t> N, and    H </a:t>
            </a:r>
            <a:r>
              <a:rPr lang="en-US" dirty="0">
                <a:latin typeface="Symbol" pitchFamily="18" charset="2"/>
              </a:rPr>
              <a:t>-</a:t>
            </a:r>
            <a:r>
              <a:rPr lang="en-US" dirty="0"/>
              <a:t> C </a:t>
            </a:r>
            <a:r>
              <a:rPr lang="en-US" dirty="0">
                <a:latin typeface="Symbol" pitchFamily="18" charset="2"/>
              </a:rPr>
              <a:t>º</a:t>
            </a:r>
            <a:r>
              <a:rPr lang="en-US" dirty="0"/>
              <a:t> C</a:t>
            </a:r>
            <a:r>
              <a:rPr lang="en-US" dirty="0">
                <a:latin typeface="Symbol" pitchFamily="18" charset="2"/>
              </a:rPr>
              <a:t> -</a:t>
            </a:r>
            <a:r>
              <a:rPr lang="en-US" dirty="0"/>
              <a:t> H (acetylene)</a:t>
            </a:r>
            <a:br>
              <a:rPr lang="en-US" dirty="0"/>
            </a:br>
            <a:endParaRPr lang="en-US" dirty="0"/>
          </a:p>
          <a:p>
            <a:pPr algn="just"/>
            <a:endParaRPr lang="en-US" dirty="0"/>
          </a:p>
          <a:p>
            <a:pPr algn="just"/>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206360" y="912960"/>
              <a:ext cx="9527400" cy="5464080"/>
            </p14:xfrm>
          </p:contentPart>
        </mc:Choice>
        <mc:Fallback xmlns="">
          <p:pic>
            <p:nvPicPr>
              <p:cNvPr id="4" name="Ink 3"/>
              <p:cNvPicPr/>
              <p:nvPr/>
            </p:nvPicPr>
            <p:blipFill>
              <a:blip r:embed="rId3"/>
              <a:stretch>
                <a:fillRect/>
              </a:stretch>
            </p:blipFill>
            <p:spPr>
              <a:xfrm>
                <a:off x="1197000" y="903600"/>
                <a:ext cx="9546120" cy="5482800"/>
              </a:xfrm>
              <a:prstGeom prst="rect">
                <a:avLst/>
              </a:prstGeom>
            </p:spPr>
          </p:pic>
        </mc:Fallback>
      </mc:AlternateContent>
    </p:spTree>
    <p:extLst>
      <p:ext uri="{BB962C8B-B14F-4D97-AF65-F5344CB8AC3E}">
        <p14:creationId xmlns:p14="http://schemas.microsoft.com/office/powerpoint/2010/main" val="6596862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a:r>
              <a:rPr lang="en-US" b="1" dirty="0">
                <a:solidFill>
                  <a:srgbClr val="FF0000"/>
                </a:solidFill>
              </a:rPr>
              <a:t>Coordinate Bonds</a:t>
            </a:r>
          </a:p>
        </p:txBody>
      </p:sp>
      <p:sp>
        <p:nvSpPr>
          <p:cNvPr id="34819" name="Rectangle 3"/>
          <p:cNvSpPr>
            <a:spLocks noGrp="1" noChangeArrowheads="1"/>
          </p:cNvSpPr>
          <p:nvPr>
            <p:ph type="body" idx="1"/>
          </p:nvPr>
        </p:nvSpPr>
        <p:spPr>
          <a:xfrm>
            <a:off x="838200" y="1143001"/>
            <a:ext cx="10515600" cy="4525963"/>
          </a:xfrm>
        </p:spPr>
        <p:txBody>
          <a:bodyPr>
            <a:noAutofit/>
          </a:bodyPr>
          <a:lstStyle/>
          <a:p>
            <a:pPr algn="just">
              <a:lnSpc>
                <a:spcPct val="150000"/>
              </a:lnSpc>
            </a:pPr>
            <a:r>
              <a:rPr lang="en-US" dirty="0"/>
              <a:t>When, an atom having a complete octet donates a pair of free valence electrons to another atom which is short of two electrons, the resulting bond is known as coordinate bond. Thus both the atoms acquire inert gas configurations.</a:t>
            </a:r>
          </a:p>
          <a:p>
            <a:pPr algn="just">
              <a:lnSpc>
                <a:spcPct val="150000"/>
              </a:lnSpc>
            </a:pPr>
            <a:r>
              <a:rPr lang="en-US" dirty="0"/>
              <a:t>The atom which donates a pair of electrons is called </a:t>
            </a:r>
            <a:r>
              <a:rPr lang="en-US" b="1" dirty="0"/>
              <a:t>‘donor’ </a:t>
            </a:r>
            <a:r>
              <a:rPr lang="en-US" dirty="0"/>
              <a:t>and the other atom which accepts the electrons is called </a:t>
            </a:r>
            <a:r>
              <a:rPr lang="en-US" b="1" dirty="0"/>
              <a:t>‘acceptor’</a:t>
            </a:r>
            <a:endParaRPr lang="en-US" dirty="0"/>
          </a:p>
        </p:txBody>
      </p:sp>
      <p:sp>
        <p:nvSpPr>
          <p:cNvPr id="4" name="Slide Number Placeholder 3"/>
          <p:cNvSpPr>
            <a:spLocks noGrp="1"/>
          </p:cNvSpPr>
          <p:nvPr>
            <p:ph type="sldNum" sz="quarter" idx="12"/>
          </p:nvPr>
        </p:nvSpPr>
        <p:spPr/>
        <p:txBody>
          <a:bodyPr/>
          <a:lstStyle/>
          <a:p>
            <a:fld id="{F4885078-D283-423D-A0E2-78ACE9D27503}" type="slidenum">
              <a:rPr lang="en-US" smtClean="0"/>
              <a:pPr/>
              <a:t>22</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501840" y="622440"/>
              <a:ext cx="10444680" cy="6016320"/>
            </p14:xfrm>
          </p:contentPart>
        </mc:Choice>
        <mc:Fallback xmlns="">
          <p:pic>
            <p:nvPicPr>
              <p:cNvPr id="2" name="Ink 1"/>
              <p:cNvPicPr/>
              <p:nvPr/>
            </p:nvPicPr>
            <p:blipFill>
              <a:blip r:embed="rId3"/>
              <a:stretch>
                <a:fillRect/>
              </a:stretch>
            </p:blipFill>
            <p:spPr>
              <a:xfrm>
                <a:off x="492480" y="613080"/>
                <a:ext cx="10463400" cy="6035040"/>
              </a:xfrm>
              <a:prstGeom prst="rect">
                <a:avLst/>
              </a:prstGeom>
            </p:spPr>
          </p:pic>
        </mc:Fallback>
      </mc:AlternateContent>
    </p:spTree>
    <p:extLst>
      <p:ext uri="{BB962C8B-B14F-4D97-AF65-F5344CB8AC3E}">
        <p14:creationId xmlns:p14="http://schemas.microsoft.com/office/powerpoint/2010/main" val="19053649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a:r>
              <a:rPr lang="en-US" b="1" dirty="0">
                <a:solidFill>
                  <a:srgbClr val="FF0000"/>
                </a:solidFill>
              </a:rPr>
              <a:t>Coordinate covalent bond</a:t>
            </a:r>
          </a:p>
        </p:txBody>
      </p:sp>
      <p:sp>
        <p:nvSpPr>
          <p:cNvPr id="35843" name="Rectangle 3"/>
          <p:cNvSpPr>
            <a:spLocks noGrp="1" noChangeArrowheads="1"/>
          </p:cNvSpPr>
          <p:nvPr>
            <p:ph type="body" idx="1"/>
          </p:nvPr>
        </p:nvSpPr>
        <p:spPr/>
        <p:txBody>
          <a:bodyPr>
            <a:noAutofit/>
          </a:bodyPr>
          <a:lstStyle/>
          <a:p>
            <a:pPr algn="just">
              <a:lnSpc>
                <a:spcPct val="150000"/>
              </a:lnSpc>
            </a:pPr>
            <a:r>
              <a:rPr lang="en-US" dirty="0"/>
              <a:t>The formation of covalent and coordinate bond is illustrated below:</a:t>
            </a:r>
          </a:p>
          <a:p>
            <a:pPr algn="just">
              <a:lnSpc>
                <a:spcPct val="150000"/>
              </a:lnSpc>
            </a:pPr>
            <a:endParaRPr lang="en-US" dirty="0"/>
          </a:p>
          <a:p>
            <a:pPr algn="just">
              <a:lnSpc>
                <a:spcPct val="150000"/>
              </a:lnSpc>
            </a:pPr>
            <a:endParaRPr lang="en-US" dirty="0"/>
          </a:p>
          <a:p>
            <a:pPr algn="just">
              <a:lnSpc>
                <a:spcPct val="150000"/>
              </a:lnSpc>
            </a:pPr>
            <a:r>
              <a:rPr lang="en-US" dirty="0"/>
              <a:t>When one atom furnishes both electrons for the formation of a covalent bond as described above, the process is called </a:t>
            </a:r>
            <a:r>
              <a:rPr lang="en-US" b="1" dirty="0"/>
              <a:t>‘coordination’</a:t>
            </a:r>
            <a:r>
              <a:rPr lang="en-US" dirty="0"/>
              <a:t>.</a:t>
            </a:r>
          </a:p>
          <a:p>
            <a:pPr algn="just">
              <a:lnSpc>
                <a:spcPct val="150000"/>
              </a:lnSpc>
              <a:buFontTx/>
              <a:buNone/>
            </a:pPr>
            <a:endParaRPr lang="en-US" dirty="0"/>
          </a:p>
        </p:txBody>
      </p:sp>
      <p:pic>
        <p:nvPicPr>
          <p:cNvPr id="35844" name="Picture 4"/>
          <p:cNvPicPr>
            <a:picLocks noChangeAspect="1" noChangeArrowheads="1"/>
          </p:cNvPicPr>
          <p:nvPr/>
        </p:nvPicPr>
        <p:blipFill>
          <a:blip r:embed="rId2" cstate="print"/>
          <a:srcRect/>
          <a:stretch>
            <a:fillRect/>
          </a:stretch>
        </p:blipFill>
        <p:spPr bwMode="auto">
          <a:xfrm>
            <a:off x="1595865" y="2681777"/>
            <a:ext cx="8720443" cy="1541463"/>
          </a:xfrm>
          <a:prstGeom prst="rect">
            <a:avLst/>
          </a:prstGeom>
          <a:noFill/>
        </p:spPr>
      </p:pic>
      <p:sp>
        <p:nvSpPr>
          <p:cNvPr id="5" name="Slide Number Placeholder 4"/>
          <p:cNvSpPr>
            <a:spLocks noGrp="1"/>
          </p:cNvSpPr>
          <p:nvPr>
            <p:ph type="sldNum" sz="quarter" idx="12"/>
          </p:nvPr>
        </p:nvSpPr>
        <p:spPr/>
        <p:txBody>
          <a:bodyPr/>
          <a:lstStyle/>
          <a:p>
            <a:fld id="{F4885078-D283-423D-A0E2-78ACE9D27503}" type="slidenum">
              <a:rPr lang="en-US" smtClean="0"/>
              <a:pPr/>
              <a:t>23</a:t>
            </a:fld>
            <a:endParaRPr lang="en-US"/>
          </a:p>
        </p:txBody>
      </p:sp>
      <p:sp>
        <p:nvSpPr>
          <p:cNvPr id="6" name="Footer Placeholder 5"/>
          <p:cNvSpPr>
            <a:spLocks noGrp="1"/>
          </p:cNvSpPr>
          <p:nvPr>
            <p:ph type="ftr" sz="quarter" idx="11"/>
          </p:nvPr>
        </p:nvSpPr>
        <p:spPr/>
        <p:txBody>
          <a:bodyPr/>
          <a:lstStyle/>
          <a:p>
            <a:r>
              <a:rPr lang="en-US"/>
              <a:t>Atom Structure</a:t>
            </a:r>
          </a:p>
        </p:txBody>
      </p:sp>
    </p:spTree>
    <p:extLst>
      <p:ext uri="{BB962C8B-B14F-4D97-AF65-F5344CB8AC3E}">
        <p14:creationId xmlns:p14="http://schemas.microsoft.com/office/powerpoint/2010/main" val="10487081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gn="ctr"/>
            <a:r>
              <a:rPr lang="en-US" b="1" dirty="0">
                <a:solidFill>
                  <a:srgbClr val="FF0000"/>
                </a:solidFill>
              </a:rPr>
              <a:t>Coordinate Bonds</a:t>
            </a:r>
          </a:p>
        </p:txBody>
      </p:sp>
      <p:sp>
        <p:nvSpPr>
          <p:cNvPr id="34819" name="Rectangle 3"/>
          <p:cNvSpPr>
            <a:spLocks noGrp="1" noChangeArrowheads="1"/>
          </p:cNvSpPr>
          <p:nvPr>
            <p:ph type="body" idx="1"/>
          </p:nvPr>
        </p:nvSpPr>
        <p:spPr>
          <a:xfrm>
            <a:off x="838200" y="1219201"/>
            <a:ext cx="10515600" cy="4525963"/>
          </a:xfrm>
        </p:spPr>
        <p:txBody>
          <a:bodyPr>
            <a:noAutofit/>
          </a:bodyPr>
          <a:lstStyle/>
          <a:p>
            <a:pPr algn="just">
              <a:lnSpc>
                <a:spcPct val="150000"/>
              </a:lnSpc>
            </a:pPr>
            <a:r>
              <a:rPr lang="en-US" dirty="0"/>
              <a:t>The coordinate bond is similar to covalent bond except that both the shared electrons are donated by one atom.</a:t>
            </a:r>
          </a:p>
          <a:p>
            <a:pPr algn="just">
              <a:lnSpc>
                <a:spcPct val="150000"/>
              </a:lnSpc>
            </a:pPr>
            <a:r>
              <a:rPr lang="en-US" b="1" dirty="0"/>
              <a:t>The bond formed when one-sided sharing of electrons take place is called a coordinate bond.</a:t>
            </a:r>
            <a:r>
              <a:rPr lang="en-US" dirty="0"/>
              <a:t> Such a bond is also known as </a:t>
            </a:r>
            <a:r>
              <a:rPr lang="en-US" i="1" dirty="0"/>
              <a:t>dative</a:t>
            </a:r>
            <a:r>
              <a:rPr lang="en-US" dirty="0"/>
              <a:t> </a:t>
            </a:r>
            <a:r>
              <a:rPr lang="en-US" i="1" dirty="0"/>
              <a:t>bond</a:t>
            </a:r>
            <a:r>
              <a:rPr lang="en-US" dirty="0"/>
              <a:t>. A coordinate bond is represented by an arrow (</a:t>
            </a:r>
            <a:r>
              <a:rPr lang="en-US" dirty="0">
                <a:latin typeface="Symbol" pitchFamily="18" charset="2"/>
              </a:rPr>
              <a:t>®</a:t>
            </a:r>
            <a:r>
              <a:rPr lang="en-US" dirty="0"/>
              <a:t>) pointing towards the acceptor atom</a:t>
            </a:r>
          </a:p>
        </p:txBody>
      </p:sp>
      <p:sp>
        <p:nvSpPr>
          <p:cNvPr id="4" name="Slide Number Placeholder 3"/>
          <p:cNvSpPr>
            <a:spLocks noGrp="1"/>
          </p:cNvSpPr>
          <p:nvPr>
            <p:ph type="sldNum" sz="quarter" idx="12"/>
          </p:nvPr>
        </p:nvSpPr>
        <p:spPr/>
        <p:txBody>
          <a:bodyPr/>
          <a:lstStyle/>
          <a:p>
            <a:fld id="{F4885078-D283-423D-A0E2-78ACE9D27503}" type="slidenum">
              <a:rPr lang="en-US" smtClean="0"/>
              <a:pPr/>
              <a:t>24</a:t>
            </a:fld>
            <a:endParaRPr lang="en-US"/>
          </a:p>
        </p:txBody>
      </p:sp>
      <p:sp>
        <p:nvSpPr>
          <p:cNvPr id="5" name="Footer Placeholder 4"/>
          <p:cNvSpPr>
            <a:spLocks noGrp="1"/>
          </p:cNvSpPr>
          <p:nvPr>
            <p:ph type="ftr" sz="quarter" idx="11"/>
          </p:nvPr>
        </p:nvSpPr>
        <p:spPr/>
        <p:txBody>
          <a:bodyPr/>
          <a:lstStyle/>
          <a:p>
            <a:r>
              <a:rPr lang="en-US"/>
              <a:t>Atom Structure</a:t>
            </a:r>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865800" y="2673720"/>
              <a:ext cx="4165920" cy="1371960"/>
            </p14:xfrm>
          </p:contentPart>
        </mc:Choice>
        <mc:Fallback xmlns="">
          <p:pic>
            <p:nvPicPr>
              <p:cNvPr id="2" name="Ink 1"/>
              <p:cNvPicPr/>
              <p:nvPr/>
            </p:nvPicPr>
            <p:blipFill>
              <a:blip r:embed="rId3"/>
              <a:stretch>
                <a:fillRect/>
              </a:stretch>
            </p:blipFill>
            <p:spPr>
              <a:xfrm>
                <a:off x="856440" y="2664360"/>
                <a:ext cx="4184640" cy="1390680"/>
              </a:xfrm>
              <a:prstGeom prst="rect">
                <a:avLst/>
              </a:prstGeom>
            </p:spPr>
          </p:pic>
        </mc:Fallback>
      </mc:AlternateContent>
    </p:spTree>
    <p:extLst>
      <p:ext uri="{BB962C8B-B14F-4D97-AF65-F5344CB8AC3E}">
        <p14:creationId xmlns:p14="http://schemas.microsoft.com/office/powerpoint/2010/main" val="15479345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ctr"/>
            <a:r>
              <a:rPr lang="en-US" b="1" dirty="0">
                <a:solidFill>
                  <a:srgbClr val="FF0000"/>
                </a:solidFill>
              </a:rPr>
              <a:t>Coordinate covalent bond</a:t>
            </a:r>
          </a:p>
        </p:txBody>
      </p:sp>
      <p:sp>
        <p:nvSpPr>
          <p:cNvPr id="36867" name="Rectangle 3"/>
          <p:cNvSpPr>
            <a:spLocks noGrp="1" noChangeArrowheads="1"/>
          </p:cNvSpPr>
          <p:nvPr>
            <p:ph type="body" idx="1"/>
          </p:nvPr>
        </p:nvSpPr>
        <p:spPr>
          <a:xfrm>
            <a:off x="838200" y="1600200"/>
            <a:ext cx="10515600" cy="3124200"/>
          </a:xfrm>
        </p:spPr>
        <p:txBody>
          <a:bodyPr>
            <a:noAutofit/>
          </a:bodyPr>
          <a:lstStyle/>
          <a:p>
            <a:pPr algn="just">
              <a:lnSpc>
                <a:spcPct val="200000"/>
              </a:lnSpc>
            </a:pPr>
            <a:r>
              <a:rPr lang="en-US" sz="3200" dirty="0"/>
              <a:t>Since one atom donates an electron pair and the other accepts, the molecule acquires polarity. These bonds, therefore, are also known as </a:t>
            </a:r>
            <a:r>
              <a:rPr lang="en-US" sz="3200" b="1" dirty="0"/>
              <a:t>‘semi polar bonds’ </a:t>
            </a:r>
            <a:r>
              <a:rPr lang="en-US" sz="3200" dirty="0"/>
              <a:t>or </a:t>
            </a:r>
            <a:r>
              <a:rPr lang="en-US" sz="3200" b="1" dirty="0"/>
              <a:t>‘dative bond’</a:t>
            </a:r>
            <a:r>
              <a:rPr lang="en-US" sz="3200" dirty="0"/>
              <a:t>.</a:t>
            </a:r>
          </a:p>
        </p:txBody>
      </p:sp>
      <p:sp>
        <p:nvSpPr>
          <p:cNvPr id="4" name="Slide Number Placeholder 3"/>
          <p:cNvSpPr>
            <a:spLocks noGrp="1"/>
          </p:cNvSpPr>
          <p:nvPr>
            <p:ph type="sldNum" sz="quarter" idx="12"/>
          </p:nvPr>
        </p:nvSpPr>
        <p:spPr/>
        <p:txBody>
          <a:bodyPr/>
          <a:lstStyle/>
          <a:p>
            <a:fld id="{F4885078-D283-423D-A0E2-78ACE9D27503}" type="slidenum">
              <a:rPr lang="en-US" smtClean="0"/>
              <a:pPr/>
              <a:t>25</a:t>
            </a:fld>
            <a:endParaRPr lang="en-US"/>
          </a:p>
        </p:txBody>
      </p:sp>
      <p:sp>
        <p:nvSpPr>
          <p:cNvPr id="5" name="Footer Placeholder 4"/>
          <p:cNvSpPr>
            <a:spLocks noGrp="1"/>
          </p:cNvSpPr>
          <p:nvPr>
            <p:ph type="ftr" sz="quarter" idx="11"/>
          </p:nvPr>
        </p:nvSpPr>
        <p:spPr/>
        <p:txBody>
          <a:bodyPr/>
          <a:lstStyle/>
          <a:p>
            <a:r>
              <a:rPr lang="en-US"/>
              <a:t>Atom Structure</a:t>
            </a:r>
          </a:p>
        </p:txBody>
      </p:sp>
    </p:spTree>
    <p:extLst>
      <p:ext uri="{BB962C8B-B14F-4D97-AF65-F5344CB8AC3E}">
        <p14:creationId xmlns:p14="http://schemas.microsoft.com/office/powerpoint/2010/main" val="6554363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69" name="Rectangle 1"/>
          <p:cNvSpPr>
            <a:spLocks noGrp="1" noChangeArrowheads="1"/>
          </p:cNvSpPr>
          <p:nvPr>
            <p:ph type="body" idx="1"/>
          </p:nvPr>
        </p:nvSpPr>
        <p:spPr>
          <a:xfrm>
            <a:off x="1140737" y="0"/>
            <a:ext cx="10094613" cy="5715000"/>
          </a:xfrm>
        </p:spPr>
        <p:txBody>
          <a:bodyPr>
            <a:noAutofit/>
          </a:bodyPr>
          <a:lstStyle/>
          <a:p>
            <a:pPr algn="just" eaLnBrk="0" hangingPunct="0">
              <a:lnSpc>
                <a:spcPct val="150000"/>
              </a:lnSpc>
              <a:spcBef>
                <a:spcPct val="0"/>
              </a:spcBef>
            </a:pPr>
            <a:r>
              <a:rPr lang="en-US" sz="2600" b="1" dirty="0">
                <a:solidFill>
                  <a:srgbClr val="990000"/>
                </a:solidFill>
                <a:latin typeface="Arial" charset="0"/>
                <a:cs typeface="Arial" charset="0"/>
              </a:rPr>
              <a:t>Formation of Coordinate Bond During the Formation of a Molecule or Molecular ion</a:t>
            </a:r>
          </a:p>
          <a:p>
            <a:pPr algn="just" eaLnBrk="0" hangingPunct="0">
              <a:lnSpc>
                <a:spcPct val="150000"/>
              </a:lnSpc>
              <a:spcBef>
                <a:spcPct val="0"/>
              </a:spcBef>
            </a:pPr>
            <a:r>
              <a:rPr lang="en-US" sz="2600" b="1" dirty="0">
                <a:solidFill>
                  <a:srgbClr val="990000"/>
                </a:solidFill>
                <a:latin typeface="Arial" charset="0"/>
                <a:cs typeface="Arial" charset="0"/>
              </a:rPr>
              <a:t>Ex. </a:t>
            </a:r>
            <a:r>
              <a:rPr lang="en-US" sz="2600" b="1" dirty="0">
                <a:solidFill>
                  <a:srgbClr val="006600"/>
                </a:solidFill>
                <a:latin typeface="Arial" charset="0"/>
                <a:cs typeface="Arial" charset="0"/>
              </a:rPr>
              <a:t>Formation of ammonium (NH</a:t>
            </a:r>
            <a:r>
              <a:rPr lang="en-US" sz="2600" b="1" baseline="-30000" dirty="0">
                <a:solidFill>
                  <a:srgbClr val="006600"/>
                </a:solidFill>
                <a:latin typeface="Arial" charset="0"/>
                <a:cs typeface="Arial" charset="0"/>
              </a:rPr>
              <a:t>4</a:t>
            </a:r>
            <a:r>
              <a:rPr lang="en-US" sz="2600" b="1" baseline="30000" dirty="0">
                <a:solidFill>
                  <a:srgbClr val="006600"/>
                </a:solidFill>
                <a:latin typeface="Arial" charset="0"/>
                <a:cs typeface="Arial" charset="0"/>
              </a:rPr>
              <a:t>+</a:t>
            </a:r>
            <a:r>
              <a:rPr lang="en-US" sz="2600" b="1" dirty="0">
                <a:solidFill>
                  <a:srgbClr val="006600"/>
                </a:solidFill>
                <a:latin typeface="Arial" charset="0"/>
                <a:cs typeface="Arial" charset="0"/>
              </a:rPr>
              <a:t>) ion.</a:t>
            </a:r>
            <a:r>
              <a:rPr lang="en-US" sz="2600" dirty="0">
                <a:solidFill>
                  <a:srgbClr val="006600"/>
                </a:solidFill>
                <a:latin typeface="Arial" charset="0"/>
                <a:cs typeface="Arial" charset="0"/>
              </a:rPr>
              <a:t> </a:t>
            </a:r>
            <a:r>
              <a:rPr lang="en-US" sz="2600" dirty="0"/>
              <a:t/>
            </a:r>
            <a:br>
              <a:rPr lang="en-US" sz="2600" dirty="0"/>
            </a:br>
            <a:r>
              <a:rPr lang="en-US" sz="2600" dirty="0"/>
              <a:t>During the formation of ammonium ion, nitrogen is the donor atom, while H</a:t>
            </a:r>
            <a:r>
              <a:rPr lang="en-US" sz="2600" baseline="30000" dirty="0"/>
              <a:t>+</a:t>
            </a:r>
            <a:r>
              <a:rPr lang="en-US" sz="2600" dirty="0"/>
              <a:t> is the acceptor ion as shown below. </a:t>
            </a:r>
          </a:p>
          <a:p>
            <a:pPr algn="just" eaLnBrk="0" hangingPunct="0">
              <a:lnSpc>
                <a:spcPct val="150000"/>
              </a:lnSpc>
              <a:spcBef>
                <a:spcPct val="0"/>
              </a:spcBef>
              <a:buFontTx/>
              <a:buNone/>
            </a:pPr>
            <a:r>
              <a:rPr lang="en-US" sz="2600" dirty="0"/>
              <a:t>  </a:t>
            </a:r>
          </a:p>
          <a:p>
            <a:pPr algn="just" eaLnBrk="0" hangingPunct="0">
              <a:lnSpc>
                <a:spcPct val="150000"/>
              </a:lnSpc>
              <a:spcBef>
                <a:spcPct val="0"/>
              </a:spcBef>
              <a:buFontTx/>
              <a:buNone/>
            </a:pPr>
            <a:endParaRPr lang="en-US" sz="2600" dirty="0"/>
          </a:p>
          <a:p>
            <a:pPr algn="just" eaLnBrk="0" hangingPunct="0">
              <a:lnSpc>
                <a:spcPct val="150000"/>
              </a:lnSpc>
              <a:spcBef>
                <a:spcPct val="0"/>
              </a:spcBef>
              <a:buFontTx/>
              <a:buNone/>
            </a:pPr>
            <a:endParaRPr lang="en-US" sz="2600" b="1" dirty="0">
              <a:solidFill>
                <a:srgbClr val="CC3300"/>
              </a:solidFill>
              <a:latin typeface="Arial" charset="0"/>
            </a:endParaRPr>
          </a:p>
        </p:txBody>
      </p:sp>
      <p:sp>
        <p:nvSpPr>
          <p:cNvPr id="5" name="TextBox 4"/>
          <p:cNvSpPr txBox="1"/>
          <p:nvPr/>
        </p:nvSpPr>
        <p:spPr>
          <a:xfrm>
            <a:off x="2124248" y="3276601"/>
            <a:ext cx="3514552" cy="461665"/>
          </a:xfrm>
          <a:prstGeom prst="rect">
            <a:avLst/>
          </a:prstGeom>
          <a:noFill/>
        </p:spPr>
        <p:txBody>
          <a:bodyPr wrap="none" rtlCol="0">
            <a:spAutoFit/>
          </a:bodyPr>
          <a:lstStyle/>
          <a:p>
            <a:r>
              <a:rPr lang="en-US" sz="2400" b="1" dirty="0"/>
              <a:t>Ammonium ion formation</a:t>
            </a:r>
          </a:p>
        </p:txBody>
      </p:sp>
      <p:grpSp>
        <p:nvGrpSpPr>
          <p:cNvPr id="7" name="Group 6"/>
          <p:cNvGrpSpPr/>
          <p:nvPr/>
        </p:nvGrpSpPr>
        <p:grpSpPr>
          <a:xfrm>
            <a:off x="1905001" y="2971800"/>
            <a:ext cx="8520545" cy="3810000"/>
            <a:chOff x="381000" y="2971800"/>
            <a:chExt cx="8520545" cy="3810000"/>
          </a:xfrm>
        </p:grpSpPr>
        <p:pic>
          <p:nvPicPr>
            <p:cNvPr id="58368" name="Picture 0" descr="C6T3OE15"/>
            <p:cNvPicPr>
              <a:picLocks noChangeAspect="1" noChangeArrowheads="1"/>
            </p:cNvPicPr>
            <p:nvPr/>
          </p:nvPicPr>
          <p:blipFill>
            <a:blip r:embed="rId2" cstate="print"/>
            <a:srcRect/>
            <a:stretch>
              <a:fillRect/>
            </a:stretch>
          </p:blipFill>
          <p:spPr bwMode="auto">
            <a:xfrm>
              <a:off x="381000" y="4191000"/>
              <a:ext cx="8520545" cy="2590800"/>
            </a:xfrm>
            <a:prstGeom prst="rect">
              <a:avLst/>
            </a:prstGeom>
            <a:noFill/>
          </p:spPr>
        </p:pic>
        <p:pic>
          <p:nvPicPr>
            <p:cNvPr id="4" name="Picture 4"/>
            <p:cNvPicPr>
              <a:picLocks noChangeAspect="1" noChangeArrowheads="1"/>
            </p:cNvPicPr>
            <p:nvPr/>
          </p:nvPicPr>
          <p:blipFill>
            <a:blip r:embed="rId3" cstate="print"/>
            <a:srcRect l="25412" t="21847" r="43311"/>
            <a:stretch>
              <a:fillRect/>
            </a:stretch>
          </p:blipFill>
          <p:spPr bwMode="auto">
            <a:xfrm>
              <a:off x="5029200" y="2971800"/>
              <a:ext cx="2438400" cy="2133600"/>
            </a:xfrm>
            <a:prstGeom prst="rect">
              <a:avLst/>
            </a:prstGeom>
            <a:noFill/>
          </p:spPr>
        </p:pic>
        <p:sp>
          <p:nvSpPr>
            <p:cNvPr id="6" name="TextBox 5"/>
            <p:cNvSpPr txBox="1"/>
            <p:nvPr/>
          </p:nvSpPr>
          <p:spPr>
            <a:xfrm>
              <a:off x="7239000" y="4876800"/>
              <a:ext cx="344966" cy="400110"/>
            </a:xfrm>
            <a:prstGeom prst="rect">
              <a:avLst/>
            </a:prstGeom>
            <a:noFill/>
          </p:spPr>
          <p:txBody>
            <a:bodyPr wrap="none" rtlCol="0">
              <a:spAutoFit/>
            </a:bodyPr>
            <a:lstStyle/>
            <a:p>
              <a:r>
                <a:rPr lang="en-US" sz="2000" dirty="0"/>
                <a:t>H</a:t>
              </a:r>
            </a:p>
          </p:txBody>
        </p:sp>
      </p:grpSp>
      <p:sp>
        <p:nvSpPr>
          <p:cNvPr id="8" name="Slide Number Placeholder 7"/>
          <p:cNvSpPr>
            <a:spLocks noGrp="1"/>
          </p:cNvSpPr>
          <p:nvPr>
            <p:ph type="sldNum" sz="quarter" idx="12"/>
          </p:nvPr>
        </p:nvSpPr>
        <p:spPr/>
        <p:txBody>
          <a:bodyPr/>
          <a:lstStyle/>
          <a:p>
            <a:fld id="{F4885078-D283-423D-A0E2-78ACE9D27503}" type="slidenum">
              <a:rPr lang="en-US" smtClean="0"/>
              <a:pPr/>
              <a:t>26</a:t>
            </a:fld>
            <a:endParaRPr lang="en-US"/>
          </a:p>
        </p:txBody>
      </p:sp>
      <p:sp>
        <p:nvSpPr>
          <p:cNvPr id="9" name="Footer Placeholder 8"/>
          <p:cNvSpPr>
            <a:spLocks noGrp="1"/>
          </p:cNvSpPr>
          <p:nvPr>
            <p:ph type="ftr" sz="quarter" idx="11"/>
          </p:nvPr>
        </p:nvSpPr>
        <p:spPr/>
        <p:txBody>
          <a:bodyPr/>
          <a:lstStyle/>
          <a:p>
            <a:r>
              <a:rPr lang="en-US"/>
              <a:t>Atom Structure</a:t>
            </a:r>
          </a:p>
        </p:txBody>
      </p:sp>
    </p:spTree>
    <p:extLst>
      <p:ext uri="{BB962C8B-B14F-4D97-AF65-F5344CB8AC3E}">
        <p14:creationId xmlns:p14="http://schemas.microsoft.com/office/powerpoint/2010/main" val="5000278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eaLnBrk="1" hangingPunct="1"/>
            <a:r>
              <a:rPr lang="en-US" altLang="en-US" b="1" dirty="0">
                <a:solidFill>
                  <a:srgbClr val="FF0000"/>
                </a:solidFill>
              </a:rPr>
              <a:t>Metallic Bonding</a:t>
            </a:r>
          </a:p>
        </p:txBody>
      </p:sp>
      <p:sp>
        <p:nvSpPr>
          <p:cNvPr id="9219" name="Rectangle 3"/>
          <p:cNvSpPr>
            <a:spLocks noGrp="1" noChangeArrowheads="1"/>
          </p:cNvSpPr>
          <p:nvPr>
            <p:ph type="body" idx="1"/>
          </p:nvPr>
        </p:nvSpPr>
        <p:spPr>
          <a:xfrm>
            <a:off x="738612" y="1206193"/>
            <a:ext cx="10515600" cy="4114800"/>
          </a:xfrm>
        </p:spPr>
        <p:txBody>
          <a:bodyPr>
            <a:normAutofit/>
          </a:bodyPr>
          <a:lstStyle/>
          <a:p>
            <a:pPr algn="just">
              <a:lnSpc>
                <a:spcPct val="150000"/>
              </a:lnSpc>
            </a:pPr>
            <a:r>
              <a:rPr lang="en-US" altLang="en-US" dirty="0"/>
              <a:t>Metallic bonding is a type of chemical bonding that arises from the electrostatic attractive force between conduction electrons (in the form of an electron cloud of delocalized electrons) and positively charged metal ions.</a:t>
            </a:r>
            <a:endParaRPr lang="en-US" altLang="en-US" sz="2800" dirty="0"/>
          </a:p>
        </p:txBody>
      </p:sp>
      <p:sp>
        <p:nvSpPr>
          <p:cNvPr id="2" name="AutoShape 2" descr="data:image/jpeg;base64,/9j/4AAQSkZJRgABAQAAAQABAAD/2wCEAAkGBxQPEhQUEhQWFRUXFRgWFhYYGBgZFRoXFhcXGBcXHRwYHCggGB0lHRQUIjEhJSorLi4uFx8zODMsNygtLisBCgoKDg0OGxAQGzAmICUsLCwsNy0vNC0wLDQwLCwsLDQsLCwsLSwsLCwsLCwsLCwsLCwsLCwsLCwsLCwsLCwsLP/AABEIAKABGAMBEQACEQEDEQH/xAAbAAABBQEBAAAAAAAAAAAAAAABAAQFBgcDAv/EADoQAAIBAgQDBgQFAwQCAwAAAAECAwARBAUSIQYxURMiMkFhcQeBkbEUI0Kh0VLB4RYzcvBikiRDov/EABsBAAEFAQEAAAAAAAAAAAAAAAABAwQFBgIH/8QANREAAQQBAgQDBwMEAwEBAAAAAQACAxEEITEFEkFRYXGBEyKRobHB0QYy8BQjQuEVM/FScv/aAAwDAQACEQMRAD8A1unk0lQhKhCVCEaEI0JUaRCVCEaEqNCEaRCNqEI0ISoQjQlSoQlakQlahCVqEJWpUJWoQhahIlahCFCEKEIUqEKEiFCEqEIUIQpUIUJEqEJUISoQlQhChCNCEaEJUJUaRCNCEaEqNCEaRCNCEaEI0JUaRCVCEbUISoQlahCVCEqEIWoQlQhClQhQkQoQhQhChCFKhChIhQhClQlQkQoQhQhGhCVCExxebRRGzOL9Buf2qRHjSyC2hQp+I40B5Xu1+KOEzaKU2Vxfodj+9EmNLGLcEQcRxpzysdr8E+qOpyNIhGhCEjhQSxAA5k8qUAk0Fy57WDmcaCjW4hw4Ntf0BIqUMGci6VaeM4YNc3yKkcLiUlGpGDD0qM+NzDThSsIZ45m80ZsLtXCdRoQjQlXDGY2OEXkYLflfmfYV3HE+Q0wWmJ8mKAXI6kzi4iw7G2u3uCB+9PuwZwLpQmcYw3mg/wCIIUqpuLjcdaiGxurMEEWEaRKlQhG1CFGYrPYIjZn36AE/apUeHM8WAq+bimLC7lc7Xw1+i64HNYp9o3BPTkfoa4lxpItXBOY+fj5BqN1n5p7amVMQoQgaELnPMsY1OQo6mumNc800WU3JKyNvM80FF/6jw97az/6m1S/6GerpV3/M4d1zfIqSgmWQakIYdRUVzHMNOFKwjlZI3mYbHgvVcpxClQgaEia43Hxw+NgPTz+lOxQPk/aFGyMyHH/7HUmsOewObB7H1BH3p5+FM0XSjR8XxJDQf8dFI1FVihQhKhCVCFE8R5gYItjYtsD0AG5qZhQiR9u2CquL5bseGmfudoPus+y7NYsTGZY3ulyCx2sRzvflVzFMyRvM06LIZGLNDJ7OQe98U4E62LBgVAuWBuBbe9x6V3zNIu9E1yPDgKNq88MZl+IiuTcrbfqCLqaosyERvtuxW14RluniLX/uaaKmahq1RFCFnvHHEkccirI+lNfZrz3fzJt06+VXOMI8eMOfu5ZLiTp82d0UQtrP4VHSTKpszKCeQJAJ+tWJcBoSqJrHOFgEp5l2afhpUsd2v3f6lW2r6XFMzxslbyO36KThZEmO/wBqzYVfbX+aLSka4BHIi49jWaIo0vQWkOAIXqkXS54qcRoznkoJ+ldsYXuDR1TU0oijc89Bayps9XFzyrr1SIRrFjYX5AdQPStFAY23Ez/HdYPMbO+siYaP2/nTwRinV/Cyt7EH7U+HNOxUN0bm/uBHmrNwRm93MWrUhLAejqe8Pv8ASqziELXs9q3cbrQ8EypI5f6d+xFjw6/MK71SrWJUIVa44zf8NFa+m6szN0Ref1qwwImuJkfs1UfGsp7Gtgi/c/8AnzVBwmYxyxCVXHZnkx2HTe/KrpkrHN5wdFkpcaSOQxOHvD1+i7nFrGvaawAu+sHYW87ilc5vKSdlyxknOA0Hm6d1pWQY84iFWPiHdb3FZ3LhEUhaNui3nDMs5OOHnfYqQqMp6VKhZfxVxKjYhI3e2tmWJd7HTa59L3HOr/HEeO1rT+5yxOc+bOe+Rg9xn8vxtNGnUHSWUN0uL/SpvMLq1UCNxHMAaUnkWbdhOF1eIAsv/je2r5GouXE2VtdQLCseGZT8aQO/wJo9v/QtDIrPLdoUITTM8V2MTP0G3v5U9BH7SQNUXMyP6eB0nb+BZhhc5TFtKyvrKOVkJ2sR7+Wx35bVoIZIyCGdNFhsuGdrg+Yav1Hj/Oy7RTK/hYN7EH7U6HA7FRnMc39wrzVn4MzUSroDalK6o29PMe1VOfE0gSs6rUcEyZA52NJuNvDuFaKrFokKEJUIVS+JGBkmw1oiFYhk1G9hrA32HofrU7Dtwexu5H8+qpeLhrHRTPFtaTfrVfMLM8Rw20CSKjmSMtC4VluS0RFwVRQCrKBe2+3nUs4hY0gGxofh5dFVM4k2V7S4U4BwsGtHdiTuD6JxlOUtJBOHUxdrK7qFLIACgUXAsdOxNj9K7ihLo3A6WSe3Sk1lZbWTRlh5uVoBuj1vr18Vo3w5yv8ADQMLsb6BdmZt0Ug21HYb8qg5oDOVl7D8fhXXBnOl9pMRQcdKAG19vNW4VAV2iKELH+OeGXxOKk1vpQJIEAAJLSkEk3B22Ubb7VcNg/qGNN6BteqyUmX/AEMz28tuL+Y+WpFUd9TvoqznWUzNqUosskscKFtLEKUJuVYiwBvc3sdvOuZoHmwRZIA27diu8TLhFOB5WtLjVjW+469grFjMiE2IjkDybawVEji5bQF02NlHdNx57VMkgBeHknS71Kq4MxzYjCGgk1Wg8d+++nZbCZFgh1ObLGnePoq7/as7I6yXLewRkMazqAAorB8X4aQOWcRBAhJcra0l9JupI8jsd6aD2qU7HeKoWpDMvz8M/ZENrjJQ+R2uPkakY7w2RrvFV+dEXwPj60VhuG4Xki7/AG12eOVZtuZku10sASdROzH6VcNw3t15tSDfr29e6yj+KRye7yaAtLfTTXXt2S4cy9zI+qPs0/DpFdA0ZZgbk72a/r686MeJ3MbFDlA00S5+QwRjldzHnLtadWnwVw+HORdhiLhmbvSObuzKFYsRsxtq7wufOm8iMQwOBO/5tO4E7srMYQAA0a6AdK6dOwWq1SrXpWoQs/8AizlT4mNFVtKv3HboobUwGx3IvarLCb7SJ0QPUfDqs/xZ4x8iPIcLoEDz6Ws4xGRvAuxEqLiO2RGUtfUrBgyouwDG4sDz5VLdjuYO45r+XWlVx5zJnf8Ay4s5SQa2IqiT20NldcHkLS4LsnvE5MjABmVR2jlgGCncWtsa6ZjOdBynQ6/MrmXPbHme0b7wHKNgToK0J+q17gPA9hhrXYhnLDUxZrbDm255VW55HteUdAr7god/T87gBzG9BXQDYeSsdQlboUIWE8S8KySzylpdDIFSEDyKNq1NdbjfSe7V8+A5H9wGtBX119Vi4sxuF/Yc26J5vG9NNe3dRmLy2Q4iwjDFsTFM0mk3UIF1AORYr3Tbz35Vw6J/tNv8gb7VXXsnIsmMQXzVTHNAve7qxvevl4qwYbh3tMWrh5O8ALdo/iL6uV7abfp5VIfEGOMpJoDuVChyHyxjGa0WT2G1V238VsprPLeLzQhQ3FuHeTCSiKwfTdSeQI89qk4ri2UV5KBxOMPxyCNBRPiAbKxY8KPDFIqSEq+HCOLb61N10hQLjdhvvvVj/ROYwgHcUVn/APlWSytc5tEPseR72TrttoneQZeztiWePsVkMQUR6o79mGuRyYeIDe1d48RJeSKuttNkxm5DWtia13MW813Tt68wrf8ADPJThjbUzFY7MSzFb720hj3Rz2HSmMqMQwBl6n7Kw4bMcrNdKBQAPQXr3rfZaFVWtIhQhKhC5zRB1KsLg7EV01xabG64kjbI0seLBVYxfC7g/lsGHQ7EfzVtHxFhHvill8j9Pyg/2iCPHRHB8LuT+YwUdBuT/FEvEmAe4LKMf9Pyk3K4AeGqtMEIRQqiwAsBVQ9xc6zutTHG2NoYwUAutcrtGhKo7OMnXEgb6XHJv7HqKlY2U6E9wq3iHDWZYu6cNj+VXDwrPew0Edb/ANrVZDiMNdVnTwDKB0r4qbyTh0QHW51OOVuS/wAmoOVnGUcrdB9Vc8O4O3Hd7SQ27p2Cmp4FkVkcXVgVYHkQdiKr1egkG02yvKlw19DSHYKAzFgAOQF/vzpAKXT3l26kKFwq3nPCwlYvEQpPNT4SeotyqzxuIFg5ZBYWez+BiV5khNE7jp/pRcXCM5O5RR1vf9hUt3E4QNLKrWfp/KJokD1VrybKUwq2Xdj4mPM/wKqcjJdM6zt0WmwMCPEZyt1J3PdSFR1OVb4g4ikw8xiiiDlYu1OokagSRpWwsOR7x2rhztU/HCHCyfBSDuMXqikgkCEXEjaNB5W0kMTffp5U7FK6Nwc1RMnFjmjLH6gquYrg+VT+WysPK/dNXUfE4yPeFFZKb9PTtd/bcCPHRd8t4Pa4MzAD+ldyfn5U3NxMVUY18U9i/p93Nc5Fdh19U4i4if8AEGJIR2SS9idyHHduG/ptcgaefnVIXku1WxbjtbGK7aKcy/FtMCWikisbWk03PqNLHaugU25tdbTqlXChc9yBcT3gdL9bbEev81Nxcx0PunUKp4jwpmV77TTvr5qu/wClJ7/o99X+Ksv+ShrqqH/gMq+nxVgyTIVw3eY6n622Ht/NV2VmOm90aBXvDuFMxTzuNu+nkpc1DVsoHivFTRLH2IbSXtIy+JVttvoewv56TXDyRsn4Qwk838+n1RyiXFOkRbsmUi0hYSLIdzuFKgcrc7UrS7RcyCMEj/xMsz4XuS0JAv8ApPL5GriDiNCpB6rKZnAeZxdAa8D9kyh4WlJ7xVR1vc/Sn3cRiA92yocfAMgn3iB81OZHJhwDHBIrsu7WIJPlc2qnlnMzrK1WNgDDjDGj1PVShrhPrzQkSoQlQhEUIRoSrxNMqKWY2A5k0rWFxpu64kkbG0veaAUDPxYgNkjLDqW0/wBjVizhjiPedXz/AAqCX9RRtPuMJHnX2KfZZxBHOdJujHkDyPsaYnwpIhe4UzD4xDkO5D7rvH8qYFQlbqE4qy6XELEI+8qveSO4GtdJA8Wxsd7GuHi9k9C9rbtesmyqWNItU0y6BYxkxsCLm2o6b8iOR8qA0ofICTQCeZpnEeG8W7Hko5/4qXBivm/bsqvN4jDifvOvYKITjJb7wkDqHBP00j71MPCzWjvkqkfqNt+9Ga8/9D6qw5fj0xC6ozfqPMe4qulhfE6nBXuNlxZLOaM39k7ppSUaEI0iFAZlxVFCSqgyEc7Gy/X/ABVhDw+SQWdAqTL47BC7lYOY+Gg+KjzxFhsSQMTh12PdLBZAPqoIruThTwLab+Sax/1IwmntLfI39grdEwIBUggja3K3laq0gg0VftcHAOGoK9UiVC1CExxmFgVu3kSPUv8A9hVdQ+dr0rIy91NFlcyTiJhc91NUJieMkBskZYdS2n9rGrRnC3Ee86vn+FnZf1FG11RsJHnX2Ke5VxJFiDpIKMeQO4PsaYnwZIhe4U3D4zBku5D7rvHr6plmPEkkeIeJIgyxmPXckMRJzYbWAUdefpVeXaq+bCC2yd7Uzg8Y0jODDJGFOzPps25F10sT5eduYrsFMubQ3tOqVcqGzTiKOAlRd2HMDkPc1NgwZJRewVRmcYgx3cg953h+Uxg4uQnvxlR1Dav7Cn38McB7rr+X5UOL9RRuPvsIHnf2Cn4ZlkUMpuDyIquc0tNO3V9HIyRocw2CvRpE4vMiagQeRBH1pEbKs5fwssAtM6yRrGUGpWDaLg2JMhAAsNlAvXLIiTSemygAX7dSkOIIYAI4IyUXYb6R8rgmrWPhjiPeNfNZnI/UUYd7jS7xuvsU6wHEccp0sChPU3H1ribAkYLBtO4vG4Zncrhynx2+P+lM1BVylQhMM+mlSCRoBqkA7otc89yB5m165cSBonIg0vAdsovJsVi5EfSUYhxYzdoO6V3GoRrqNx/T51w0upPSNjBF/L/0qL+I2cnDqNi2kLZAbanc2UcquMOoojLVnZZLi3NkZLcYGgBZ/PoFVos/iMUUhv8Ami6ooLtt4tlF7C+5qeMlnK1x6+qo3YEokewf47kmh4b9+y6y51CqJJrGlyuncA2ZgoaxI2BNdHIjDQ69CuW4cxkcwDVt36C/j2WpZBje3gR7g3Frg3Btte9UGSwMkIbsttw+Z02O1z99j6aKSphTV5lk0qzHyBP0F6Vo5iB3XL3cjS7sLWN5lxJfGCJ1JL2LSX2VmDFEtbzCN5+VaAStje2ED+f7pYV2NJkQvy3O1vbuNLPpYXqPOoWk7MMSxYoDpbSWUEsoa1iRY3p0ZDC7lvwTDsKZsftCNKvfWjsa31UvwnxBGuM7NHBPcVgGFm7S9rWO5BX96jZZjlY5t6jVT+GibGlZIQeVx5Tv4b+p0WqCqBbZGhChuLMYYcOdJsXOi/S4JP7A1MwIhJNr01VTxrIdDjHl3caWQZVxLHOszMDGsVjdjcNGb6ZBsOek7e3WreLLa8OJ0A+ndZfJ4ZJCWNB5i7TToeo+afYTN4pdVmK6NOoOChGu+m+u3Oxp1k7HX4d9Pqo0uHLHVi7uq1ut9ldfhjni4qNlVrrYOouNS3JBBAO3lVRn8jw2VvXf7LUcF9rE5+PJ01H3rwV3qtV+lQhZt8WeIzhQoCF7WtGDbUxBJ8jyVSeVWmI4QxGWrJNBZ3ibHZeS3H5uVoFk+eg/CrGIzyGMISx76doNKlrJ/U2kHSN+Zq0dksaAT1F+izjMCZ5IA2NakDXsL3XSfN4ozHdwO0I07gWupYMbnYWHP2pXTMFWd1zHiSu5iB+381p4rTsojixkMU0kccjgWDsqsdjzBI9L1nsqJrJSAt3wzKfLjNcTrsfTRTBphS1HZ9izDA7Dnaw9ztepOLGJJQ0qDxLIMGM57d9h66LIMDxCks00ZGkRgkSE7OFJWQ8ttJFuZq8jyQ57m1QH8PwWOnwHxxMkuy7cdr1HxTjBZzDNfSxFl195SndvYN3gLj1rtmQx+x8eyalwpotx1rQ3r206q0fD3PEmd40YEd7a4JBRtJawPI9faq7O5JGc7dwaV7wYSwSmF40cA4fC/jR1V5NVS0y8mlSKo/EPNvw8W/hVTIw628I+t6scENY10ruioOMufI+PGZ/luqPhOII2gWVwyEsY+zALv2gJBQAC7HY+VWLMlpYHHTpW+qoJeHvbMY2GwBd7Cu+ug+K6y55CsJm1d0atuTEqbMAGtcg10ciMM570TbcGZ0whrXTy122WjcL47t4AdQbSSuoG4NvX51T5jGtktux1Wu4RM+THAk3bpr8vkpcVEVmiKEqNIhUb4hZEuIeGR9RRTcqPCWUEDV5+dxa3KrTCDZW8juhvzWb4w6XHk9swfuby32/9VGxPDzRBfwpN1aUi7hQqy2ug/La63F7c/WpL8UtA9l49aq/Q/wA6quj4i2Qn+o6hvS7Lev7hrXp4J9hshTsIYZAHMYTvWG5QhrbjkSOVOtx2iNrXdK+SjPznmd8kdjmvTz0+K1nIMF2ECJYCwvYCwF97WqjyXh8hLdlsuHwuhx2tfvufXVSQphTUJY9SlT5gj6i1K08pB7Ll7edpb3FLFsy4SjEknaFxKZVfXtqUpbSFuLadvMHmavxjxyj2gO5BvssQ7NyMZ3sSBTQWkdDe5Ot6/hMcPkcq4hGuFhjlklVdeq5cMNhoBXdid2auW47xID/iCT8fT7ldSZ0RgLat7mhp0rautm9uwVr4T4fjbGdoiAHuMx0iy9ne1rDYkt+1JliOJjnVqRS74aZsmVkZJ5WnmO/hv6jRXzinM3wsGtALl1UsRcIrGxcgkA29SBWecaC3cLA91FNclzjETRqRHHN+Yyu6yqgABFjYagTYm4DeXrXIJXT42NOppduN8sOKwjopIIubr4rWIJF/OxNTsJ4bJRNAilS8Vic+DmaLLSHV3pZBNwrEEYRggmHsiuqwa24YmxINxzH0q4OGwNIb2rzWXZxWUvBf/wDXNtt5eC65JlUimZ8RZzKU7pIfaMGxJ0KCTqPJRypYYHAuMmt147eg+iby8uNwYyDQNvw3rbUnp3WhfDHI1wsbMq2WwRTYamsSSSQN/L96rc/kYGxN6brQcF9rK5+TJ10H3rwVswWawzsyxSo7L4gpBI3tf2v51WAgrROY5oshPKVcLOPiTw4k88M8gLIqsun9Go23Pnew2+dWuA1ko5XdL+azfGpJsd3PHs6gT1FbfG1nuO4akVFTDsbdk0LMzgd0m4BAjOoC55aT6mpUmK4ANj7Vqf8AX4VdDxKNzi+cf5BwAHXz5hV+NhTT5PG4i1qGMemx0jvWQpY3BuN+XtUowMIbfT8KvbmStL+Qn3vHazenitZyDBGDDxoRYgXI6X3tWfypBJKXDb8Lb8NgdDjNY7fc+uqkDUdTVG5/hDNBIi+K1x7jcVIxZPZyhxUHiMBnxnMG+/nWqxqPhSGMLp1alSRCSd5BILEPt132tV03DjAFdiPO+6yTuKzOJ5q1IP8A+a7f7XnIcnlR2echh2SxKpYSbKb7kIoty2tSQQPa4l/au/2CXMzInsDYdPeLiarf1P1V4+HuRpC7yIoAu29gCS7aitwOQ6e1Rc4MjZyN3JtWfBjNPKZnnRoDR9PjW6t2IzOGN1jeRFdrWUnc32H1qpsBagRuIsDROiK6XKpnxGyQYqNNV9AYawLbgHUAbjwk3Bqwwg2QGJ3gfOlQ8YMkLm5MY2Bb5XsVQcVw72d2w9w3aiVV1hQraSjFSUbmDuCD8qnOxeXWPve9V0PQ7qkj4jzmp9uXlOl3rYvUbdKIXbBZAPwvYT2YkuSwAuDIxY6SR6867ZjD2XI/Xf5ribiB/qfbRaAVp3oVqtP4XwPYQABQuoltIFgL+nyqqzHtdJTdhotPwiF8eODJu7XX5fJS4qIrNGhKiKRC8zQrIpVhcHmDXTXFpsbriSNkjSx4sFQM/Cak9yQqOhXV/cVYs4m4D3m38lQS/p2NxtjyB5X9wnuWcPxwENu7eRPIewpifNklFbBTMPg8OO7n/cfH7BTAqErdehSIXoUJVH5pk0eJ8QIYcmHP/NSIMp8P7dlAzeHQ5f7xr3CiE4MW+8xI6BAD9dR+1TTxQ1o35qpb+m23rJp5f7P0Vhy7L0w66YxbqfM+5qummfK63FXuNiRYzOSMV907plSUVFqEq9UJFAZnwnFMSyExsedhdfpVhDxGSMU7UKky+BQTO5mHlPxHwXDB8FxqbySF/QDSPnuTXcnFHuFNFfNMwfp2JpuRxd6V9yrJ2A06ALLbTYbbWtVYSXGytAxoYAGjQKs5TwcIbLK6zRrGY1BVw2kkEAkyEAbDZQL+lcBqlPnvUaHdWPCYVIUCRqFUcgOQ+tdDRMEkmyjiIFkUq4DKeYNdse5htp1TUkTJWFjxYKrOJ4LQm6SlR0K6v3uKs2cUcB7zb+X5Wfl/TkbnXG8geV/cJ9lXDUWHIYkuw5E7AewpifOklHLsFMwuDQYzuc+87x6eimKhK3QNCRQHFmbPhVi0WUO+lpCAQg0kjZmUbnbciuXEhPQxh92oeLAvjVik7NLt/uSxyLpuCQTosdXIcm86m4+fLGAKsKo4hwPGne5wJa7y3809w/CCA9+QsOgXT/c1KfxRxHutr5/hVsX6djabkeSPKvuVYIYVjUKoAA5AVXOcXG3bq+jjZG0MYKAUBmPDRlmeRZAFkKF0ZWYXj5EWkUH5g2poss2pjJwG0R/PgpXCZZFCztGgUubuRffcnzPqfrXYACZdI52hKcSIGBBFweYPKugSDYTbmhw5XahV/FcLIxujlPS2ofcVYx8SeBThfyVBN+n4nG43Fvpf3C7YDhyOI6mJcjlcWH0ribPe8UNAnsXgkMLuZ55j8vh/tTFQVcrxNKEUsxsALk101pcabuuJJGxtL3mgFV8ZxQ5P5ahR1O5P8VbRcNYB75WXyP1BKXf2gAPHVHB8UuD+YoYdRsR/NEvDWEe4aRj/AKglDv7oBHhorVBMHUMpuCLg1UPaWnlO61McjZGh7DYK6iuU4q7xXDiGaLsi4j0vr0aiwc20GyupIG/n7im330UiAsAN76LhiM3nw3Z65Q57MaojEFYNa2pnDm2+9gPnU3Ewnze8TTfmqbinFocX3GNt/noPPRNP9VT3/Rbpp/zVp/xsNdVnP+fyrvT4Kw5Hny4nukaX6X2Pt/FVuVhuh1GoV9w7irMr3HCnfXyU0KhK3XoUiEaEKqZrxdpYrAAbfrPI+wq2g4bYuQ+izOZx/ldy44vxP2TLD8YTA94Kw6W0n6in38MiI90kKHF+oMlp94Aj4K4ZXmKYlNaexB5g9DVNPC6F3K5anDy48qPnZ6+Ce0ypaNCE3x2MWBC7mwH1PoPWnIonSO5W7pnIyGQRmSQ6BUzF8ZSsfy1VB6941cx8LjA98k/JZOb9QzuP9toA8dV3y3jFr2nUFT+pdiPl51xNwttXGdfFPYv6hdzVONO46eiuCOGAINwRcH0qmIINFaprg4WNiiaEqBoQq9nvEggOiMBnHO/hX+TVji4JlHM7QKj4jxluO72cYt3XsFBLxZPffQR00/5qeeGw1papm8fygbNfBWXJs5TFAi2lgO8p326jqKqsnEdCe4Wi4fxJmWCBo4bj8KTqMrJeaEIGlSKrZnxTYlYQDb9Z5H2FWsHDrFyH0WZzOP8AK7lgF+J+yZw8Uyg94Kw6Wt+4qQ7hsRHukhQ4+P5APvAH5Kz5fjlnTUnsR5g9DVRNC6J3K5afEy48mPnZ6+Chs9z+SCUxRRBysfaHUSNQJtpWwsOR7x2qO55BoKyihDm2T1pSmGxpkcr2Uira4c6dB5crMT59PKugbTTmULtPK6Tap3xOzb8JhdfoxF/NhYKPq37VNxHCNr5Ow09VT8VY6Z8WONnE35Cvys/yviVpIYzpWSZpWhsrBULKC2rVY2XSL8qnx5ZLB1ddabfylR5PDWsmdqWsDQ7UWaOm3e13xHEenDNMI21AuoWxYBo20nUyjuj1rp2XUXPXf5eSaZw0nIEPMK0N7bi9Ad1ovAeN7WJ7BgAwIDKVO+q+x3HhqDxCiWvHW/DZXfAS5rXxOI0IOhve+o8laarloERSIWGcW8WNDikF00k65tXi0uwUBfYXPtV3LkCBzYxVDf8AnzWOxsI5rJJ33zEnl7WBevyAXebP9MhUREosyQF9QHffTyW24Gob3p92TTq5dLAvxKhs4eHRgl9EtLqroL699OydYXiLs8WqBJO6A1+zfxB9PO1tNv1cqR8oe4xEHUdj/PVLDjPijGS0iwe42q/j4LaKzi3y9UJFF8TzFMNIRzNl/wDY2NS8JgdOAVW8XlMeG8jy+JpYflXFgkmnDFTEqu8endtMRIa//Ibj0qzizeaRwO2pHos7k8JLIYy0HmJAN7a7V5bFSWAzwuSJIWT8oTCzdoSrGwFlF7+m/wA6ejyC405taX3USbBawAsffvFu3LqPM7K0fCzPfxE0i6WXxg3RlWyOQu7DxW5jyvUDMkEsPNWoP+ldcKgdjZPICCHNB3B1q+nTXQ9VfeI8JJPhpI4W0uwsDe3nuL+Vxtf1qnIsaLVRuDXAnZRGSZHKqOvaTYYFwyhTCf02IA0MFW4B9TSBqdfI2xoD8VDfFrNjhoQ1/BGWF/NydK/99atsJwihfL12WV4vG7IyosfodT/PJZ9lfErSQxnSsszStDZW0oWUFtWqxsukX5edTossuYOrrrTb+UqjJ4a1kzhZawNDtRZo6VXe13xHEenDNN2bagXULYsLxtpOplHdHrXTsqoi+tdfl4ppnDryBDzCtNdtxegJ1Wr8A47t8LezAK7KNSlWtseTbjnVVxAD2vMOoWl4IXf0/I4g8prQ30B3HmuvF2LniWLsQ2kvaVl8SrpNt9D2BPnpNV7iVfQtaSeb0XjL8XizCjt2TAIxdmEiyHTq3ClQOQHMCuowXOAPUpvJLGNe4dASPgsfzDicrj1hJUoSqvc9/tJAxBHoLKD/AMhWgdlck4jFVoPjssNHw72uG7IN82pHahV/HX4FO8Pn+uRF7IhHleJH1C5aMNqJW2w7ptv9KdbkkuArQkgHyvp6KO/ADY3O5/ea0OIroarX17KS4W4ivjhGqSCzRgExuP8Ac1BtVxZRsLHz3pmeUSNewg6DsfH8KViYz8eSKYOGrqOo2sDTvvr2WvGqJbReTQhRfEkxTDuRzNl/9japeE0OmAKrOLymPEeR5fE0sUyriwSTThipiVXePTu2mIkNf3G49Ksos3mkcDtqR6LPZPCSyGMtB5iQDe2u1eWxUlgM8LkiSFk/KEws3aEqxsBZRe/pT0eQXGi2tL7qHNgtYLY+/eLdRWo8zsrH8Ns8/ESyLpZfGDdGAsjkLuw8VuY8qhZUgliutQeyueFwOxsnlBBDmg7jegdh07FXvF4GKa3axo9uWpQ1vqKqyAd1p2vc3Yrva1KuUKEihOK8nGLiW6hjGwkUHqP77A/KpWJI1j6fsfr0VbxSCSWG4j7wv1B3Cz3MslSbVYKrM6uzFdV2UEAkE8wDzq5kx2vGnWisjBmyREA2QARV1Vr3l+UJDAIPGu97/qLG52HqeVLHC1kfJ0XM2XJLN7bY9K8NlomQYYYaLVKQpcgnUQPYb+fOqbOnEj9NgtdwbCdjw+8PedqfDspsVDVsiKRCzfiHh9IZZbxgrN4j/UovZT7XNX+M6OZhsa7FYjiMU2JMKPugkt8L39VW5uG43mWW9grK2kKASUFlu3MgWHr6127EaX83l8kyziUjYjHW4Iu+++iteQ5R+InDadlADN/43vp+ZpMuVsTSepFBdcMxX5MgZ/gDZ/nitHrOreJrDmkLyGJZUMgvdAe9tz+lc2Nl2WOA5iNEc2wP4iF4ztqG3v5U9DJ7OQOUPLg9vC6Pvt59FlOIyWOPTG0YUxBlQW8GoWNvQj61omxxPaC0adFhJJsiORweTZI5vGtkwyXIUwrs4a5ZQmyhVCqb8h51zDjCIl3onMvPdkNDSKAN73qVonAeT9nql06Q19I6ljdm+Zqu4jM3/qb3sq84FiyWciTtTfL8K4iqpaVGhKqrx5kYxUaPp1mI6rexBDe4IvU/AlYHcj9jRHmFR8ax5XMEsW4BBrqDus3zHJY5g1gqszK7Np1XKggGxPOx5irmTHa8Guqy0GbJERdkAUNa0K65ZkyRwjDgF1NwQRuxY3Ow9TypWRMjj5Dt1tJLkyzz+1GjtKr4Bazw/l5w8KqfEe83ufL7Vn8ub20pcNtgtrwzEONjhh33KkajqwXmRdQIPIix+dANGwkc0OFFZNnHDqQNJE8YKu+sk3s5FrN77D2tWkhMU8dgb7+awOW3IxJg0k6CmnwULHw8gxAn1bhmcKFC95xYkkc+Z6UDFaJPaeZSO4g8wexroBqb0HbsrjwnlHaT9rpsBbU39RW+kfK5pnOlbGwgfucpfBsWSeVr3fsZr6+CvxqiW0XKaZUF3ZVHK7EAX6b0WgAnZNs1wYnieM/qH7+VPQSezeHKLlwe3hdH1O3n0WXT5NGmlGjCmIMqC3g1CzW9DWhbHG5oLRoNlhXzZEcjg8myRzeNd0xyXIFwrs4a5ZVTZQqhVN+Q8/WuIMYREm/BOZee7IaGkUASd7s+avnBmVdnqk06Qb6R1LG7N8z96g58ra9m3zKu+B4r7ORJ2oeX4VoNVi0aBoQgaEiVCEyxeUxSm7IL9Rsf2p+PKljFNKhT8OxpzzPbr8EcHlMURuqC/U7n96JMmWQU4ox+HY0B5mN18dVH8S5I+JeN00toV1MbmwOvTuDpax26efOoj2kq2hlDAQU9yzKBF2ZLPqVAmkSOYthbZSbH3IpQ2lw+Qmx9gpWuk2vE0KyDS4DDoaVr3MNtNJuSJkjeV4seKjv9OYe99H/6Nqlf189Varv+Fw7vl+ZUph4VjGlAFA8hURz3ONuNlWUcTI28rBQXYGuU4qzguE+zk70geINIQjK+oCW+pb9ppHPmFuabDKUh09jQUf54KwYDAx4ddEShFuTYXtc8+ddAVsmXOLjZXnG5bFP/ALiBuh8/rT0U8kX7ComRhwZH/Y2/qm2H4dw6G4jv/wAiT96dfmzuFF32UePhGJGeYM+JtSwqIrJGhCNCEr0IUXi8gw8pu0Yv1UlftUmPMmYKDlXzcKxZnczma+Gn0XXA5TDBvGgB6nc/U1zLkyy6OKdx8DHx9Y20fmn1MqWhSIQpUJvi8Kko0yKGHr/3au45HMNtNJmaCOZvLI2x4qNXhrDg30fViR9KknPnIq1AHBsMG+X5lSccYUAKAAOQHKopcXGyrJjGsHK0UETSLpV3ifI3xLxumltCuhjc2BEmnvA6WsdunzFcubafhlDAQU7y3KBCIyWfUiBNIkcxbC2yk2PuRShqbfJdj7apzjcvjm/3FB9fP61Iinkj/YVByMOHI/7G2msOQwIbhL+5J+9OvzZnCiVGj4RiRmwz46qRqKrJChCBpUIUJEqEI0IRoSqOzrNRhlG12bwj7k+lScXGMzvAKt4lxAYjNrcdvyqhPm0zm5kYegJA/arpmNE0UGhZGXiOVIbLz6GvonuWcRSREayXTzv4h6g0zPgxvHu6FTMPjU0LgJDzN+au0UgYBgbgi4PoaoS0tNFbNjg9oc3Yr2KRdIihKqnnvEjaikJsBsX8yfToKt8TAbyh8nwWU4lxp4eYoDQG57+Sg0zWYG4le/8AyJH0O1TzjREVyj4Klbn5LTYkd8VbOG8/M57OS2u1wfJuvzqozcIRe+zZajhPFjkH2Uv7uh7qxVXK+UDxFnr4aSKKJAzyK73bVa0enugLuSdQ9q4c6k9FGHAkrvFn3dV3gkRTGHL3QxgkXK3DXJvtypyNrpHBrRumMh7II3SOdoPiqrmXEc0xOljGvkFNj8zzrQQ4MUY1FnxWGy+MZM7vdPKOgH5XDCZ5PEbiRm9GJYfvTsmHC8UW/DRMQ8TyonWHk+ev1V7yXNFxUesCxGzL0P8AFUGTjmF/KfRbTAzW5cXOND1HZPZ5lRSzkKoFyxNgAPM1HU4Ak0FxwGPjxC6oXV1BsSpvY9D05igFK5pbuEy4gzgYVBYXdr6R7cyfSpeJjGd3gN1V8S4i3DZ3cdvyqPiM5nkNzK49FJUftV6zFhaKDR9VjpeI5UhsvPoa+ifZVxLLEQJCZE87+IeoNR8jAjeLYKKmYXGp4nVIeZvjv8VeY5A4BU3BFwfQ1RFpaaK2jHte0ObsVWMv4okmkIEF49Uqix/MBjJAB1WUlrHYcqaDrKlOgDRvrop/B4kyJqaN4tz3X06tvPuki3zrsWUw4BvW1Us44kd2KxHSg21DxN6+lXuPgMaLk1KxufxqWRxZCab36n8KKizWZTcSv82JH71LdjROFFoVYziGUw2JD6m/qrbkGc/iAVawdenIjrVNl4nsTbditZwvif8AVAtfo4fNOM7zQYWMOVLEsqKo2uzct7Gw+RqC40rqNnOaTTCcQK6qWilVmYrYRu4BUgX1BdlNwQTbz6UgeunQkHQj6J/mGMWBC7eXIdT5CpEMRleGhQcrJZjxGR3/AKqXjM6mlN9ZUeQU2+29XsWJEwbX5rF5HFcmY3zUOw0SwedTRnxlh5hjf/NEuJE8bV5Ix+KZMJ/dY7HVXLAYxZkDr5+XQ+YqjmiMTy0rZ4uSzIiEjevyXemlIRoQjQlWZ/FfGOrLFGWDy6I00+IDdpGXcbhQfnarKFxbjhrd3Gv56LO5kYdnF8n7WNvXbwv1VOw/EEgigVnWJwZI5ZJBrtJFYBLBh3mvfn5U63JfyNBNHUEnXUdPVQ5MCMyyODS4e6WgGtHddjoPJPZM3xDYbDyoikyGIsdWndnA020nYja/lenTPKYmvA3r6qOMTHbkSRucRy81aXsN7sbduq13hGRmwsZcaW3ut9QG52vYXqrzf+4+i0vCa/pW0bGtdNL7JrxXFiGaLsi4j0vr0aiwfbQSFdSQN/O3UVCfauoCwA826d4aLEiMM8wIEO8ZiAkLhOZcSEDfe1vnXcQJe2+4UfJc0RPLRrRrXw8lieGziT8Z2pLHDySNh13HZ6lA0kb8yyuL26Vctmd7fm/xJ5fDw+drIPw4/wCk9mK9o0B5767+gFfNOckz6WaVFLRsXjkdowpVo2S1o2JJ3332Fdw5L3vAJGoOnbwTWXgRRRucARRaASbDgb1Ar7qc4Nx+IfFkSRhQs6qCH1abqndA0jUO8Tf19KHPkeyQPGmvXw8kRxwxTQOidZNdKv3iCdzWnRbNVCtquGLwccw0yxo45gMoYX+fKggLoOI2Kr/Hs64fB3sFjQ3IFgAqqxtYbDkKncPLWyFx6Aqk4418kLWN3c4D6/dYnlWc4iBJzKGZ3i/ERK3Lc2cKAT3QCpA25VKinlYHF25HML+foq7Jw8eV8YjIADuR1fK/E6qayfNpZTOqtHiOz7LQy/lq2vVq373LTUmGd7i4Ah1V4b/FV2ViRRhjnAs5ua794iqrsrn8HsbNKjGZbXjU6tVyx1HcjSNJ9N6gZbnPhY541V7wuOOLLlZEdK1Fba6a2b6q9Z5loxcDwliuoCzDexBuDba+4qrcLFLRRv5HAqMwfC6aXGJCTFmDeFxuFK3JaRixsetIG9126Y37uioHxkxEpmiw8BcO6XGg94IgJ23FrsVHterSFzvYBjNyTt4LNZbWf1jpZq5WtaBe1k+R6X8lU5+KHMcbK6R//HMh1rq1yKbNGNxpIIuefOpRy3coIIGl69SOirWcLYJHNLS7360NUDqCdDdqTx2Y4gfhjHGrBytzr06iYmYrbSdIuAb+lPvll9zlG/j4FQ4cbHPtQ91VfS694C9xZ8FrvCTlsLHq2O+3O2/L1qpzh/ePotRwY3iN9fronwy+ISdoIkEh/XpGv62vUOgrbndVXouOeyacPKb2sh36Dz/apGMB7Vt91A4gSMWTl3pYFlOdTCV5GDsk6SPAreG8VyiqLnmpF9hvVlFkP5y43Tga9O3oqDJwoTE2NpALC0OI397cnyOykcizqWZmUPHOewWQBR2YDs1ihN25daegyHvNWDpfb06qJmYUUTQ7lLfeLdddK36Kw/DrGzyTjtUCjtJV1B9RsGYabaRsLAX87U1K574H84/lqTixxRZsXsnXYF6Vu273O56dFpuMwiTKUkUMpsbHqNwfQ+tUxFrXNcWmwvODwaQrpQWF7nckk9SSbmgCkOcXHVVT4nZh+Gw4kPJQ592soUfU1Y4TxGx7+wVDxiF08kMI2JN/L7Wssy3NZ8NDLFKW7VGibXL3iscpAZyAxuEbV58iKfimkjYWu3Fb9j+FByMSCeVkkdcpDhTdLLdhtu4V0UphM3mkgxDJolaN2RXU9mCojDawO9c3PLzp5k8jo3EUaJHbpv1UKXEhZNG11tDgDR115qror98NcRLJAxlUKbRkWbVe6m7chYnbaoWaXOawuGtH7K64O1jHysjNtBHSq38T2Ct9QFeI0IRoSqF4kyozAOniUWI6j+anYWSIzyu2KpOMcPdkNEkf7h81RswwCy92TULX2DMp32INiLj0q4fG2Qfg/hZOOZ8DjW/iL+qfZRlRk0xxLZVAG3hUCuJJY4Ga+gT2PjTZkumpJ1K0TCQCJFReSi3+az0jy9xceq3kELYY2xt2AXcU2nkqEKiZ7k7YdiVBMZOx6ehrQYmU2VtHdYXiXDX4zy5o9w7eHmq5hcsjjfWoJa1gWZmIBNyF1E6R6CpDYWtPMN1DkypHt5CdPAAfGt1dOFcmbUJZBYDwA8yevoKrs/Kby+zZ6q94Lw1/OJ5BQGyt9Uy1SNCE1zTBDERMhNr8j0I5GnoJTE8PCjZmMMmExnqs2zPLmj1RyqRfbzFx1BFaNj2TNtuywUsEuLJTxRHw/wBppluWKhKxKxZzdjcs7HkLkm5tQ1jIgT8bSPklyHBu/QACvgAtI4ayn8NGdXjexb0A5D9zVFmZPtn6bBbLhOAcWI837jv4eCmL1DVqlehCr/FWTmcB493UWt/UP5H96sMHKER5XbFUfGeHOyGiSP8AcPmFneY5WkxtKG2FiuplBHRgDuPQ1cviZJqfr/LWUinkgJDdD4gWPiNFK5XlrzsFjG3In9Kj/vlSTTshbZXeLhy5UlMHmey0bCYcRIqLyUWrNyPMji49Vv4IWwxtjbsF0rhOrxKgYFTyIsfY100lpsLh7Q9pa7YrPM5ylsOSGBKHYN5EdD0NaLHyGTN8eoWCzcCTEfrq3of51ULgstjhJKA6mABLMzNYchdiTbflTrImsshR5cmSYBrjoNgAB9FeOF8oaM9rILG1lB5gHmT0qrzsoO/ts9VpOC8OdEfbSij0H5ViqsWjQoSKPzrAfiI9PJhup9akY0/sn306qBxHD/qoeTqNQqDmOBO8cgZfYlTt5gg3+Yq/BZK3Q6eCxDmyY0lOFEdxf/q8ZXloX8uFCbkk8ySTzYk8z6mkAZC3sF1c2VIABZ/nwCv+T4D8PHp5sTdj61RZM/tn306La8Ow/wClh5Op1Kf1HU5KhCNCEaRKvEkKt4lU+4B+9dB7m7FcOiY7VzQfML2igbAAD05UhJO66AAFDRe6RdI0iEaEI0IXNcMgNwig9Qov9q6L3kVZTYhjBsNHwC7XrhOo0IRpEI0IXl0DCzAEdCLj96UEg2Fy5rXCnC/NCKFU8KqvsAPtSuc525tIyNjP2gDyC6Vyu0qEIUISvQhcpYEfxKre4B+9dte5uxpNviY/9zQfML0qgCwAA6DYUhJJsrtoDRQSpEqFKhChIvLC/OhIQCKK5Jh0U3VVB6gAGuy9xFElcNhjaba0A+QXQ1ynEKEi8mhCFCF4kjDeIA+4B+9dBxGxXDmNfo4X56oJGF8IA9gB9qC4u3KGsazRoA8l6pF0jQhKhCVCERQhGhKjSIRoQjQlRpEI0IRoQjQhGkSo0ISoQjQhK9IhK9CEr0ISpUIUISoQhQhClQhQkQoQhQhClQhQkQoQhQhClQhQkSoQlQhKhCVCEqEJUIRoSo0iEaEI0IRoSo0iEaEI0IRoQlQlRvSISvQhK9CEr0ISvQhK9CEr0IQvQhKlQhQkQoQhQhClQhQkQoQhQhClQhQkSoQhQhGhC//Z">
            <a:hlinkClick r:id="rId3"/>
          </p:cNvPr>
          <p:cNvSpPr>
            <a:spLocks noChangeAspect="1" noChangeArrowheads="1"/>
          </p:cNvSpPr>
          <p:nvPr/>
        </p:nvSpPr>
        <p:spPr bwMode="auto">
          <a:xfrm>
            <a:off x="4222047" y="-838200"/>
            <a:ext cx="3333750" cy="190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p:cNvSpPr>
            <a:spLocks noGrp="1"/>
          </p:cNvSpPr>
          <p:nvPr>
            <p:ph type="sldNum" sz="quarter" idx="12"/>
          </p:nvPr>
        </p:nvSpPr>
        <p:spPr/>
        <p:txBody>
          <a:bodyPr/>
          <a:lstStyle/>
          <a:p>
            <a:fld id="{1B56EF0A-E253-4FCE-AC39-C65B83124E54}" type="slidenum">
              <a:rPr lang="en-US" altLang="en-US" smtClean="0"/>
              <a:pPr/>
              <a:t>27</a:t>
            </a:fld>
            <a:endParaRPr lang="en-US" altLang="en-US"/>
          </a:p>
        </p:txBody>
      </p:sp>
      <p:pic>
        <p:nvPicPr>
          <p:cNvPr id="6148" name="Picture 4" descr="Metallic Bondi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988" t="17067" r="8967" b="8170"/>
          <a:stretch/>
        </p:blipFill>
        <p:spPr bwMode="auto">
          <a:xfrm>
            <a:off x="3444558" y="3761403"/>
            <a:ext cx="5302884" cy="3071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59891"/>
      </p:ext>
    </p:extLst>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3"/>
          <p:cNvSpPr>
            <a:spLocks noGrp="1" noChangeArrowheads="1"/>
          </p:cNvSpPr>
          <p:nvPr>
            <p:ph type="body" idx="1"/>
          </p:nvPr>
        </p:nvSpPr>
        <p:spPr>
          <a:xfrm>
            <a:off x="1104522" y="301028"/>
            <a:ext cx="9791323" cy="6248400"/>
          </a:xfrm>
        </p:spPr>
        <p:txBody>
          <a:bodyPr/>
          <a:lstStyle/>
          <a:p>
            <a:pPr algn="just" eaLnBrk="1" hangingPunct="1">
              <a:buFontTx/>
              <a:buNone/>
            </a:pPr>
            <a:r>
              <a:rPr lang="en-US" altLang="en-US" sz="4800" dirty="0">
                <a:solidFill>
                  <a:srgbClr val="C00000"/>
                </a:solidFill>
              </a:rPr>
              <a:t>  Always remember atoms are trying to complete their valence shell!</a:t>
            </a:r>
          </a:p>
          <a:p>
            <a:pPr algn="just" eaLnBrk="1" hangingPunct="1">
              <a:buFontTx/>
              <a:buNone/>
            </a:pPr>
            <a:endParaRPr lang="en-US" altLang="en-US" dirty="0"/>
          </a:p>
          <a:p>
            <a:pPr algn="just" eaLnBrk="1" hangingPunct="1">
              <a:buFontTx/>
              <a:buNone/>
            </a:pPr>
            <a:r>
              <a:rPr lang="en-US" altLang="en-US" dirty="0"/>
              <a:t>The number of electrons the atoms needs is the total number of bonds they can make.  </a:t>
            </a:r>
          </a:p>
          <a:p>
            <a:pPr algn="just" eaLnBrk="1" hangingPunct="1">
              <a:buFontTx/>
              <a:buNone/>
            </a:pPr>
            <a:r>
              <a:rPr lang="en-US" altLang="en-US" dirty="0"/>
              <a:t>Ex. … H?     O?     F?     N?     Cl?     C?</a:t>
            </a:r>
          </a:p>
          <a:p>
            <a:pPr algn="just" eaLnBrk="1" hangingPunct="1">
              <a:buFontTx/>
              <a:buNone/>
            </a:pPr>
            <a:r>
              <a:rPr lang="en-US" altLang="en-US" dirty="0"/>
              <a:t>          one    two    one  three	 one     four</a:t>
            </a:r>
          </a:p>
          <a:p>
            <a:pPr algn="just" eaLnBrk="1" hangingPunct="1">
              <a:buFontTx/>
              <a:buNone/>
            </a:pPr>
            <a:endParaRPr lang="en-US" altLang="en-US" dirty="0"/>
          </a:p>
          <a:p>
            <a:pPr algn="just" eaLnBrk="1" hangingPunct="1">
              <a:buFontTx/>
              <a:buNone/>
            </a:pPr>
            <a:r>
              <a:rPr lang="en-US" altLang="en-US" dirty="0"/>
              <a:t>	</a:t>
            </a:r>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28</a:t>
            </a:fld>
            <a:endParaRPr lang="en-US" altLang="en-US">
              <a:solidFill>
                <a:srgbClr val="000000"/>
              </a:solidFill>
              <a:ea typeface="Geneva" pitchFamily="-107" charset="-128"/>
            </a:endParaRPr>
          </a:p>
        </p:txBody>
      </p:sp>
      <mc:AlternateContent xmlns:mc="http://schemas.openxmlformats.org/markup-compatibility/2006">
        <mc:Choice xmlns:p14="http://schemas.microsoft.com/office/powerpoint/2010/main" Requires="p14">
          <p:contentPart p14:bwMode="auto" r:id="rId3">
            <p14:nvContentPartPr>
              <p14:cNvPr id="3" name="Ink 2"/>
              <p14:cNvContentPartPr/>
              <p14:nvPr/>
            </p14:nvContentPartPr>
            <p14:xfrm>
              <a:off x="759240" y="4494600"/>
              <a:ext cx="7638120" cy="2054160"/>
            </p14:xfrm>
          </p:contentPart>
        </mc:Choice>
        <mc:Fallback>
          <p:pic>
            <p:nvPicPr>
              <p:cNvPr id="3" name="Ink 2"/>
              <p:cNvPicPr/>
              <p:nvPr/>
            </p:nvPicPr>
            <p:blipFill>
              <a:blip r:embed="rId4"/>
              <a:stretch>
                <a:fillRect/>
              </a:stretch>
            </p:blipFill>
            <p:spPr>
              <a:xfrm>
                <a:off x="749880" y="4485240"/>
                <a:ext cx="7656840" cy="2072880"/>
              </a:xfrm>
              <a:prstGeom prst="rect">
                <a:avLst/>
              </a:prstGeom>
            </p:spPr>
          </p:pic>
        </mc:Fallback>
      </mc:AlternateContent>
    </p:spTree>
    <p:extLst>
      <p:ext uri="{BB962C8B-B14F-4D97-AF65-F5344CB8AC3E}">
        <p14:creationId xmlns:p14="http://schemas.microsoft.com/office/powerpoint/2010/main" val="2704123649"/>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solidFill>
                  <a:srgbClr val="BC010F"/>
                </a:solidFill>
              </a:rPr>
              <a:t>Draw Lewis Dot Structures</a:t>
            </a:r>
            <a:endParaRPr lang="en-US" altLang="en-US"/>
          </a:p>
        </p:txBody>
      </p:sp>
      <p:sp>
        <p:nvSpPr>
          <p:cNvPr id="27651" name="Rectangle 3"/>
          <p:cNvSpPr>
            <a:spLocks noGrp="1" noChangeArrowheads="1"/>
          </p:cNvSpPr>
          <p:nvPr>
            <p:ph type="body" idx="1"/>
          </p:nvPr>
        </p:nvSpPr>
        <p:spPr>
          <a:xfrm>
            <a:off x="1139730" y="1814904"/>
            <a:ext cx="9434717" cy="1828800"/>
          </a:xfrm>
        </p:spPr>
        <p:txBody>
          <a:bodyPr/>
          <a:lstStyle/>
          <a:p>
            <a:pPr algn="just" eaLnBrk="1" hangingPunct="1">
              <a:lnSpc>
                <a:spcPct val="150000"/>
              </a:lnSpc>
            </a:pPr>
            <a:r>
              <a:rPr lang="en-US" altLang="en-US" sz="2800" dirty="0"/>
              <a:t>   One can represent valence electrons   from different atoms with the following symbols </a:t>
            </a:r>
            <a:r>
              <a:rPr lang="en-US" altLang="en-US" sz="2800" dirty="0">
                <a:latin typeface="Sand"/>
              </a:rPr>
              <a:t>x</a:t>
            </a:r>
            <a:r>
              <a:rPr lang="en-US" altLang="en-US" sz="2800" dirty="0"/>
              <a:t>,   ,</a:t>
            </a:r>
          </a:p>
          <a:p>
            <a:pPr algn="just" eaLnBrk="1" hangingPunct="1">
              <a:lnSpc>
                <a:spcPct val="150000"/>
              </a:lnSpc>
              <a:buFontTx/>
              <a:buNone/>
            </a:pPr>
            <a:r>
              <a:rPr lang="en-US" altLang="en-US" dirty="0"/>
              <a:t>		H	</a:t>
            </a:r>
            <a:r>
              <a:rPr lang="en-US" altLang="en-US" sz="2400" dirty="0"/>
              <a:t>or</a:t>
            </a:r>
            <a:r>
              <a:rPr lang="en-US" altLang="en-US" dirty="0"/>
              <a:t>	H	</a:t>
            </a:r>
            <a:r>
              <a:rPr lang="en-US" altLang="en-US" sz="2400" dirty="0"/>
              <a:t>or</a:t>
            </a:r>
            <a:r>
              <a:rPr lang="en-US" altLang="en-US" dirty="0"/>
              <a:t>	 H</a:t>
            </a:r>
          </a:p>
        </p:txBody>
      </p:sp>
      <p:grpSp>
        <p:nvGrpSpPr>
          <p:cNvPr id="5" name="Group 4"/>
          <p:cNvGrpSpPr/>
          <p:nvPr/>
        </p:nvGrpSpPr>
        <p:grpSpPr>
          <a:xfrm>
            <a:off x="2147656" y="2816382"/>
            <a:ext cx="4284831" cy="703152"/>
            <a:chOff x="2147656" y="2816382"/>
            <a:chExt cx="4284831" cy="703152"/>
          </a:xfrm>
        </p:grpSpPr>
        <p:sp>
          <p:nvSpPr>
            <p:cNvPr id="27652" name="Oval 4"/>
            <p:cNvSpPr>
              <a:spLocks noChangeArrowheads="1"/>
            </p:cNvSpPr>
            <p:nvPr/>
          </p:nvSpPr>
          <p:spPr bwMode="auto">
            <a:xfrm>
              <a:off x="5890033" y="2820154"/>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dirty="0">
                <a:solidFill>
                  <a:srgbClr val="000000"/>
                </a:solidFill>
              </a:endParaRPr>
            </a:p>
          </p:txBody>
        </p:sp>
        <p:sp>
          <p:nvSpPr>
            <p:cNvPr id="27653" name="Oval 5"/>
            <p:cNvSpPr>
              <a:spLocks noChangeArrowheads="1"/>
            </p:cNvSpPr>
            <p:nvPr/>
          </p:nvSpPr>
          <p:spPr bwMode="auto">
            <a:xfrm>
              <a:off x="6280087" y="2816382"/>
              <a:ext cx="152400" cy="152400"/>
            </a:xfrm>
            <a:prstGeom prst="ellipse">
              <a:avLst/>
            </a:prstGeom>
            <a:noFill/>
            <a:ln w="19050">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8" name="Oval 4"/>
            <p:cNvSpPr>
              <a:spLocks noChangeArrowheads="1"/>
            </p:cNvSpPr>
            <p:nvPr/>
          </p:nvSpPr>
          <p:spPr bwMode="auto">
            <a:xfrm>
              <a:off x="4015212" y="328870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dirty="0">
                <a:solidFill>
                  <a:srgbClr val="000000"/>
                </a:solidFill>
              </a:endParaRPr>
            </a:p>
          </p:txBody>
        </p:sp>
        <p:sp>
          <p:nvSpPr>
            <p:cNvPr id="9" name="Oval 5"/>
            <p:cNvSpPr>
              <a:spLocks noChangeArrowheads="1"/>
            </p:cNvSpPr>
            <p:nvPr/>
          </p:nvSpPr>
          <p:spPr bwMode="auto">
            <a:xfrm>
              <a:off x="5970760" y="3288702"/>
              <a:ext cx="152400" cy="152400"/>
            </a:xfrm>
            <a:prstGeom prst="ellipse">
              <a:avLst/>
            </a:prstGeom>
            <a:noFill/>
            <a:ln w="19050">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 name="TextBox 1"/>
            <p:cNvSpPr txBox="1"/>
            <p:nvPr/>
          </p:nvSpPr>
          <p:spPr>
            <a:xfrm>
              <a:off x="2147656" y="3057869"/>
              <a:ext cx="338554"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x</a:t>
              </a:r>
            </a:p>
          </p:txBody>
        </p:sp>
      </p:grpSp>
      <p:sp>
        <p:nvSpPr>
          <p:cNvPr id="3" name="Slide Number Placeholder 2"/>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29</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459917075"/>
      </p:ext>
    </p:extLst>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702554" y="191544"/>
            <a:ext cx="8534399" cy="1143000"/>
          </a:xfrm>
        </p:spPr>
        <p:txBody>
          <a:bodyPr/>
          <a:lstStyle/>
          <a:p>
            <a:pPr algn="l" eaLnBrk="1" hangingPunct="1"/>
            <a:r>
              <a:rPr lang="en-US" altLang="en-US" sz="4800" b="1" dirty="0">
                <a:solidFill>
                  <a:srgbClr val="1A21B2"/>
                </a:solidFill>
              </a:rPr>
              <a:t>Drawing </a:t>
            </a:r>
            <a:r>
              <a:rPr lang="en-US" altLang="en-US" sz="4800" b="1" i="1" dirty="0">
                <a:solidFill>
                  <a:srgbClr val="1A21B2"/>
                </a:solidFill>
              </a:rPr>
              <a:t>molecules </a:t>
            </a:r>
            <a:r>
              <a:rPr lang="en-US" altLang="en-US" sz="4800" b="1" dirty="0">
                <a:solidFill>
                  <a:srgbClr val="1A21B2"/>
                </a:solidFill>
              </a:rPr>
              <a:t>(covalent) using Lewis Dot Structures</a:t>
            </a:r>
            <a:endParaRPr lang="en-US" altLang="en-US" sz="4800" b="1" dirty="0"/>
          </a:p>
        </p:txBody>
      </p:sp>
      <p:sp>
        <p:nvSpPr>
          <p:cNvPr id="27651" name="Rectangle 3"/>
          <p:cNvSpPr>
            <a:spLocks noGrp="1" noChangeArrowheads="1"/>
          </p:cNvSpPr>
          <p:nvPr>
            <p:ph type="body" idx="1"/>
          </p:nvPr>
        </p:nvSpPr>
        <p:spPr>
          <a:xfrm>
            <a:off x="1013988" y="1219896"/>
            <a:ext cx="10719303" cy="4114800"/>
          </a:xfrm>
        </p:spPr>
        <p:txBody>
          <a:bodyPr/>
          <a:lstStyle/>
          <a:p>
            <a:pPr algn="just" eaLnBrk="1" hangingPunct="1">
              <a:lnSpc>
                <a:spcPct val="200000"/>
              </a:lnSpc>
            </a:pPr>
            <a:r>
              <a:rPr lang="en-US" altLang="en-US" sz="2400" dirty="0"/>
              <a:t>Symbol represents the nucleus and inner electrons of the atom</a:t>
            </a:r>
          </a:p>
          <a:p>
            <a:pPr algn="just" eaLnBrk="1" hangingPunct="1">
              <a:lnSpc>
                <a:spcPct val="200000"/>
              </a:lnSpc>
            </a:pPr>
            <a:r>
              <a:rPr lang="en-US" altLang="en-US" sz="2400" dirty="0"/>
              <a:t>Dots represent </a:t>
            </a:r>
            <a:r>
              <a:rPr lang="en-US" altLang="en-US" sz="2400" b="1" dirty="0"/>
              <a:t>valence</a:t>
            </a:r>
            <a:r>
              <a:rPr lang="en-US" altLang="en-US" sz="2400" dirty="0"/>
              <a:t> electrons</a:t>
            </a:r>
          </a:p>
          <a:p>
            <a:pPr algn="just" eaLnBrk="1" hangingPunct="1">
              <a:lnSpc>
                <a:spcPct val="200000"/>
              </a:lnSpc>
            </a:pPr>
            <a:r>
              <a:rPr lang="en-US" altLang="en-US" sz="2400" dirty="0"/>
              <a:t>Draw a valence electron on each side (top, right, bottom, left) before pairing them.</a:t>
            </a:r>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30</a:t>
            </a:fld>
            <a:endParaRPr lang="en-US" altLang="en-US">
              <a:solidFill>
                <a:srgbClr val="000000"/>
              </a:solidFill>
              <a:ea typeface="Geneva" pitchFamily="-107" charset="-128"/>
            </a:endParaRPr>
          </a:p>
        </p:txBody>
      </p:sp>
      <p:pic>
        <p:nvPicPr>
          <p:cNvPr id="3" name="Picture 2"/>
          <p:cNvPicPr>
            <a:picLocks noChangeAspect="1"/>
          </p:cNvPicPr>
          <p:nvPr/>
        </p:nvPicPr>
        <p:blipFill rotWithShape="1">
          <a:blip r:embed="rId3"/>
          <a:srcRect r="3172"/>
          <a:stretch/>
        </p:blipFill>
        <p:spPr>
          <a:xfrm>
            <a:off x="1727200" y="4057852"/>
            <a:ext cx="8485109" cy="2662237"/>
          </a:xfrm>
          <a:prstGeom prst="rect">
            <a:avLst/>
          </a:prstGeom>
        </p:spPr>
      </p:pic>
    </p:spTree>
    <p:extLst>
      <p:ext uri="{BB962C8B-B14F-4D97-AF65-F5344CB8AC3E}">
        <p14:creationId xmlns:p14="http://schemas.microsoft.com/office/powerpoint/2010/main" val="3661735913"/>
      </p:ext>
    </p:extLst>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itle 1"/>
          <p:cNvSpPr>
            <a:spLocks noGrp="1"/>
          </p:cNvSpPr>
          <p:nvPr>
            <p:ph type="title"/>
          </p:nvPr>
        </p:nvSpPr>
        <p:spPr>
          <a:xfrm>
            <a:off x="1981200" y="274638"/>
            <a:ext cx="8229600" cy="715962"/>
          </a:xfrm>
        </p:spPr>
        <p:txBody>
          <a:bodyPr rtlCol="0">
            <a:normAutofit fontScale="90000"/>
          </a:bodyPr>
          <a:lstStyle/>
          <a:p>
            <a:pPr eaLnBrk="1" fontAlgn="auto" hangingPunct="1">
              <a:spcAft>
                <a:spcPts val="0"/>
              </a:spcAft>
              <a:defRPr/>
            </a:pPr>
            <a:r>
              <a:rPr lang="en-US" b="1" dirty="0">
                <a:solidFill>
                  <a:srgbClr val="FF0000"/>
                </a:solidFill>
              </a:rPr>
              <a:t>Covalent bonding</a:t>
            </a:r>
          </a:p>
        </p:txBody>
      </p:sp>
      <p:sp>
        <p:nvSpPr>
          <p:cNvPr id="18435" name="Content Placeholder 2"/>
          <p:cNvSpPr>
            <a:spLocks noGrp="1"/>
          </p:cNvSpPr>
          <p:nvPr>
            <p:ph idx="1"/>
          </p:nvPr>
        </p:nvSpPr>
        <p:spPr>
          <a:xfrm>
            <a:off x="832919" y="1143001"/>
            <a:ext cx="10474859" cy="4983163"/>
          </a:xfrm>
        </p:spPr>
        <p:txBody>
          <a:bodyPr/>
          <a:lstStyle/>
          <a:p>
            <a:pPr algn="just" eaLnBrk="1" hangingPunct="1">
              <a:lnSpc>
                <a:spcPct val="150000"/>
              </a:lnSpc>
            </a:pPr>
            <a:r>
              <a:rPr lang="en-US" altLang="en-US" dirty="0"/>
              <a:t>The atoms form a covalent bond by </a:t>
            </a:r>
            <a:r>
              <a:rPr lang="en-US" altLang="en-US" b="1" u="sng" dirty="0"/>
              <a:t>sharing</a:t>
            </a:r>
            <a:r>
              <a:rPr lang="en-US" altLang="en-US" dirty="0"/>
              <a:t>  their valence electrons to get a stable </a:t>
            </a:r>
            <a:r>
              <a:rPr lang="en-US" altLang="en-US" sz="4400" dirty="0"/>
              <a:t>octet </a:t>
            </a:r>
            <a:r>
              <a:rPr lang="en-US" altLang="en-US" dirty="0"/>
              <a:t>of electrons.(filled valence shell of 8 electrons)</a:t>
            </a:r>
          </a:p>
          <a:p>
            <a:pPr algn="just" eaLnBrk="1" hangingPunct="1">
              <a:lnSpc>
                <a:spcPct val="150000"/>
              </a:lnSpc>
            </a:pPr>
            <a:r>
              <a:rPr lang="en-US" altLang="en-US" dirty="0"/>
              <a:t>Electron-Dot Diagrams of the atoms are combined to show the covalent bonds</a:t>
            </a:r>
          </a:p>
          <a:p>
            <a:pPr algn="just" eaLnBrk="1" hangingPunct="1">
              <a:lnSpc>
                <a:spcPct val="150000"/>
              </a:lnSpc>
            </a:pPr>
            <a:r>
              <a:rPr lang="en-US" altLang="en-US" dirty="0"/>
              <a:t>Covalently bonded atoms form MOLECULES</a:t>
            </a:r>
          </a:p>
          <a:p>
            <a:pPr algn="just" eaLnBrk="1" hangingPunct="1">
              <a:lnSpc>
                <a:spcPct val="150000"/>
              </a:lnSpc>
            </a:pPr>
            <a:endParaRPr lang="en-US" altLang="en-US" dirty="0"/>
          </a:p>
        </p:txBody>
      </p:sp>
    </p:spTree>
    <p:extLst>
      <p:ext uri="{BB962C8B-B14F-4D97-AF65-F5344CB8AC3E}">
        <p14:creationId xmlns:p14="http://schemas.microsoft.com/office/powerpoint/2010/main" val="4437797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solidFill>
                  <a:srgbClr val="BC010F"/>
                </a:solidFill>
              </a:rPr>
              <a:t>Methane  CH</a:t>
            </a:r>
            <a:r>
              <a:rPr lang="en-US" altLang="en-US" baseline="-25000">
                <a:solidFill>
                  <a:srgbClr val="BC010F"/>
                </a:solidFill>
              </a:rPr>
              <a:t>4</a:t>
            </a:r>
            <a:endParaRPr lang="en-US" altLang="en-US"/>
          </a:p>
        </p:txBody>
      </p:sp>
      <p:sp>
        <p:nvSpPr>
          <p:cNvPr id="23555" name="Rectangle 3"/>
          <p:cNvSpPr>
            <a:spLocks noGrp="1" noChangeArrowheads="1"/>
          </p:cNvSpPr>
          <p:nvPr>
            <p:ph type="body" idx="1"/>
          </p:nvPr>
        </p:nvSpPr>
        <p:spPr>
          <a:xfrm>
            <a:off x="1086416" y="1549400"/>
            <a:ext cx="10191184" cy="4114800"/>
          </a:xfrm>
        </p:spPr>
        <p:txBody>
          <a:bodyPr/>
          <a:lstStyle/>
          <a:p>
            <a:pPr algn="just" eaLnBrk="1" hangingPunct="1"/>
            <a:r>
              <a:rPr lang="en-US" altLang="en-US" dirty="0"/>
              <a:t>This is the finished Lewis dot structure</a:t>
            </a:r>
          </a:p>
          <a:p>
            <a:pPr algn="just" eaLnBrk="1" hangingPunct="1"/>
            <a:r>
              <a:rPr lang="en-US" altLang="en-US" dirty="0"/>
              <a:t>Every atom has a  filled valence shell</a:t>
            </a:r>
          </a:p>
        </p:txBody>
      </p:sp>
      <p:pic>
        <p:nvPicPr>
          <p:cNvPr id="23556" name="Picture 4" descr="lew1"/>
          <p:cNvPicPr>
            <a:picLocks noChangeAspect="1" noChangeArrowheads="1"/>
          </p:cNvPicPr>
          <p:nvPr/>
        </p:nvPicPr>
        <p:blipFill>
          <a:blip r:embed="rId3">
            <a:extLst>
              <a:ext uri="{28A0092B-C50C-407E-A947-70E740481C1C}">
                <a14:useLocalDpi xmlns:a14="http://schemas.microsoft.com/office/drawing/2010/main" val="0"/>
              </a:ext>
            </a:extLst>
          </a:blip>
          <a:srcRect l="33446" r="35587" b="56589"/>
          <a:stretch>
            <a:fillRect/>
          </a:stretch>
        </p:blipFill>
        <p:spPr bwMode="auto">
          <a:xfrm>
            <a:off x="6172200" y="2895601"/>
            <a:ext cx="2362200" cy="198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4"/>
          <a:stretch>
            <a:fillRect/>
          </a:stretch>
        </p:blipFill>
        <p:spPr>
          <a:xfrm>
            <a:off x="8130034" y="4648200"/>
            <a:ext cx="1824038" cy="1891346"/>
          </a:xfrm>
          <a:prstGeom prst="rect">
            <a:avLst/>
          </a:prstGeom>
        </p:spPr>
      </p:pic>
      <p:sp>
        <p:nvSpPr>
          <p:cNvPr id="4" name="TextBox 3"/>
          <p:cNvSpPr txBox="1"/>
          <p:nvPr/>
        </p:nvSpPr>
        <p:spPr>
          <a:xfrm>
            <a:off x="7888070" y="4419601"/>
            <a:ext cx="646331"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OR</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32</a:t>
            </a:fld>
            <a:endParaRPr lang="en-US" altLang="en-US">
              <a:solidFill>
                <a:srgbClr val="000000"/>
              </a:solidFill>
              <a:ea typeface="Geneva" pitchFamily="-107" charset="-128"/>
            </a:endParaRPr>
          </a:p>
        </p:txBody>
      </p:sp>
      <mc:AlternateContent xmlns:mc="http://schemas.openxmlformats.org/markup-compatibility/2006">
        <mc:Choice xmlns:p14="http://schemas.microsoft.com/office/powerpoint/2010/main" Requires="p14">
          <p:contentPart p14:bwMode="auto" r:id="rId5">
            <p14:nvContentPartPr>
              <p14:cNvPr id="2" name="Ink 1"/>
              <p14:cNvContentPartPr/>
              <p14:nvPr/>
            </p14:nvContentPartPr>
            <p14:xfrm>
              <a:off x="1404720" y="1603800"/>
              <a:ext cx="10296000" cy="4621680"/>
            </p14:xfrm>
          </p:contentPart>
        </mc:Choice>
        <mc:Fallback>
          <p:pic>
            <p:nvPicPr>
              <p:cNvPr id="2" name="Ink 1"/>
              <p:cNvPicPr/>
              <p:nvPr/>
            </p:nvPicPr>
            <p:blipFill>
              <a:blip r:embed="rId6"/>
              <a:stretch>
                <a:fillRect/>
              </a:stretch>
            </p:blipFill>
            <p:spPr>
              <a:xfrm>
                <a:off x="1395360" y="1594440"/>
                <a:ext cx="10314720" cy="4640400"/>
              </a:xfrm>
              <a:prstGeom prst="rect">
                <a:avLst/>
              </a:prstGeom>
            </p:spPr>
          </p:pic>
        </mc:Fallback>
      </mc:AlternateContent>
    </p:spTree>
    <p:extLst>
      <p:ext uri="{BB962C8B-B14F-4D97-AF65-F5344CB8AC3E}">
        <p14:creationId xmlns:p14="http://schemas.microsoft.com/office/powerpoint/2010/main" val="1784742676"/>
      </p:ext>
    </p:extLst>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814812" y="457200"/>
            <a:ext cx="10827944" cy="6248400"/>
          </a:xfrm>
        </p:spPr>
        <p:txBody>
          <a:bodyPr/>
          <a:lstStyle/>
          <a:p>
            <a:pPr marL="0" indent="0" algn="just">
              <a:lnSpc>
                <a:spcPct val="150000"/>
              </a:lnSpc>
              <a:buNone/>
            </a:pPr>
            <a:r>
              <a:rPr lang="en-US" sz="2800" b="1" dirty="0">
                <a:solidFill>
                  <a:srgbClr val="FF0000"/>
                </a:solidFill>
              </a:rPr>
              <a:t>General Rules for Drawing Lewis Structures</a:t>
            </a:r>
          </a:p>
          <a:p>
            <a:pPr marL="0" indent="0" algn="just">
              <a:lnSpc>
                <a:spcPct val="150000"/>
              </a:lnSpc>
              <a:buNone/>
            </a:pPr>
            <a:endParaRPr lang="en-US" sz="1800" dirty="0"/>
          </a:p>
          <a:p>
            <a:pPr lvl="0" algn="just">
              <a:lnSpc>
                <a:spcPct val="150000"/>
              </a:lnSpc>
            </a:pPr>
            <a:r>
              <a:rPr lang="en-US" sz="2600" dirty="0"/>
              <a:t>All valence electrons of the atoms in Lewis structures must be shown.</a:t>
            </a:r>
          </a:p>
          <a:p>
            <a:pPr lvl="0" algn="just">
              <a:lnSpc>
                <a:spcPct val="150000"/>
              </a:lnSpc>
            </a:pPr>
            <a:r>
              <a:rPr lang="en-US" sz="2600" dirty="0"/>
              <a:t>Generally each atom needs eight electrons in its valence shell (except </a:t>
            </a:r>
            <a:r>
              <a:rPr lang="en-US" sz="2600" b="1" dirty="0"/>
              <a:t>Hydrogen</a:t>
            </a:r>
            <a:r>
              <a:rPr lang="en-US" sz="2600" dirty="0"/>
              <a:t> needs only two electrons and </a:t>
            </a:r>
            <a:r>
              <a:rPr lang="en-US" sz="2600" b="1" dirty="0"/>
              <a:t>Boron, Aluminum</a:t>
            </a:r>
            <a:r>
              <a:rPr lang="en-US" sz="2600" dirty="0"/>
              <a:t> need only 6).</a:t>
            </a:r>
          </a:p>
          <a:p>
            <a:pPr lvl="0" algn="just">
              <a:lnSpc>
                <a:spcPct val="150000"/>
              </a:lnSpc>
            </a:pPr>
            <a:r>
              <a:rPr lang="en-US" sz="2600" dirty="0"/>
              <a:t>Multiple bonds (double and triple bonds) can be formed by C, N, O, P, and S.</a:t>
            </a:r>
          </a:p>
          <a:p>
            <a:pPr algn="just">
              <a:lnSpc>
                <a:spcPct val="150000"/>
              </a:lnSpc>
            </a:pPr>
            <a:r>
              <a:rPr lang="en-US" sz="2600" b="1" dirty="0"/>
              <a:t>Central atoms have the most unpaired electrons. </a:t>
            </a:r>
          </a:p>
          <a:p>
            <a:pPr algn="just">
              <a:lnSpc>
                <a:spcPct val="150000"/>
              </a:lnSpc>
            </a:pPr>
            <a:r>
              <a:rPr lang="en-US" sz="2600" b="1" dirty="0"/>
              <a:t>Terminal atoms have the fewest unpaired electrons. </a:t>
            </a:r>
            <a:endParaRPr lang="en-US" altLang="en-US" sz="2600"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33</a:t>
            </a:fld>
            <a:endParaRPr lang="en-US" altLang="en-US">
              <a:solidFill>
                <a:srgbClr val="000000"/>
              </a:solidFill>
              <a:ea typeface="Geneva" pitchFamily="-107" charset="-128"/>
            </a:endParaRPr>
          </a:p>
        </p:txBody>
      </p:sp>
      <p:pic>
        <p:nvPicPr>
          <p:cNvPr id="24578" name="Picture 2" descr="https://d18l82el6cdm1i.cloudfront.net/image_optimizer/fb853f1bd6e5ef40e17cea70c79f7e00783cf70d.png"/>
          <p:cNvPicPr>
            <a:picLocks noChangeAspect="1" noChangeArrowheads="1"/>
          </p:cNvPicPr>
          <p:nvPr/>
        </p:nvPicPr>
        <p:blipFill rotWithShape="1">
          <a:blip r:embed="rId3">
            <a:extLst>
              <a:ext uri="{28A0092B-C50C-407E-A947-70E740481C1C}">
                <a14:useLocalDpi xmlns:a14="http://schemas.microsoft.com/office/drawing/2010/main" val="0"/>
              </a:ext>
            </a:extLst>
          </a:blip>
          <a:srcRect l="14286" t="5555" r="19047" b="5555"/>
          <a:stretch/>
        </p:blipFill>
        <p:spPr bwMode="auto">
          <a:xfrm>
            <a:off x="9220200" y="4686678"/>
            <a:ext cx="10668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https://o.quizlet.com/3nH6nbJ3JMsuhTVc0rRNO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4600" y="5638800"/>
            <a:ext cx="1239024"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4582" name="Picture 6" descr="https://o.quizlet.com/2IK98oG6ALvTyx8RcSPN9w_m.png"/>
          <p:cNvPicPr>
            <a:picLocks noChangeAspect="1" noChangeArrowheads="1"/>
          </p:cNvPicPr>
          <p:nvPr/>
        </p:nvPicPr>
        <p:blipFill rotWithShape="1">
          <a:blip r:embed="rId5">
            <a:extLst>
              <a:ext uri="{28A0092B-C50C-407E-A947-70E740481C1C}">
                <a14:useLocalDpi xmlns:a14="http://schemas.microsoft.com/office/drawing/2010/main" val="0"/>
              </a:ext>
            </a:extLst>
          </a:blip>
          <a:srcRect r="25775" b="28680"/>
          <a:stretch/>
        </p:blipFill>
        <p:spPr bwMode="auto">
          <a:xfrm>
            <a:off x="4267201" y="5662050"/>
            <a:ext cx="778345" cy="1043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568650"/>
      </p:ext>
    </p:extLst>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xfrm>
            <a:off x="2209800" y="190500"/>
            <a:ext cx="7772400" cy="5410200"/>
          </a:xfrm>
        </p:spPr>
        <p:txBody>
          <a:bodyPr/>
          <a:lstStyle/>
          <a:p>
            <a:pPr marL="0" indent="0" eaLnBrk="1" hangingPunct="1">
              <a:buNone/>
            </a:pPr>
            <a:r>
              <a:rPr lang="en-US" altLang="en-US" sz="2800" b="1" dirty="0">
                <a:solidFill>
                  <a:srgbClr val="FF0000"/>
                </a:solidFill>
              </a:rPr>
              <a:t>Lewis dot structures for multiple bonds in molecules</a:t>
            </a:r>
            <a:endParaRPr lang="en-US" altLang="en-US" sz="2800" dirty="0"/>
          </a:p>
          <a:p>
            <a:pPr eaLnBrk="1" hangingPunct="1"/>
            <a:r>
              <a:rPr lang="en-US" altLang="en-US" sz="2800" dirty="0"/>
              <a:t>DOUBLE bond </a:t>
            </a:r>
          </a:p>
          <a:p>
            <a:pPr lvl="1" eaLnBrk="1" hangingPunct="1"/>
            <a:r>
              <a:rPr lang="en-US" altLang="en-US" sz="2400" dirty="0"/>
              <a:t>atoms that share two e- pairs  (4 e-)</a:t>
            </a:r>
            <a:endParaRPr lang="en-US" altLang="en-US" sz="2800" dirty="0"/>
          </a:p>
          <a:p>
            <a:pPr lvl="1" algn="ctr" eaLnBrk="1" hangingPunct="1">
              <a:buFontTx/>
              <a:buNone/>
            </a:pPr>
            <a:r>
              <a:rPr lang="en-US" altLang="en-US" sz="8800" dirty="0"/>
              <a:t>O   </a:t>
            </a:r>
            <a:r>
              <a:rPr lang="en-US" altLang="en-US" sz="8800" dirty="0" err="1"/>
              <a:t>O</a:t>
            </a:r>
            <a:endParaRPr lang="en-US" altLang="en-US" sz="2800" dirty="0"/>
          </a:p>
          <a:p>
            <a:pPr eaLnBrk="1" hangingPunct="1"/>
            <a:r>
              <a:rPr lang="en-US" altLang="en-US" sz="3200" dirty="0"/>
              <a:t>TRIPLE bond</a:t>
            </a:r>
          </a:p>
          <a:p>
            <a:pPr lvl="1" eaLnBrk="1" hangingPunct="1"/>
            <a:r>
              <a:rPr lang="en-US" altLang="en-US" sz="2800" dirty="0"/>
              <a:t>atoms that share three e- pairs  (6 e-)</a:t>
            </a:r>
          </a:p>
          <a:p>
            <a:pPr lvl="1" algn="ctr" eaLnBrk="1" hangingPunct="1">
              <a:buFontTx/>
              <a:buNone/>
            </a:pPr>
            <a:r>
              <a:rPr lang="en-US" altLang="en-US" sz="8800" dirty="0"/>
              <a:t>N   </a:t>
            </a:r>
            <a:r>
              <a:rPr lang="en-US" altLang="en-US" sz="8800" dirty="0" err="1"/>
              <a:t>N</a:t>
            </a:r>
            <a:endParaRPr lang="en-US" altLang="en-US" sz="2800" dirty="0"/>
          </a:p>
        </p:txBody>
      </p:sp>
      <p:grpSp>
        <p:nvGrpSpPr>
          <p:cNvPr id="2" name="Group 3"/>
          <p:cNvGrpSpPr>
            <a:grpSpLocks/>
          </p:cNvGrpSpPr>
          <p:nvPr/>
        </p:nvGrpSpPr>
        <p:grpSpPr bwMode="auto">
          <a:xfrm>
            <a:off x="6113388" y="2841135"/>
            <a:ext cx="381000" cy="304800"/>
            <a:chOff x="2880" y="1584"/>
            <a:chExt cx="240" cy="192"/>
          </a:xfrm>
        </p:grpSpPr>
        <p:sp>
          <p:nvSpPr>
            <p:cNvPr id="26660" name="Line 4"/>
            <p:cNvSpPr>
              <a:spLocks noChangeShapeType="1"/>
            </p:cNvSpPr>
            <p:nvPr/>
          </p:nvSpPr>
          <p:spPr bwMode="auto">
            <a:xfrm>
              <a:off x="2880" y="1776"/>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26661" name="Line 5"/>
            <p:cNvSpPr>
              <a:spLocks noChangeShapeType="1"/>
            </p:cNvSpPr>
            <p:nvPr/>
          </p:nvSpPr>
          <p:spPr bwMode="auto">
            <a:xfrm>
              <a:off x="2880" y="1584"/>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grpSp>
      <p:grpSp>
        <p:nvGrpSpPr>
          <p:cNvPr id="3" name="Group 6"/>
          <p:cNvGrpSpPr>
            <a:grpSpLocks/>
          </p:cNvGrpSpPr>
          <p:nvPr/>
        </p:nvGrpSpPr>
        <p:grpSpPr bwMode="auto">
          <a:xfrm>
            <a:off x="6138447" y="5387442"/>
            <a:ext cx="381000" cy="609600"/>
            <a:chOff x="2880" y="3168"/>
            <a:chExt cx="240" cy="384"/>
          </a:xfrm>
        </p:grpSpPr>
        <p:sp>
          <p:nvSpPr>
            <p:cNvPr id="26657" name="Line 7"/>
            <p:cNvSpPr>
              <a:spLocks noChangeShapeType="1"/>
            </p:cNvSpPr>
            <p:nvPr/>
          </p:nvSpPr>
          <p:spPr bwMode="auto">
            <a:xfrm>
              <a:off x="2880" y="3168"/>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26658" name="Line 8"/>
            <p:cNvSpPr>
              <a:spLocks noChangeShapeType="1"/>
            </p:cNvSpPr>
            <p:nvPr/>
          </p:nvSpPr>
          <p:spPr bwMode="auto">
            <a:xfrm>
              <a:off x="2880" y="3360"/>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26659" name="Line 9"/>
            <p:cNvSpPr>
              <a:spLocks noChangeShapeType="1"/>
            </p:cNvSpPr>
            <p:nvPr/>
          </p:nvSpPr>
          <p:spPr bwMode="auto">
            <a:xfrm>
              <a:off x="2880" y="3552"/>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grpSp>
      <p:grpSp>
        <p:nvGrpSpPr>
          <p:cNvPr id="26629" name="Group 10"/>
          <p:cNvGrpSpPr>
            <a:grpSpLocks/>
          </p:cNvGrpSpPr>
          <p:nvPr/>
        </p:nvGrpSpPr>
        <p:grpSpPr bwMode="auto">
          <a:xfrm>
            <a:off x="4888051" y="2400300"/>
            <a:ext cx="2895600" cy="838200"/>
            <a:chOff x="2112" y="1296"/>
            <a:chExt cx="1824" cy="528"/>
          </a:xfrm>
        </p:grpSpPr>
        <p:sp>
          <p:nvSpPr>
            <p:cNvPr id="26644" name="Oval 11"/>
            <p:cNvSpPr>
              <a:spLocks noChangeArrowheads="1"/>
            </p:cNvSpPr>
            <p:nvPr/>
          </p:nvSpPr>
          <p:spPr bwMode="auto">
            <a:xfrm>
              <a:off x="2832" y="153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45" name="Oval 12"/>
            <p:cNvSpPr>
              <a:spLocks noChangeArrowheads="1"/>
            </p:cNvSpPr>
            <p:nvPr/>
          </p:nvSpPr>
          <p:spPr bwMode="auto">
            <a:xfrm>
              <a:off x="2832" y="172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46" name="Oval 13"/>
            <p:cNvSpPr>
              <a:spLocks noChangeArrowheads="1"/>
            </p:cNvSpPr>
            <p:nvPr/>
          </p:nvSpPr>
          <p:spPr bwMode="auto">
            <a:xfrm>
              <a:off x="3072" y="172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47" name="Oval 14"/>
            <p:cNvSpPr>
              <a:spLocks noChangeArrowheads="1"/>
            </p:cNvSpPr>
            <p:nvPr/>
          </p:nvSpPr>
          <p:spPr bwMode="auto">
            <a:xfrm>
              <a:off x="3072" y="153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nvGrpSpPr>
            <p:cNvPr id="26648" name="Group 15"/>
            <p:cNvGrpSpPr>
              <a:grpSpLocks/>
            </p:cNvGrpSpPr>
            <p:nvPr/>
          </p:nvGrpSpPr>
          <p:grpSpPr bwMode="auto">
            <a:xfrm rot="5400000">
              <a:off x="3408" y="1296"/>
              <a:ext cx="528" cy="528"/>
              <a:chOff x="2112" y="1296"/>
              <a:chExt cx="528" cy="528"/>
            </a:xfrm>
          </p:grpSpPr>
          <p:sp>
            <p:nvSpPr>
              <p:cNvPr id="26653" name="Oval 16"/>
              <p:cNvSpPr>
                <a:spLocks noChangeArrowheads="1"/>
              </p:cNvSpPr>
              <p:nvPr/>
            </p:nvSpPr>
            <p:spPr bwMode="auto">
              <a:xfrm>
                <a:off x="2352" y="129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54" name="Oval 17"/>
              <p:cNvSpPr>
                <a:spLocks noChangeArrowheads="1"/>
              </p:cNvSpPr>
              <p:nvPr/>
            </p:nvSpPr>
            <p:spPr bwMode="auto">
              <a:xfrm>
                <a:off x="2544" y="129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55" name="Oval 18"/>
              <p:cNvSpPr>
                <a:spLocks noChangeArrowheads="1"/>
              </p:cNvSpPr>
              <p:nvPr/>
            </p:nvSpPr>
            <p:spPr bwMode="auto">
              <a:xfrm>
                <a:off x="2112" y="153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56" name="Oval 19"/>
              <p:cNvSpPr>
                <a:spLocks noChangeArrowheads="1"/>
              </p:cNvSpPr>
              <p:nvPr/>
            </p:nvSpPr>
            <p:spPr bwMode="auto">
              <a:xfrm>
                <a:off x="2112" y="172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sp>
          <p:nvSpPr>
            <p:cNvPr id="26649" name="Oval 20"/>
            <p:cNvSpPr>
              <a:spLocks noChangeArrowheads="1"/>
            </p:cNvSpPr>
            <p:nvPr/>
          </p:nvSpPr>
          <p:spPr bwMode="auto">
            <a:xfrm>
              <a:off x="2352" y="129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50" name="Oval 21"/>
            <p:cNvSpPr>
              <a:spLocks noChangeArrowheads="1"/>
            </p:cNvSpPr>
            <p:nvPr/>
          </p:nvSpPr>
          <p:spPr bwMode="auto">
            <a:xfrm>
              <a:off x="2544" y="129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51" name="Oval 22"/>
            <p:cNvSpPr>
              <a:spLocks noChangeArrowheads="1"/>
            </p:cNvSpPr>
            <p:nvPr/>
          </p:nvSpPr>
          <p:spPr bwMode="auto">
            <a:xfrm>
              <a:off x="2112" y="153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52" name="Oval 23"/>
            <p:cNvSpPr>
              <a:spLocks noChangeArrowheads="1"/>
            </p:cNvSpPr>
            <p:nvPr/>
          </p:nvSpPr>
          <p:spPr bwMode="auto">
            <a:xfrm>
              <a:off x="2112" y="172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grpSp>
        <p:nvGrpSpPr>
          <p:cNvPr id="26630" name="Group 24"/>
          <p:cNvGrpSpPr>
            <a:grpSpLocks/>
          </p:cNvGrpSpPr>
          <p:nvPr/>
        </p:nvGrpSpPr>
        <p:grpSpPr bwMode="auto">
          <a:xfrm>
            <a:off x="4919247" y="5320320"/>
            <a:ext cx="2895600" cy="762000"/>
            <a:chOff x="2112" y="3120"/>
            <a:chExt cx="1824" cy="480"/>
          </a:xfrm>
        </p:grpSpPr>
        <p:grpSp>
          <p:nvGrpSpPr>
            <p:cNvPr id="26631" name="Group 25"/>
            <p:cNvGrpSpPr>
              <a:grpSpLocks/>
            </p:cNvGrpSpPr>
            <p:nvPr/>
          </p:nvGrpSpPr>
          <p:grpSpPr bwMode="auto">
            <a:xfrm>
              <a:off x="2832" y="3120"/>
              <a:ext cx="336" cy="480"/>
              <a:chOff x="2832" y="3120"/>
              <a:chExt cx="336" cy="480"/>
            </a:xfrm>
          </p:grpSpPr>
          <p:grpSp>
            <p:nvGrpSpPr>
              <p:cNvPr id="26636" name="Group 26"/>
              <p:cNvGrpSpPr>
                <a:grpSpLocks/>
              </p:cNvGrpSpPr>
              <p:nvPr/>
            </p:nvGrpSpPr>
            <p:grpSpPr bwMode="auto">
              <a:xfrm>
                <a:off x="2832" y="3120"/>
                <a:ext cx="336" cy="288"/>
                <a:chOff x="2880" y="2208"/>
                <a:chExt cx="336" cy="288"/>
              </a:xfrm>
            </p:grpSpPr>
            <p:sp>
              <p:nvSpPr>
                <p:cNvPr id="26640" name="Oval 27"/>
                <p:cNvSpPr>
                  <a:spLocks noChangeArrowheads="1"/>
                </p:cNvSpPr>
                <p:nvPr/>
              </p:nvSpPr>
              <p:spPr bwMode="auto">
                <a:xfrm>
                  <a:off x="2880" y="220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41" name="Oval 28"/>
                <p:cNvSpPr>
                  <a:spLocks noChangeArrowheads="1"/>
                </p:cNvSpPr>
                <p:nvPr/>
              </p:nvSpPr>
              <p:spPr bwMode="auto">
                <a:xfrm>
                  <a:off x="2880" y="2400"/>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42" name="Oval 29"/>
                <p:cNvSpPr>
                  <a:spLocks noChangeArrowheads="1"/>
                </p:cNvSpPr>
                <p:nvPr/>
              </p:nvSpPr>
              <p:spPr bwMode="auto">
                <a:xfrm>
                  <a:off x="3120" y="2400"/>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43" name="Oval 30"/>
                <p:cNvSpPr>
                  <a:spLocks noChangeArrowheads="1"/>
                </p:cNvSpPr>
                <p:nvPr/>
              </p:nvSpPr>
              <p:spPr bwMode="auto">
                <a:xfrm>
                  <a:off x="3120" y="2208"/>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grpSp>
            <p:nvGrpSpPr>
              <p:cNvPr id="26637" name="Group 31"/>
              <p:cNvGrpSpPr>
                <a:grpSpLocks/>
              </p:cNvGrpSpPr>
              <p:nvPr/>
            </p:nvGrpSpPr>
            <p:grpSpPr bwMode="auto">
              <a:xfrm>
                <a:off x="2832" y="3504"/>
                <a:ext cx="336" cy="96"/>
                <a:chOff x="1536" y="3456"/>
                <a:chExt cx="336" cy="96"/>
              </a:xfrm>
            </p:grpSpPr>
            <p:sp>
              <p:nvSpPr>
                <p:cNvPr id="26638" name="Oval 32"/>
                <p:cNvSpPr>
                  <a:spLocks noChangeArrowheads="1"/>
                </p:cNvSpPr>
                <p:nvPr/>
              </p:nvSpPr>
              <p:spPr bwMode="auto">
                <a:xfrm>
                  <a:off x="1536" y="345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39" name="Oval 33"/>
                <p:cNvSpPr>
                  <a:spLocks noChangeArrowheads="1"/>
                </p:cNvSpPr>
                <p:nvPr/>
              </p:nvSpPr>
              <p:spPr bwMode="auto">
                <a:xfrm>
                  <a:off x="1776" y="345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grpSp>
        <p:sp>
          <p:nvSpPr>
            <p:cNvPr id="26632" name="Oval 34"/>
            <p:cNvSpPr>
              <a:spLocks noChangeArrowheads="1"/>
            </p:cNvSpPr>
            <p:nvPr/>
          </p:nvSpPr>
          <p:spPr bwMode="auto">
            <a:xfrm>
              <a:off x="2112" y="3264"/>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33" name="Oval 35"/>
            <p:cNvSpPr>
              <a:spLocks noChangeArrowheads="1"/>
            </p:cNvSpPr>
            <p:nvPr/>
          </p:nvSpPr>
          <p:spPr bwMode="auto">
            <a:xfrm>
              <a:off x="2112" y="345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34" name="Oval 36"/>
            <p:cNvSpPr>
              <a:spLocks noChangeArrowheads="1"/>
            </p:cNvSpPr>
            <p:nvPr/>
          </p:nvSpPr>
          <p:spPr bwMode="auto">
            <a:xfrm>
              <a:off x="3840" y="3264"/>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6635" name="Oval 37"/>
            <p:cNvSpPr>
              <a:spLocks noChangeArrowheads="1"/>
            </p:cNvSpPr>
            <p:nvPr/>
          </p:nvSpPr>
          <p:spPr bwMode="auto">
            <a:xfrm>
              <a:off x="3840" y="3456"/>
              <a:ext cx="96" cy="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sp>
        <p:nvSpPr>
          <p:cNvPr id="4" name="Slide Number Placeholder 3"/>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34</a:t>
            </a:fld>
            <a:endParaRPr lang="en-US" altLang="en-US" dirty="0">
              <a:solidFill>
                <a:srgbClr val="000000"/>
              </a:solidFill>
              <a:ea typeface="Geneva" pitchFamily="-107" charset="-128"/>
            </a:endParaRPr>
          </a:p>
        </p:txBody>
      </p:sp>
      <p:sp>
        <p:nvSpPr>
          <p:cNvPr id="5" name="Rectangle 4"/>
          <p:cNvSpPr/>
          <p:nvPr/>
        </p:nvSpPr>
        <p:spPr>
          <a:xfrm>
            <a:off x="8097210" y="2554397"/>
            <a:ext cx="3998580" cy="2246769"/>
          </a:xfrm>
          <a:prstGeom prst="rect">
            <a:avLst/>
          </a:prstGeom>
        </p:spPr>
        <p:txBody>
          <a:bodyPr wrap="square">
            <a:spAutoFit/>
          </a:bodyPr>
          <a:lstStyle/>
          <a:p>
            <a:pPr algn="just"/>
            <a:r>
              <a:rPr lang="en-US" sz="2000" b="1" dirty="0">
                <a:solidFill>
                  <a:srgbClr val="C00000"/>
                </a:solidFill>
              </a:rPr>
              <a:t>The number of shared pairs</a:t>
            </a:r>
          </a:p>
          <a:p>
            <a:pPr marL="800100" lvl="1" indent="-342900" algn="just">
              <a:buFont typeface="Arial" panose="020B0604020202020204" pitchFamily="34" charset="0"/>
              <a:buChar char="•"/>
            </a:pPr>
            <a:r>
              <a:rPr lang="en-US" sz="2000" b="1" dirty="0">
                <a:solidFill>
                  <a:srgbClr val="C00000"/>
                </a:solidFill>
              </a:rPr>
              <a:t>one shared pair forms a single bond</a:t>
            </a:r>
          </a:p>
          <a:p>
            <a:pPr marL="800100" lvl="1" indent="-342900" algn="just">
              <a:buFont typeface="Arial" panose="020B0604020202020204" pitchFamily="34" charset="0"/>
              <a:buChar char="•"/>
            </a:pPr>
            <a:r>
              <a:rPr lang="en-US" sz="2000" b="1" dirty="0">
                <a:solidFill>
                  <a:srgbClr val="C00000"/>
                </a:solidFill>
              </a:rPr>
              <a:t>two shared pairs form a double bond</a:t>
            </a:r>
          </a:p>
          <a:p>
            <a:pPr marL="800100" lvl="1" indent="-342900" algn="just">
              <a:buFont typeface="Arial" panose="020B0604020202020204" pitchFamily="34" charset="0"/>
              <a:buChar char="•"/>
            </a:pPr>
            <a:r>
              <a:rPr lang="en-US" sz="2000" b="1" dirty="0">
                <a:solidFill>
                  <a:srgbClr val="C00000"/>
                </a:solidFill>
              </a:rPr>
              <a:t>three shared pairs form a triple bond</a:t>
            </a:r>
          </a:p>
        </p:txBody>
      </p:sp>
      <mc:AlternateContent xmlns:mc="http://schemas.openxmlformats.org/markup-compatibility/2006">
        <mc:Choice xmlns:p14="http://schemas.microsoft.com/office/powerpoint/2010/main" Requires="p14">
          <p:contentPart p14:bwMode="auto" r:id="rId3">
            <p14:nvContentPartPr>
              <p14:cNvPr id="6" name="Ink 5"/>
              <p14:cNvContentPartPr/>
              <p14:nvPr/>
            </p14:nvContentPartPr>
            <p14:xfrm>
              <a:off x="1360080" y="1578240"/>
              <a:ext cx="9687960" cy="4209480"/>
            </p14:xfrm>
          </p:contentPart>
        </mc:Choice>
        <mc:Fallback>
          <p:pic>
            <p:nvPicPr>
              <p:cNvPr id="6" name="Ink 5"/>
              <p:cNvPicPr/>
              <p:nvPr/>
            </p:nvPicPr>
            <p:blipFill>
              <a:blip r:embed="rId4"/>
              <a:stretch>
                <a:fillRect/>
              </a:stretch>
            </p:blipFill>
            <p:spPr>
              <a:xfrm>
                <a:off x="1350720" y="1568880"/>
                <a:ext cx="9706680" cy="4228200"/>
              </a:xfrm>
              <a:prstGeom prst="rect">
                <a:avLst/>
              </a:prstGeom>
            </p:spPr>
          </p:pic>
        </mc:Fallback>
      </mc:AlternateContent>
    </p:spTree>
    <p:extLst>
      <p:ext uri="{BB962C8B-B14F-4D97-AF65-F5344CB8AC3E}">
        <p14:creationId xmlns:p14="http://schemas.microsoft.com/office/powerpoint/2010/main" val="2558205677"/>
      </p:ext>
    </p:extLst>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394234" y="-1023"/>
            <a:ext cx="9883365" cy="1143000"/>
          </a:xfrm>
        </p:spPr>
        <p:txBody>
          <a:bodyPr/>
          <a:lstStyle/>
          <a:p>
            <a:pPr eaLnBrk="1" hangingPunct="1">
              <a:defRPr/>
            </a:pPr>
            <a:r>
              <a:rPr lang="en-US" sz="4800" b="1" dirty="0">
                <a:solidFill>
                  <a:srgbClr val="BC010F"/>
                </a:solidFill>
              </a:rPr>
              <a:t>Lewis dot structures of molecules</a:t>
            </a:r>
            <a:endParaRPr lang="en-US" sz="4800" b="1" dirty="0"/>
          </a:p>
        </p:txBody>
      </p:sp>
      <p:sp>
        <p:nvSpPr>
          <p:cNvPr id="38915" name="Rectangle 3"/>
          <p:cNvSpPr>
            <a:spLocks noGrp="1" noChangeArrowheads="1"/>
          </p:cNvSpPr>
          <p:nvPr>
            <p:ph type="body" idx="1"/>
          </p:nvPr>
        </p:nvSpPr>
        <p:spPr>
          <a:xfrm>
            <a:off x="2057400" y="914400"/>
            <a:ext cx="7772400" cy="5638800"/>
          </a:xfrm>
        </p:spPr>
        <p:txBody>
          <a:bodyPr/>
          <a:lstStyle/>
          <a:p>
            <a:pPr eaLnBrk="1" hangingPunct="1">
              <a:buFontTx/>
              <a:buNone/>
            </a:pPr>
            <a:endParaRPr lang="en-US" altLang="en-US" sz="4800" dirty="0"/>
          </a:p>
          <a:p>
            <a:pPr eaLnBrk="1" hangingPunct="1">
              <a:buFontTx/>
              <a:buNone/>
            </a:pPr>
            <a:r>
              <a:rPr lang="en-US" altLang="en-US" sz="4800" dirty="0"/>
              <a:t>H</a:t>
            </a:r>
            <a:r>
              <a:rPr lang="en-US" altLang="en-US" sz="4800" baseline="-25000" dirty="0"/>
              <a:t>2</a:t>
            </a:r>
            <a:endParaRPr lang="en-US" altLang="en-US" sz="4800" dirty="0"/>
          </a:p>
          <a:p>
            <a:pPr eaLnBrk="1" hangingPunct="1">
              <a:buFontTx/>
              <a:buNone/>
            </a:pPr>
            <a:r>
              <a:rPr lang="en-US" altLang="en-US" dirty="0"/>
              <a:t>	</a:t>
            </a:r>
          </a:p>
          <a:p>
            <a:pPr eaLnBrk="1" hangingPunct="1">
              <a:buFontTx/>
              <a:buNone/>
            </a:pPr>
            <a:endParaRPr lang="en-US" altLang="en-US"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35</a:t>
            </a:fld>
            <a:endParaRPr lang="en-US" altLang="en-US">
              <a:solidFill>
                <a:srgbClr val="000000"/>
              </a:solidFill>
              <a:ea typeface="Geneva" pitchFamily="-107" charset="-128"/>
            </a:endParaRPr>
          </a:p>
        </p:txBody>
      </p:sp>
      <p:pic>
        <p:nvPicPr>
          <p:cNvPr id="9" name="Picture 8" descr="Image result for electron dot for hydrogen gas"/>
          <p:cNvPicPr/>
          <p:nvPr/>
        </p:nvPicPr>
        <p:blipFill rotWithShape="1">
          <a:blip r:embed="rId3">
            <a:extLst>
              <a:ext uri="{28A0092B-C50C-407E-A947-70E740481C1C}">
                <a14:useLocalDpi xmlns:a14="http://schemas.microsoft.com/office/drawing/2010/main" val="0"/>
              </a:ext>
            </a:extLst>
          </a:blip>
          <a:srcRect l="19091" t="62287" r="17181" b="4776"/>
          <a:stretch/>
        </p:blipFill>
        <p:spPr bwMode="auto">
          <a:xfrm>
            <a:off x="4740438" y="3263265"/>
            <a:ext cx="1821815" cy="94107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08001632"/>
      </p:ext>
    </p:extLst>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2057400" y="914400"/>
            <a:ext cx="8305800" cy="4114800"/>
          </a:xfrm>
        </p:spPr>
        <p:txBody>
          <a:bodyPr/>
          <a:lstStyle/>
          <a:p>
            <a:pPr eaLnBrk="1" hangingPunct="1">
              <a:buFontTx/>
              <a:buNone/>
            </a:pPr>
            <a:endParaRPr lang="en-US" altLang="en-US" sz="4800" dirty="0"/>
          </a:p>
          <a:p>
            <a:pPr eaLnBrk="1" hangingPunct="1">
              <a:buFontTx/>
              <a:buNone/>
            </a:pPr>
            <a:r>
              <a:rPr lang="en-US" altLang="en-US" sz="4800" dirty="0"/>
              <a:t>CH</a:t>
            </a:r>
            <a:r>
              <a:rPr lang="en-US" altLang="en-US" sz="4800" baseline="-25000" dirty="0"/>
              <a:t>4</a:t>
            </a:r>
            <a:endParaRPr lang="en-US" altLang="en-US" sz="4800" dirty="0"/>
          </a:p>
          <a:p>
            <a:pPr eaLnBrk="1" hangingPunct="1">
              <a:buFontTx/>
              <a:buNone/>
            </a:pPr>
            <a:r>
              <a:rPr lang="en-US" altLang="en-US" dirty="0"/>
              <a:t>	</a:t>
            </a:r>
          </a:p>
          <a:p>
            <a:pPr eaLnBrk="1" hangingPunct="1">
              <a:buFontTx/>
              <a:buNone/>
            </a:pPr>
            <a:endParaRPr lang="en-US" altLang="en-US"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36</a:t>
            </a:fld>
            <a:endParaRPr lang="en-US" altLang="en-US">
              <a:solidFill>
                <a:srgbClr val="000000"/>
              </a:solidFill>
              <a:ea typeface="Geneva" pitchFamily="-107" charset="-128"/>
            </a:endParaRPr>
          </a:p>
        </p:txBody>
      </p:sp>
      <p:pic>
        <p:nvPicPr>
          <p:cNvPr id="6" name="Picture 5" descr="Image result for lewis dot for methane"/>
          <p:cNvPicPr/>
          <p:nvPr/>
        </p:nvPicPr>
        <p:blipFill rotWithShape="1">
          <a:blip r:embed="rId3">
            <a:extLst>
              <a:ext uri="{28A0092B-C50C-407E-A947-70E740481C1C}">
                <a14:useLocalDpi xmlns:a14="http://schemas.microsoft.com/office/drawing/2010/main" val="0"/>
              </a:ext>
            </a:extLst>
          </a:blip>
          <a:srcRect l="8208" t="5776" r="9435" b="5180"/>
          <a:stretch/>
        </p:blipFill>
        <p:spPr bwMode="auto">
          <a:xfrm>
            <a:off x="4824743" y="3124200"/>
            <a:ext cx="2057400" cy="1905000"/>
          </a:xfrm>
          <a:prstGeom prst="rect">
            <a:avLst/>
          </a:prstGeom>
          <a:noFill/>
          <a:ln>
            <a:noFill/>
          </a:ln>
          <a:extLst>
            <a:ext uri="{53640926-AAD7-44D8-BBD7-CCE9431645EC}">
              <a14:shadowObscured xmlns:a14="http://schemas.microsoft.com/office/drawing/2010/main"/>
            </a:ext>
          </a:extLst>
        </p:spPr>
      </p:pic>
      <p:sp>
        <p:nvSpPr>
          <p:cNvPr id="7" name="Rectangle 2"/>
          <p:cNvSpPr>
            <a:spLocks noGrp="1" noChangeArrowheads="1"/>
          </p:cNvSpPr>
          <p:nvPr>
            <p:ph type="title"/>
          </p:nvPr>
        </p:nvSpPr>
        <p:spPr>
          <a:xfrm>
            <a:off x="1394234" y="-1023"/>
            <a:ext cx="9883365" cy="1143000"/>
          </a:xfrm>
        </p:spPr>
        <p:txBody>
          <a:bodyPr/>
          <a:lstStyle/>
          <a:p>
            <a:pPr eaLnBrk="1" hangingPunct="1">
              <a:defRPr/>
            </a:pPr>
            <a:r>
              <a:rPr lang="en-US" sz="4800" b="1" dirty="0">
                <a:solidFill>
                  <a:srgbClr val="BC010F"/>
                </a:solidFill>
              </a:rPr>
              <a:t>Lewis dot structures of molecules</a:t>
            </a:r>
            <a:endParaRPr lang="en-US" sz="4800" b="1" dirty="0"/>
          </a:p>
        </p:txBody>
      </p:sp>
    </p:spTree>
    <p:extLst>
      <p:ext uri="{BB962C8B-B14F-4D97-AF65-F5344CB8AC3E}">
        <p14:creationId xmlns:p14="http://schemas.microsoft.com/office/powerpoint/2010/main" val="3730170787"/>
      </p:ext>
    </p:extLst>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2057400" y="914400"/>
            <a:ext cx="7772400" cy="4114800"/>
          </a:xfrm>
        </p:spPr>
        <p:txBody>
          <a:bodyPr/>
          <a:lstStyle/>
          <a:p>
            <a:pPr eaLnBrk="1" hangingPunct="1">
              <a:buFontTx/>
              <a:buNone/>
            </a:pPr>
            <a:endParaRPr lang="en-US" altLang="en-US" sz="4800" dirty="0"/>
          </a:p>
          <a:p>
            <a:pPr eaLnBrk="1" hangingPunct="1">
              <a:buFontTx/>
              <a:buNone/>
            </a:pPr>
            <a:r>
              <a:rPr lang="en-US" altLang="en-US" sz="4800" dirty="0"/>
              <a:t>NH</a:t>
            </a:r>
            <a:r>
              <a:rPr lang="en-US" altLang="en-US" sz="4800" baseline="-25000" dirty="0"/>
              <a:t>3</a:t>
            </a:r>
            <a:endParaRPr lang="en-US" altLang="en-US" sz="4800" dirty="0"/>
          </a:p>
          <a:p>
            <a:pPr eaLnBrk="1" hangingPunct="1">
              <a:buFontTx/>
              <a:buNone/>
            </a:pPr>
            <a:r>
              <a:rPr lang="en-US" altLang="en-US" dirty="0"/>
              <a:t>	</a:t>
            </a:r>
          </a:p>
          <a:p>
            <a:pPr eaLnBrk="1" hangingPunct="1">
              <a:buFontTx/>
              <a:buNone/>
            </a:pPr>
            <a:endParaRPr lang="en-US" altLang="en-US"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37</a:t>
            </a:fld>
            <a:endParaRPr lang="en-US" altLang="en-US">
              <a:solidFill>
                <a:srgbClr val="000000"/>
              </a:solidFill>
              <a:ea typeface="Geneva" pitchFamily="-107" charset="-128"/>
            </a:endParaRPr>
          </a:p>
        </p:txBody>
      </p:sp>
      <p:pic>
        <p:nvPicPr>
          <p:cNvPr id="6" name="Picture 5" descr="http://pages.uoregon.edu/ch111/images/nh3dot.gif"/>
          <p:cNvPicPr/>
          <p:nvPr/>
        </p:nvPicPr>
        <p:blipFill>
          <a:blip r:embed="rId3">
            <a:extLst>
              <a:ext uri="{28A0092B-C50C-407E-A947-70E740481C1C}">
                <a14:useLocalDpi xmlns:a14="http://schemas.microsoft.com/office/drawing/2010/main" val="0"/>
              </a:ext>
            </a:extLst>
          </a:blip>
          <a:srcRect/>
          <a:stretch>
            <a:fillRect/>
          </a:stretch>
        </p:blipFill>
        <p:spPr bwMode="auto">
          <a:xfrm>
            <a:off x="3777320" y="3236916"/>
            <a:ext cx="3807460" cy="2026920"/>
          </a:xfrm>
          <a:prstGeom prst="rect">
            <a:avLst/>
          </a:prstGeom>
          <a:noFill/>
          <a:ln>
            <a:noFill/>
          </a:ln>
        </p:spPr>
      </p:pic>
      <p:sp>
        <p:nvSpPr>
          <p:cNvPr id="8" name="Rectangle 2"/>
          <p:cNvSpPr>
            <a:spLocks noGrp="1" noChangeArrowheads="1"/>
          </p:cNvSpPr>
          <p:nvPr>
            <p:ph type="title"/>
          </p:nvPr>
        </p:nvSpPr>
        <p:spPr>
          <a:xfrm>
            <a:off x="1394234" y="-1023"/>
            <a:ext cx="9883365" cy="1143000"/>
          </a:xfrm>
        </p:spPr>
        <p:txBody>
          <a:bodyPr/>
          <a:lstStyle/>
          <a:p>
            <a:pPr eaLnBrk="1" hangingPunct="1">
              <a:defRPr/>
            </a:pPr>
            <a:r>
              <a:rPr lang="en-US" sz="4800" b="1" dirty="0">
                <a:solidFill>
                  <a:srgbClr val="BC010F"/>
                </a:solidFill>
              </a:rPr>
              <a:t>Lewis dot structures of molecules</a:t>
            </a:r>
            <a:endParaRPr lang="en-US" sz="4800" b="1" dirty="0"/>
          </a:p>
        </p:txBody>
      </p:sp>
      <mc:AlternateContent xmlns:mc="http://schemas.openxmlformats.org/markup-compatibility/2006">
        <mc:Choice xmlns:p14="http://schemas.microsoft.com/office/powerpoint/2010/main" Requires="p14">
          <p:contentPart p14:bwMode="auto" r:id="rId4">
            <p14:nvContentPartPr>
              <p14:cNvPr id="3" name="Ink 2"/>
              <p14:cNvContentPartPr/>
              <p14:nvPr/>
            </p14:nvContentPartPr>
            <p14:xfrm>
              <a:off x="8211240" y="3462480"/>
              <a:ext cx="1684800" cy="1270440"/>
            </p14:xfrm>
          </p:contentPart>
        </mc:Choice>
        <mc:Fallback>
          <p:pic>
            <p:nvPicPr>
              <p:cNvPr id="3" name="Ink 2"/>
              <p:cNvPicPr/>
              <p:nvPr/>
            </p:nvPicPr>
            <p:blipFill>
              <a:blip r:embed="rId5"/>
              <a:stretch>
                <a:fillRect/>
              </a:stretch>
            </p:blipFill>
            <p:spPr>
              <a:xfrm>
                <a:off x="8201880" y="3453120"/>
                <a:ext cx="1703520" cy="1289160"/>
              </a:xfrm>
              <a:prstGeom prst="rect">
                <a:avLst/>
              </a:prstGeom>
            </p:spPr>
          </p:pic>
        </mc:Fallback>
      </mc:AlternateContent>
    </p:spTree>
    <p:extLst>
      <p:ext uri="{BB962C8B-B14F-4D97-AF65-F5344CB8AC3E}">
        <p14:creationId xmlns:p14="http://schemas.microsoft.com/office/powerpoint/2010/main" val="171298895"/>
      </p:ext>
    </p:extLst>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2057400" y="914400"/>
            <a:ext cx="8305800" cy="4114800"/>
          </a:xfrm>
        </p:spPr>
        <p:txBody>
          <a:bodyPr/>
          <a:lstStyle/>
          <a:p>
            <a:pPr eaLnBrk="1" hangingPunct="1">
              <a:buFontTx/>
              <a:buNone/>
            </a:pPr>
            <a:r>
              <a:rPr lang="en-US" altLang="en-US" sz="4800" dirty="0"/>
              <a:t>CO</a:t>
            </a:r>
            <a:r>
              <a:rPr lang="en-US" altLang="en-US" sz="4800" baseline="-25000" dirty="0"/>
              <a:t>2</a:t>
            </a:r>
            <a:endParaRPr lang="en-US" altLang="en-US" sz="4800" dirty="0"/>
          </a:p>
          <a:p>
            <a:pPr eaLnBrk="1" hangingPunct="1">
              <a:buNone/>
            </a:pPr>
            <a:r>
              <a:rPr lang="en-US" altLang="en-US" dirty="0"/>
              <a:t>	Carbon is the central atom</a:t>
            </a:r>
          </a:p>
          <a:p>
            <a:pPr eaLnBrk="1" hangingPunct="1">
              <a:buFontTx/>
              <a:buNone/>
            </a:pPr>
            <a:endParaRPr lang="en-US" altLang="en-US" dirty="0"/>
          </a:p>
          <a:p>
            <a:pPr eaLnBrk="1" hangingPunct="1">
              <a:buFontTx/>
              <a:buNone/>
            </a:pPr>
            <a:endParaRPr lang="en-US" altLang="en-US"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38</a:t>
            </a:fld>
            <a:endParaRPr lang="en-US" altLang="en-US">
              <a:solidFill>
                <a:srgbClr val="000000"/>
              </a:solidFill>
              <a:ea typeface="Geneva" pitchFamily="-107" charset="-128"/>
            </a:endParaRPr>
          </a:p>
        </p:txBody>
      </p:sp>
      <p:grpSp>
        <p:nvGrpSpPr>
          <p:cNvPr id="6" name="Group 5"/>
          <p:cNvGrpSpPr/>
          <p:nvPr/>
        </p:nvGrpSpPr>
        <p:grpSpPr>
          <a:xfrm>
            <a:off x="4398243" y="2990942"/>
            <a:ext cx="2895600" cy="1447800"/>
            <a:chOff x="4343400" y="5029200"/>
            <a:chExt cx="2895600" cy="1447800"/>
          </a:xfrm>
        </p:grpSpPr>
        <p:pic>
          <p:nvPicPr>
            <p:cNvPr id="5" name="Picture 4" descr="https://upload.wikimedia.org/wikipedia/commons/6/65/Carbon-dioxide-octet-dot-cross-2D.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5029200"/>
              <a:ext cx="2895600" cy="1447800"/>
            </a:xfrm>
            <a:prstGeom prst="rect">
              <a:avLst/>
            </a:prstGeom>
            <a:noFill/>
            <a:ln>
              <a:noFill/>
            </a:ln>
          </p:spPr>
        </p:pic>
        <p:cxnSp>
          <p:nvCxnSpPr>
            <p:cNvPr id="4" name="Straight Connector 3"/>
            <p:cNvCxnSpPr/>
            <p:nvPr/>
          </p:nvCxnSpPr>
          <p:spPr bwMode="auto">
            <a:xfrm>
              <a:off x="5029200" y="5562600"/>
              <a:ext cx="609600" cy="0"/>
            </a:xfrm>
            <a:prstGeom prst="line">
              <a:avLst/>
            </a:prstGeom>
            <a:solidFill>
              <a:schemeClr val="accent1"/>
            </a:solidFill>
            <a:ln w="76200" cap="flat" cmpd="sng" algn="ctr">
              <a:solidFill>
                <a:srgbClr val="FF0000"/>
              </a:solidFill>
              <a:prstDash val="solid"/>
              <a:round/>
              <a:headEnd type="none" w="med" len="med"/>
              <a:tailEnd type="none" w="med" len="med"/>
            </a:ln>
            <a:effectLst/>
          </p:spPr>
        </p:cxnSp>
        <p:cxnSp>
          <p:nvCxnSpPr>
            <p:cNvPr id="8" name="Straight Connector 7"/>
            <p:cNvCxnSpPr/>
            <p:nvPr/>
          </p:nvCxnSpPr>
          <p:spPr bwMode="auto">
            <a:xfrm>
              <a:off x="5029200" y="5943600"/>
              <a:ext cx="609600" cy="0"/>
            </a:xfrm>
            <a:prstGeom prst="line">
              <a:avLst/>
            </a:prstGeom>
            <a:solidFill>
              <a:schemeClr val="accent1"/>
            </a:solidFill>
            <a:ln w="76200" cap="flat" cmpd="sng" algn="ctr">
              <a:solidFill>
                <a:srgbClr val="FF0000"/>
              </a:solidFill>
              <a:prstDash val="solid"/>
              <a:round/>
              <a:headEnd type="none" w="med" len="med"/>
              <a:tailEnd type="none" w="med" len="med"/>
            </a:ln>
            <a:effectLst/>
          </p:spPr>
        </p:cxnSp>
        <p:cxnSp>
          <p:nvCxnSpPr>
            <p:cNvPr id="9" name="Straight Connector 8"/>
            <p:cNvCxnSpPr/>
            <p:nvPr/>
          </p:nvCxnSpPr>
          <p:spPr bwMode="auto">
            <a:xfrm>
              <a:off x="6019800" y="5562600"/>
              <a:ext cx="609600" cy="0"/>
            </a:xfrm>
            <a:prstGeom prst="line">
              <a:avLst/>
            </a:prstGeom>
            <a:solidFill>
              <a:schemeClr val="accent1"/>
            </a:solidFill>
            <a:ln w="76200" cap="flat" cmpd="sng" algn="ctr">
              <a:solidFill>
                <a:srgbClr val="FF0000"/>
              </a:solidFill>
              <a:prstDash val="solid"/>
              <a:round/>
              <a:headEnd type="none" w="med" len="med"/>
              <a:tailEnd type="none" w="med" len="med"/>
            </a:ln>
            <a:effectLst/>
          </p:spPr>
        </p:cxnSp>
        <p:cxnSp>
          <p:nvCxnSpPr>
            <p:cNvPr id="10" name="Straight Connector 9"/>
            <p:cNvCxnSpPr/>
            <p:nvPr/>
          </p:nvCxnSpPr>
          <p:spPr bwMode="auto">
            <a:xfrm>
              <a:off x="6019800" y="5943600"/>
              <a:ext cx="609600" cy="0"/>
            </a:xfrm>
            <a:prstGeom prst="line">
              <a:avLst/>
            </a:prstGeom>
            <a:solidFill>
              <a:schemeClr val="accent1"/>
            </a:solidFill>
            <a:ln w="76200" cap="flat" cmpd="sng" algn="ctr">
              <a:solidFill>
                <a:srgbClr val="FF0000"/>
              </a:solidFill>
              <a:prstDash val="solid"/>
              <a:round/>
              <a:headEnd type="none" w="med" len="med"/>
              <a:tailEnd type="none" w="med" len="med"/>
            </a:ln>
            <a:effectLst/>
          </p:spPr>
        </p:cxnSp>
      </p:grpSp>
      <p:sp>
        <p:nvSpPr>
          <p:cNvPr id="11" name="Rectangle 2"/>
          <p:cNvSpPr>
            <a:spLocks noGrp="1" noChangeArrowheads="1"/>
          </p:cNvSpPr>
          <p:nvPr>
            <p:ph type="title"/>
          </p:nvPr>
        </p:nvSpPr>
        <p:spPr>
          <a:xfrm>
            <a:off x="1394234" y="-1023"/>
            <a:ext cx="9883365" cy="1143000"/>
          </a:xfrm>
        </p:spPr>
        <p:txBody>
          <a:bodyPr/>
          <a:lstStyle/>
          <a:p>
            <a:pPr eaLnBrk="1" hangingPunct="1">
              <a:defRPr/>
            </a:pPr>
            <a:r>
              <a:rPr lang="en-US" sz="4800" b="1" dirty="0">
                <a:solidFill>
                  <a:srgbClr val="BC010F"/>
                </a:solidFill>
              </a:rPr>
              <a:t>Lewis dot structures of molecules</a:t>
            </a:r>
            <a:endParaRPr lang="en-US" sz="4800" b="1" dirty="0"/>
          </a:p>
        </p:txBody>
      </p:sp>
      <mc:AlternateContent xmlns:mc="http://schemas.openxmlformats.org/markup-compatibility/2006">
        <mc:Choice xmlns:p14="http://schemas.microsoft.com/office/powerpoint/2010/main" Requires="p14">
          <p:contentPart p14:bwMode="auto" r:id="rId4">
            <p14:nvContentPartPr>
              <p14:cNvPr id="3" name="Ink 2"/>
              <p14:cNvContentPartPr/>
              <p14:nvPr/>
            </p14:nvContentPartPr>
            <p14:xfrm>
              <a:off x="1150920" y="1592280"/>
              <a:ext cx="9018000" cy="4215960"/>
            </p14:xfrm>
          </p:contentPart>
        </mc:Choice>
        <mc:Fallback>
          <p:pic>
            <p:nvPicPr>
              <p:cNvPr id="3" name="Ink 2"/>
              <p:cNvPicPr/>
              <p:nvPr/>
            </p:nvPicPr>
            <p:blipFill>
              <a:blip r:embed="rId5"/>
              <a:stretch>
                <a:fillRect/>
              </a:stretch>
            </p:blipFill>
            <p:spPr>
              <a:xfrm>
                <a:off x="1141560" y="1582920"/>
                <a:ext cx="9036720" cy="4234680"/>
              </a:xfrm>
              <a:prstGeom prst="rect">
                <a:avLst/>
              </a:prstGeom>
            </p:spPr>
          </p:pic>
        </mc:Fallback>
      </mc:AlternateContent>
    </p:spTree>
    <p:extLst>
      <p:ext uri="{BB962C8B-B14F-4D97-AF65-F5344CB8AC3E}">
        <p14:creationId xmlns:p14="http://schemas.microsoft.com/office/powerpoint/2010/main" val="2281242969"/>
      </p:ext>
    </p:extLst>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1273520" y="914400"/>
            <a:ext cx="10004079" cy="5334000"/>
          </a:xfrm>
        </p:spPr>
        <p:txBody>
          <a:bodyPr/>
          <a:lstStyle/>
          <a:p>
            <a:pPr eaLnBrk="1" hangingPunct="1">
              <a:buFontTx/>
              <a:buNone/>
            </a:pPr>
            <a:r>
              <a:rPr lang="en-US" altLang="en-US" sz="5400" dirty="0"/>
              <a:t>BCl</a:t>
            </a:r>
            <a:r>
              <a:rPr lang="en-US" altLang="en-US" sz="5400" baseline="-25000" dirty="0"/>
              <a:t>3 </a:t>
            </a:r>
          </a:p>
          <a:p>
            <a:pPr algn="just" eaLnBrk="1" hangingPunct="1">
              <a:buFontTx/>
              <a:buNone/>
            </a:pPr>
            <a:r>
              <a:rPr lang="en-US" altLang="en-US" sz="3200" dirty="0"/>
              <a:t>boron only needs 6 valence electrons, it is an exception.</a:t>
            </a:r>
            <a:r>
              <a:rPr lang="en-US" altLang="en-US" sz="3200" baseline="-25000" dirty="0"/>
              <a:t> </a:t>
            </a:r>
            <a:endParaRPr lang="en-US" altLang="en-US" sz="2800" dirty="0"/>
          </a:p>
          <a:p>
            <a:pPr eaLnBrk="1" hangingPunct="1">
              <a:buFontTx/>
              <a:buNone/>
            </a:pPr>
            <a:r>
              <a:rPr lang="en-US" altLang="en-US" sz="4000" dirty="0"/>
              <a:t>	</a:t>
            </a:r>
          </a:p>
          <a:p>
            <a:pPr eaLnBrk="1" hangingPunct="1">
              <a:buFontTx/>
              <a:buNone/>
            </a:pPr>
            <a:endParaRPr lang="en-US" altLang="en-US" sz="4000"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39</a:t>
            </a:fld>
            <a:endParaRPr lang="en-US" altLang="en-US">
              <a:solidFill>
                <a:srgbClr val="000000"/>
              </a:solidFill>
              <a:ea typeface="Geneva" pitchFamily="-107" charset="-128"/>
            </a:endParaRPr>
          </a:p>
        </p:txBody>
      </p:sp>
      <p:pic>
        <p:nvPicPr>
          <p:cNvPr id="4" name="Picture 3"/>
          <p:cNvPicPr>
            <a:picLocks noChangeAspect="1"/>
          </p:cNvPicPr>
          <p:nvPr/>
        </p:nvPicPr>
        <p:blipFill>
          <a:blip r:embed="rId3"/>
          <a:stretch>
            <a:fillRect/>
          </a:stretch>
        </p:blipFill>
        <p:spPr>
          <a:xfrm>
            <a:off x="4183456" y="3278109"/>
            <a:ext cx="2473105" cy="1676400"/>
          </a:xfrm>
          <a:prstGeom prst="rect">
            <a:avLst/>
          </a:prstGeom>
        </p:spPr>
      </p:pic>
      <p:sp>
        <p:nvSpPr>
          <p:cNvPr id="7" name="Rectangle 2"/>
          <p:cNvSpPr>
            <a:spLocks noGrp="1" noChangeArrowheads="1"/>
          </p:cNvSpPr>
          <p:nvPr>
            <p:ph type="title"/>
          </p:nvPr>
        </p:nvSpPr>
        <p:spPr>
          <a:xfrm>
            <a:off x="1394234" y="-1023"/>
            <a:ext cx="9883365" cy="1143000"/>
          </a:xfrm>
        </p:spPr>
        <p:txBody>
          <a:bodyPr/>
          <a:lstStyle/>
          <a:p>
            <a:pPr eaLnBrk="1" hangingPunct="1">
              <a:defRPr/>
            </a:pPr>
            <a:r>
              <a:rPr lang="en-US" sz="4800" b="1" dirty="0">
                <a:solidFill>
                  <a:srgbClr val="BC010F"/>
                </a:solidFill>
              </a:rPr>
              <a:t>Lewis dot structures of molecules</a:t>
            </a:r>
            <a:endParaRPr lang="en-US" sz="4800" b="1" dirty="0"/>
          </a:p>
        </p:txBody>
      </p:sp>
      <mc:AlternateContent xmlns:mc="http://schemas.openxmlformats.org/markup-compatibility/2006">
        <mc:Choice xmlns:p14="http://schemas.microsoft.com/office/powerpoint/2010/main" Requires="p14">
          <p:contentPart p14:bwMode="auto" r:id="rId4">
            <p14:nvContentPartPr>
              <p14:cNvPr id="3" name="Ink 2"/>
              <p14:cNvContentPartPr/>
              <p14:nvPr/>
            </p14:nvContentPartPr>
            <p14:xfrm>
              <a:off x="779760" y="2544120"/>
              <a:ext cx="10298160" cy="3461040"/>
            </p14:xfrm>
          </p:contentPart>
        </mc:Choice>
        <mc:Fallback>
          <p:pic>
            <p:nvPicPr>
              <p:cNvPr id="3" name="Ink 2"/>
              <p:cNvPicPr/>
              <p:nvPr/>
            </p:nvPicPr>
            <p:blipFill>
              <a:blip r:embed="rId5"/>
              <a:stretch>
                <a:fillRect/>
              </a:stretch>
            </p:blipFill>
            <p:spPr>
              <a:xfrm>
                <a:off x="770400" y="2534760"/>
                <a:ext cx="10316880" cy="3479760"/>
              </a:xfrm>
              <a:prstGeom prst="rect">
                <a:avLst/>
              </a:prstGeom>
            </p:spPr>
          </p:pic>
        </mc:Fallback>
      </mc:AlternateContent>
    </p:spTree>
    <p:extLst>
      <p:ext uri="{BB962C8B-B14F-4D97-AF65-F5344CB8AC3E}">
        <p14:creationId xmlns:p14="http://schemas.microsoft.com/office/powerpoint/2010/main" val="3374632682"/>
      </p:ext>
    </p:extLst>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484366" y="190500"/>
            <a:ext cx="9651396" cy="1143000"/>
          </a:xfrm>
        </p:spPr>
        <p:txBody>
          <a:bodyPr/>
          <a:lstStyle/>
          <a:p>
            <a:pPr eaLnBrk="1" hangingPunct="1">
              <a:defRPr/>
            </a:pPr>
            <a:r>
              <a:rPr lang="en-US" sz="4800" b="1" dirty="0">
                <a:solidFill>
                  <a:srgbClr val="BC010F"/>
                </a:solidFill>
              </a:rPr>
              <a:t>Bond Types based on bond polarity</a:t>
            </a:r>
            <a:endParaRPr lang="en-US" sz="4800" b="1" dirty="0"/>
          </a:p>
        </p:txBody>
      </p:sp>
      <p:sp>
        <p:nvSpPr>
          <p:cNvPr id="38915" name="Rectangle 3"/>
          <p:cNvSpPr>
            <a:spLocks noGrp="1" noChangeArrowheads="1"/>
          </p:cNvSpPr>
          <p:nvPr>
            <p:ph type="body" idx="1"/>
          </p:nvPr>
        </p:nvSpPr>
        <p:spPr>
          <a:xfrm>
            <a:off x="2133600" y="1981200"/>
            <a:ext cx="7772400" cy="4114800"/>
          </a:xfrm>
        </p:spPr>
        <p:txBody>
          <a:bodyPr/>
          <a:lstStyle/>
          <a:p>
            <a:pPr eaLnBrk="1" hangingPunct="1">
              <a:buFontTx/>
              <a:buNone/>
            </a:pPr>
            <a:r>
              <a:rPr lang="en-US" altLang="en-US" sz="4400" dirty="0"/>
              <a:t>3 Possible Bond Types:</a:t>
            </a:r>
          </a:p>
          <a:p>
            <a:pPr lvl="1" eaLnBrk="1" hangingPunct="1">
              <a:buFont typeface="Arial" panose="020B0604020202020204" pitchFamily="34" charset="0"/>
              <a:buChar char="•"/>
            </a:pPr>
            <a:r>
              <a:rPr lang="en-US" altLang="en-US" sz="3600" dirty="0"/>
              <a:t>Ionic</a:t>
            </a:r>
          </a:p>
          <a:p>
            <a:pPr lvl="1" eaLnBrk="1" hangingPunct="1">
              <a:buFont typeface="Arial" panose="020B0604020202020204" pitchFamily="34" charset="0"/>
              <a:buChar char="•"/>
            </a:pPr>
            <a:r>
              <a:rPr lang="en-US" altLang="en-US" sz="3600" dirty="0"/>
              <a:t>Non-Polar Covalent</a:t>
            </a:r>
          </a:p>
          <a:p>
            <a:pPr lvl="1" eaLnBrk="1" hangingPunct="1">
              <a:buFont typeface="Arial" panose="020B0604020202020204" pitchFamily="34" charset="0"/>
              <a:buChar char="•"/>
            </a:pPr>
            <a:r>
              <a:rPr lang="en-US" altLang="en-US" sz="3600" dirty="0"/>
              <a:t>Polar Covalent</a:t>
            </a:r>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40</a:t>
            </a:fld>
            <a:endParaRPr lang="en-US" altLang="en-US">
              <a:solidFill>
                <a:srgbClr val="000000"/>
              </a:solidFill>
              <a:ea typeface="Geneva" pitchFamily="-107" charset="-128"/>
            </a:endParaRPr>
          </a:p>
        </p:txBody>
      </p:sp>
      <mc:AlternateContent xmlns:mc="http://schemas.openxmlformats.org/markup-compatibility/2006">
        <mc:Choice xmlns:p14="http://schemas.microsoft.com/office/powerpoint/2010/main" Requires="p14">
          <p:contentPart p14:bwMode="auto" r:id="rId3">
            <p14:nvContentPartPr>
              <p14:cNvPr id="3" name="Ink 2"/>
              <p14:cNvContentPartPr/>
              <p14:nvPr/>
            </p14:nvContentPartPr>
            <p14:xfrm>
              <a:off x="2139120" y="3547800"/>
              <a:ext cx="429480" cy="1191240"/>
            </p14:xfrm>
          </p:contentPart>
        </mc:Choice>
        <mc:Fallback>
          <p:pic>
            <p:nvPicPr>
              <p:cNvPr id="3" name="Ink 2"/>
              <p:cNvPicPr/>
              <p:nvPr/>
            </p:nvPicPr>
            <p:blipFill>
              <a:blip r:embed="rId4"/>
              <a:stretch>
                <a:fillRect/>
              </a:stretch>
            </p:blipFill>
            <p:spPr>
              <a:xfrm>
                <a:off x="2129760" y="3538440"/>
                <a:ext cx="448200" cy="1209960"/>
              </a:xfrm>
              <a:prstGeom prst="rect">
                <a:avLst/>
              </a:prstGeom>
            </p:spPr>
          </p:pic>
        </mc:Fallback>
      </mc:AlternateContent>
    </p:spTree>
    <p:extLst>
      <p:ext uri="{BB962C8B-B14F-4D97-AF65-F5344CB8AC3E}">
        <p14:creationId xmlns:p14="http://schemas.microsoft.com/office/powerpoint/2010/main" val="1359848017"/>
      </p:ext>
    </p:extLst>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a:xfrm>
            <a:off x="1062274" y="686554"/>
            <a:ext cx="10215326" cy="4114800"/>
          </a:xfrm>
        </p:spPr>
        <p:txBody>
          <a:bodyPr/>
          <a:lstStyle/>
          <a:p>
            <a:pPr marL="0" indent="0" algn="just" eaLnBrk="1" hangingPunct="1">
              <a:buNone/>
            </a:pPr>
            <a:r>
              <a:rPr lang="en-US" altLang="en-US" sz="4000" b="1" dirty="0">
                <a:solidFill>
                  <a:srgbClr val="C00000"/>
                </a:solidFill>
              </a:rPr>
              <a:t>Use Electronegativity Values to Determine Bond Types</a:t>
            </a:r>
          </a:p>
          <a:p>
            <a:pPr algn="just" eaLnBrk="1" hangingPunct="1"/>
            <a:r>
              <a:rPr lang="en-US" altLang="en-US" dirty="0">
                <a:solidFill>
                  <a:schemeClr val="accent2"/>
                </a:solidFill>
              </a:rPr>
              <a:t>Ionic </a:t>
            </a:r>
            <a:r>
              <a:rPr lang="en-US" altLang="en-US" dirty="0"/>
              <a:t>bonds</a:t>
            </a:r>
          </a:p>
          <a:p>
            <a:pPr lvl="1" algn="just" eaLnBrk="1" hangingPunct="1"/>
            <a:r>
              <a:rPr lang="en-US" altLang="en-US" sz="2800" dirty="0"/>
              <a:t>Electronegativity (EN) difference &gt; 2.0</a:t>
            </a:r>
          </a:p>
          <a:p>
            <a:pPr algn="just" eaLnBrk="1" hangingPunct="1"/>
            <a:r>
              <a:rPr lang="en-US" altLang="en-US" dirty="0">
                <a:solidFill>
                  <a:schemeClr val="accent2"/>
                </a:solidFill>
              </a:rPr>
              <a:t>Polar </a:t>
            </a:r>
            <a:r>
              <a:rPr lang="en-US" altLang="en-US" dirty="0"/>
              <a:t>Covalent bonds </a:t>
            </a:r>
          </a:p>
          <a:p>
            <a:pPr lvl="1" algn="just" eaLnBrk="1" hangingPunct="1"/>
            <a:r>
              <a:rPr lang="en-US" altLang="en-US" sz="2800" dirty="0"/>
              <a:t>EN difference is between 0.50 and 1.99</a:t>
            </a:r>
            <a:endParaRPr lang="en-US" altLang="en-US" sz="2800" dirty="0">
              <a:solidFill>
                <a:schemeClr val="accent2"/>
              </a:solidFill>
            </a:endParaRPr>
          </a:p>
          <a:p>
            <a:pPr algn="just" eaLnBrk="1" hangingPunct="1"/>
            <a:r>
              <a:rPr lang="en-US" altLang="en-US" dirty="0">
                <a:solidFill>
                  <a:schemeClr val="accent2"/>
                </a:solidFill>
              </a:rPr>
              <a:t>Non-Polar</a:t>
            </a:r>
            <a:r>
              <a:rPr lang="en-US" altLang="en-US" dirty="0"/>
              <a:t> Covalent bonds </a:t>
            </a:r>
          </a:p>
          <a:p>
            <a:pPr lvl="1" algn="just" eaLnBrk="1" hangingPunct="1"/>
            <a:r>
              <a:rPr lang="en-US" altLang="en-US" sz="2800" dirty="0"/>
              <a:t>EN difference is &lt; .50</a:t>
            </a:r>
          </a:p>
          <a:p>
            <a:pPr lvl="1" algn="just" eaLnBrk="1" hangingPunct="1"/>
            <a:r>
              <a:rPr lang="en-US" altLang="en-US" sz="2800" dirty="0"/>
              <a:t>Electrons shared evenly in the bond</a:t>
            </a:r>
          </a:p>
          <a:p>
            <a:pPr marL="57150" indent="0" algn="just" eaLnBrk="1" hangingPunct="1">
              <a:buNone/>
            </a:pPr>
            <a:endParaRPr lang="en-US" altLang="en-US" dirty="0"/>
          </a:p>
          <a:p>
            <a:pPr lvl="1" algn="just" eaLnBrk="1" hangingPunct="1">
              <a:buFontTx/>
              <a:buNone/>
            </a:pPr>
            <a:endParaRPr lang="en-US" altLang="en-US" dirty="0"/>
          </a:p>
          <a:p>
            <a:pPr algn="just" eaLnBrk="1" hangingPunct="1">
              <a:buFontTx/>
              <a:buNone/>
            </a:pPr>
            <a:endParaRPr lang="en-US" altLang="en-US"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41</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626429806"/>
      </p:ext>
    </p:extLst>
  </p:cSld>
  <p:clrMapOvr>
    <a:masterClrMapping/>
  </p:clrMapOvr>
  <p:transition>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869132" y="165980"/>
            <a:ext cx="10363200" cy="1143000"/>
          </a:xfrm>
        </p:spPr>
        <p:txBody>
          <a:bodyPr/>
          <a:lstStyle/>
          <a:p>
            <a:pPr>
              <a:defRPr/>
            </a:pPr>
            <a:r>
              <a:rPr lang="en-US" b="1" dirty="0">
                <a:solidFill>
                  <a:srgbClr val="C00000"/>
                </a:solidFill>
              </a:rPr>
              <a:t>Electronegativity</a:t>
            </a:r>
          </a:p>
        </p:txBody>
      </p:sp>
      <p:sp>
        <p:nvSpPr>
          <p:cNvPr id="129027" name="Rectangle 3"/>
          <p:cNvSpPr>
            <a:spLocks noGrp="1" noChangeArrowheads="1"/>
          </p:cNvSpPr>
          <p:nvPr>
            <p:ph type="body" idx="1"/>
          </p:nvPr>
        </p:nvSpPr>
        <p:spPr>
          <a:xfrm>
            <a:off x="869132" y="1159133"/>
            <a:ext cx="10363200" cy="4114800"/>
          </a:xfrm>
        </p:spPr>
        <p:txBody>
          <a:bodyPr/>
          <a:lstStyle/>
          <a:p>
            <a:pPr algn="just">
              <a:defRPr/>
            </a:pPr>
            <a:r>
              <a:rPr lang="en-US" sz="2800" dirty="0">
                <a:solidFill>
                  <a:srgbClr val="1184AD"/>
                </a:solidFill>
                <a:effectLst>
                  <a:outerShdw blurRad="38100" dist="38100" dir="2700000" algn="tl">
                    <a:srgbClr val="C0C0C0"/>
                  </a:outerShdw>
                </a:effectLst>
              </a:rPr>
              <a:t>Electronegativity:</a:t>
            </a:r>
            <a:r>
              <a:rPr lang="en-US" sz="2800" dirty="0"/>
              <a:t> </a:t>
            </a:r>
          </a:p>
          <a:p>
            <a:pPr lvl="1" algn="just">
              <a:defRPr/>
            </a:pPr>
            <a:r>
              <a:rPr lang="en-US" sz="2400" dirty="0"/>
              <a:t>a measure of an atom’s attraction for the electrons it shares with another atom in a chemical bond</a:t>
            </a:r>
          </a:p>
          <a:p>
            <a:pPr algn="just">
              <a:defRPr/>
            </a:pPr>
            <a:r>
              <a:rPr lang="en-US" sz="2800" dirty="0">
                <a:solidFill>
                  <a:srgbClr val="1A73A4"/>
                </a:solidFill>
                <a:effectLst>
                  <a:outerShdw blurRad="38100" dist="38100" dir="2700000" algn="tl">
                    <a:srgbClr val="C0C0C0"/>
                  </a:outerShdw>
                </a:effectLst>
              </a:rPr>
              <a:t>Pauling scale</a:t>
            </a:r>
            <a:endParaRPr lang="en-US" sz="2800" dirty="0"/>
          </a:p>
          <a:p>
            <a:pPr lvl="1" algn="just">
              <a:defRPr/>
            </a:pPr>
            <a:r>
              <a:rPr lang="en-US" sz="2400" dirty="0"/>
              <a:t>generally increases left to right in a row</a:t>
            </a:r>
          </a:p>
          <a:p>
            <a:pPr lvl="1" algn="just">
              <a:defRPr/>
            </a:pPr>
            <a:r>
              <a:rPr lang="en-US" sz="2400" dirty="0"/>
              <a:t>generally increases bottom to top in a column</a:t>
            </a:r>
          </a:p>
        </p:txBody>
      </p:sp>
      <p:pic>
        <p:nvPicPr>
          <p:cNvPr id="16388" name="Picture 4"/>
          <p:cNvPicPr>
            <a:picLocks noChangeAspect="1" noChangeArrowheads="1"/>
          </p:cNvPicPr>
          <p:nvPr/>
        </p:nvPicPr>
        <p:blipFill>
          <a:blip r:embed="rId2"/>
          <a:srcRect/>
          <a:stretch>
            <a:fillRect/>
          </a:stretch>
        </p:blipFill>
        <p:spPr bwMode="auto">
          <a:xfrm>
            <a:off x="3363739" y="4024844"/>
            <a:ext cx="5373986" cy="2498177"/>
          </a:xfrm>
          <a:prstGeom prst="rect">
            <a:avLst/>
          </a:prstGeom>
          <a:noFill/>
          <a:ln w="12700">
            <a:noFill/>
            <a:miter lim="800000"/>
            <a:headEnd/>
            <a:tailEnd/>
          </a:ln>
          <a:effectLst/>
        </p:spPr>
      </p:pic>
    </p:spTree>
    <p:extLst>
      <p:ext uri="{BB962C8B-B14F-4D97-AF65-F5344CB8AC3E}">
        <p14:creationId xmlns:p14="http://schemas.microsoft.com/office/powerpoint/2010/main" val="2552831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b="1" dirty="0">
                <a:solidFill>
                  <a:srgbClr val="BC010F"/>
                </a:solidFill>
              </a:rPr>
              <a:t>Ionic Character</a:t>
            </a:r>
            <a:endParaRPr lang="en-US" altLang="en-US" b="1" dirty="0"/>
          </a:p>
        </p:txBody>
      </p:sp>
      <p:sp>
        <p:nvSpPr>
          <p:cNvPr id="39939" name="Rectangle 3"/>
          <p:cNvSpPr>
            <a:spLocks noGrp="1" noChangeArrowheads="1"/>
          </p:cNvSpPr>
          <p:nvPr>
            <p:ph type="body" idx="1"/>
          </p:nvPr>
        </p:nvSpPr>
        <p:spPr>
          <a:xfrm>
            <a:off x="1331236" y="1905000"/>
            <a:ext cx="9529527" cy="4953000"/>
          </a:xfrm>
        </p:spPr>
        <p:txBody>
          <a:bodyPr/>
          <a:lstStyle/>
          <a:p>
            <a:pPr algn="just" eaLnBrk="1" hangingPunct="1">
              <a:lnSpc>
                <a:spcPct val="90000"/>
              </a:lnSpc>
              <a:buFontTx/>
              <a:buNone/>
            </a:pPr>
            <a:r>
              <a:rPr lang="en-US" altLang="en-US" sz="4400" dirty="0"/>
              <a:t>“Ionic Character” refers to a bond’s polarity</a:t>
            </a:r>
          </a:p>
          <a:p>
            <a:pPr lvl="1" algn="just" eaLnBrk="1" hangingPunct="1">
              <a:lnSpc>
                <a:spcPct val="90000"/>
              </a:lnSpc>
            </a:pPr>
            <a:r>
              <a:rPr lang="en-US" altLang="en-US" sz="4000" dirty="0"/>
              <a:t>In a polar covalent bond, </a:t>
            </a:r>
          </a:p>
          <a:p>
            <a:pPr lvl="2" algn="just" eaLnBrk="1" hangingPunct="1">
              <a:lnSpc>
                <a:spcPct val="90000"/>
              </a:lnSpc>
            </a:pPr>
            <a:r>
              <a:rPr lang="en-US" altLang="en-US" sz="3600" dirty="0"/>
              <a:t>the closer the EN difference is to 2.0, the more POLAR its character</a:t>
            </a:r>
          </a:p>
          <a:p>
            <a:pPr lvl="2" algn="just" eaLnBrk="1" hangingPunct="1">
              <a:lnSpc>
                <a:spcPct val="90000"/>
              </a:lnSpc>
            </a:pPr>
            <a:r>
              <a:rPr lang="en-US" altLang="en-US" sz="3600" dirty="0"/>
              <a:t>The closer the EN difference is to 0.50, the more NON-POLAR its character</a:t>
            </a:r>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43</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733878477"/>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20950" y="905692"/>
            <a:ext cx="11130859" cy="1295400"/>
          </a:xfrm>
        </p:spPr>
        <p:txBody>
          <a:bodyPr/>
          <a:lstStyle/>
          <a:p>
            <a:pPr algn="just" eaLnBrk="1" hangingPunct="1">
              <a:lnSpc>
                <a:spcPct val="150000"/>
              </a:lnSpc>
            </a:pPr>
            <a:r>
              <a:rPr lang="en-US" altLang="en-US" sz="3200" dirty="0"/>
              <a:t>Place these </a:t>
            </a:r>
            <a:r>
              <a:rPr lang="en-US" altLang="en-US" sz="3200" dirty="0">
                <a:solidFill>
                  <a:schemeClr val="tx1"/>
                </a:solidFill>
              </a:rPr>
              <a:t>molecules</a:t>
            </a:r>
            <a:r>
              <a:rPr lang="en-US" altLang="en-US" sz="3200" dirty="0"/>
              <a:t> in order of increasing </a:t>
            </a:r>
            <a:r>
              <a:rPr lang="en-US" altLang="en-US" sz="3200" b="1" dirty="0">
                <a:solidFill>
                  <a:schemeClr val="tx1"/>
                </a:solidFill>
              </a:rPr>
              <a:t>bond polarity (1=least polar to 5 = most polar)</a:t>
            </a:r>
            <a:r>
              <a:rPr lang="en-US" altLang="en-US" sz="3200" dirty="0">
                <a:solidFill>
                  <a:schemeClr val="tx1"/>
                </a:solidFill>
              </a:rPr>
              <a:t> polarity using the electronegativity values on your periodic table</a:t>
            </a:r>
            <a:r>
              <a:rPr lang="en-US" altLang="en-US" sz="4400" dirty="0">
                <a:solidFill>
                  <a:schemeClr val="accent2"/>
                </a:solidFill>
              </a:rPr>
              <a:t/>
            </a:r>
            <a:br>
              <a:rPr lang="en-US" altLang="en-US" sz="4400" dirty="0">
                <a:solidFill>
                  <a:schemeClr val="accent2"/>
                </a:solidFill>
              </a:rPr>
            </a:br>
            <a:endParaRPr lang="en-US" altLang="en-US" sz="4800" dirty="0"/>
          </a:p>
        </p:txBody>
      </p:sp>
      <p:sp>
        <p:nvSpPr>
          <p:cNvPr id="40963" name="Rectangle 3"/>
          <p:cNvSpPr>
            <a:spLocks noGrp="1" noChangeArrowheads="1"/>
          </p:cNvSpPr>
          <p:nvPr>
            <p:ph type="body" sz="half" idx="1"/>
          </p:nvPr>
        </p:nvSpPr>
        <p:spPr>
          <a:xfrm>
            <a:off x="2133600" y="2286000"/>
            <a:ext cx="3810000" cy="4114800"/>
          </a:xfrm>
        </p:spPr>
        <p:txBody>
          <a:bodyPr/>
          <a:lstStyle/>
          <a:p>
            <a:pPr eaLnBrk="1" hangingPunct="1"/>
            <a:r>
              <a:rPr lang="en-US" altLang="en-US" sz="4000" dirty="0" err="1"/>
              <a:t>HCl</a:t>
            </a:r>
            <a:endParaRPr lang="en-US" altLang="en-US" sz="4000" baseline="-25000" dirty="0"/>
          </a:p>
          <a:p>
            <a:pPr eaLnBrk="1" hangingPunct="1"/>
            <a:r>
              <a:rPr lang="en-US" altLang="en-US" sz="4000" dirty="0"/>
              <a:t>CH</a:t>
            </a:r>
            <a:r>
              <a:rPr lang="en-US" altLang="en-US" sz="4000" baseline="-25000" dirty="0"/>
              <a:t>4</a:t>
            </a:r>
            <a:endParaRPr lang="en-US" altLang="en-US" sz="4000" dirty="0"/>
          </a:p>
          <a:p>
            <a:pPr eaLnBrk="1" hangingPunct="1"/>
            <a:r>
              <a:rPr lang="en-US" altLang="en-US" sz="4000" dirty="0"/>
              <a:t>CO</a:t>
            </a:r>
            <a:r>
              <a:rPr lang="en-US" altLang="en-US" sz="4000" baseline="-25000" dirty="0"/>
              <a:t>2</a:t>
            </a:r>
          </a:p>
          <a:p>
            <a:pPr eaLnBrk="1" hangingPunct="1">
              <a:lnSpc>
                <a:spcPct val="90000"/>
              </a:lnSpc>
            </a:pPr>
            <a:r>
              <a:rPr lang="en-US" altLang="en-US" sz="4000" dirty="0"/>
              <a:t>NH</a:t>
            </a:r>
            <a:r>
              <a:rPr lang="en-US" altLang="en-US" sz="4000" baseline="-25000" dirty="0"/>
              <a:t>3</a:t>
            </a:r>
            <a:endParaRPr lang="en-US" altLang="en-US" sz="4000" dirty="0"/>
          </a:p>
          <a:p>
            <a:pPr eaLnBrk="1" hangingPunct="1">
              <a:lnSpc>
                <a:spcPct val="90000"/>
              </a:lnSpc>
            </a:pPr>
            <a:r>
              <a:rPr lang="en-US" altLang="en-US" sz="4000" dirty="0"/>
              <a:t>N</a:t>
            </a:r>
            <a:r>
              <a:rPr lang="en-US" altLang="en-US" sz="4000" baseline="-25000" dirty="0"/>
              <a:t>2</a:t>
            </a:r>
            <a:endParaRPr lang="en-US" altLang="en-US" sz="4000" dirty="0"/>
          </a:p>
          <a:p>
            <a:pPr eaLnBrk="1" hangingPunct="1">
              <a:lnSpc>
                <a:spcPct val="90000"/>
              </a:lnSpc>
            </a:pPr>
            <a:r>
              <a:rPr lang="en-US" altLang="en-US" sz="4000" dirty="0"/>
              <a:t>HF</a:t>
            </a:r>
          </a:p>
          <a:p>
            <a:pPr eaLnBrk="1" hangingPunct="1"/>
            <a:endParaRPr lang="en-US" altLang="en-US" sz="4000" dirty="0"/>
          </a:p>
          <a:p>
            <a:pPr eaLnBrk="1" hangingPunct="1">
              <a:buFontTx/>
              <a:buNone/>
            </a:pPr>
            <a:endParaRPr lang="en-US" altLang="en-US" sz="3200"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a:solidFill>
                  <a:srgbClr val="000000"/>
                </a:solidFill>
                <a:ea typeface="Geneva" pitchFamily="-107" charset="-128"/>
              </a:rPr>
              <a:pPr fontAlgn="base">
                <a:spcBef>
                  <a:spcPct val="0"/>
                </a:spcBef>
                <a:spcAft>
                  <a:spcPct val="0"/>
                </a:spcAft>
              </a:pPr>
              <a:t>44</a:t>
            </a:fld>
            <a:endParaRPr lang="en-US" altLang="en-US">
              <a:solidFill>
                <a:srgbClr val="000000"/>
              </a:solidFill>
              <a:ea typeface="Geneva" pitchFamily="-107" charset="-128"/>
            </a:endParaRPr>
          </a:p>
        </p:txBody>
      </p:sp>
      <p:sp>
        <p:nvSpPr>
          <p:cNvPr id="3" name="TextBox 2"/>
          <p:cNvSpPr txBox="1"/>
          <p:nvPr/>
        </p:nvSpPr>
        <p:spPr>
          <a:xfrm>
            <a:off x="3749449" y="5334001"/>
            <a:ext cx="2907399"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1  EN difference = 0</a:t>
            </a:r>
          </a:p>
        </p:txBody>
      </p:sp>
      <p:sp>
        <p:nvSpPr>
          <p:cNvPr id="8" name="TextBox 7"/>
          <p:cNvSpPr txBox="1"/>
          <p:nvPr/>
        </p:nvSpPr>
        <p:spPr>
          <a:xfrm>
            <a:off x="3704184" y="3193285"/>
            <a:ext cx="3163879"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2  EN difference = 0.4</a:t>
            </a:r>
          </a:p>
        </p:txBody>
      </p:sp>
      <p:sp>
        <p:nvSpPr>
          <p:cNvPr id="9" name="TextBox 8"/>
          <p:cNvSpPr txBox="1"/>
          <p:nvPr/>
        </p:nvSpPr>
        <p:spPr>
          <a:xfrm>
            <a:off x="3723846" y="2398068"/>
            <a:ext cx="3078920"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3 EN difference = 0.9</a:t>
            </a:r>
          </a:p>
        </p:txBody>
      </p:sp>
      <p:sp>
        <p:nvSpPr>
          <p:cNvPr id="10" name="TextBox 9"/>
          <p:cNvSpPr txBox="1"/>
          <p:nvPr/>
        </p:nvSpPr>
        <p:spPr>
          <a:xfrm>
            <a:off x="3734733" y="3988502"/>
            <a:ext cx="3163879"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4  EN difference = 1.0</a:t>
            </a:r>
          </a:p>
        </p:txBody>
      </p:sp>
      <p:sp>
        <p:nvSpPr>
          <p:cNvPr id="11" name="TextBox 10"/>
          <p:cNvSpPr txBox="1"/>
          <p:nvPr/>
        </p:nvSpPr>
        <p:spPr>
          <a:xfrm>
            <a:off x="3749615" y="4632795"/>
            <a:ext cx="3163879"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3  EN difference = 0.9</a:t>
            </a:r>
          </a:p>
        </p:txBody>
      </p:sp>
      <p:sp>
        <p:nvSpPr>
          <p:cNvPr id="12" name="TextBox 11"/>
          <p:cNvSpPr txBox="1"/>
          <p:nvPr/>
        </p:nvSpPr>
        <p:spPr>
          <a:xfrm>
            <a:off x="3769112" y="5939136"/>
            <a:ext cx="3163879" cy="461665"/>
          </a:xfrm>
          <a:prstGeom prst="rect">
            <a:avLst/>
          </a:prstGeom>
          <a:noFill/>
        </p:spPr>
        <p:txBody>
          <a:bodyPr wrap="none" rtlCol="0">
            <a:spAutoFit/>
          </a:bodyPr>
          <a:lstStyle/>
          <a:p>
            <a:pPr fontAlgn="base">
              <a:spcBef>
                <a:spcPct val="0"/>
              </a:spcBef>
              <a:spcAft>
                <a:spcPct val="0"/>
              </a:spcAft>
            </a:pPr>
            <a:r>
              <a:rPr lang="en-US" sz="2400" dirty="0">
                <a:solidFill>
                  <a:srgbClr val="000000"/>
                </a:solidFill>
                <a:latin typeface="Sand" charset="0"/>
                <a:ea typeface="Geneva" pitchFamily="-107" charset="-128"/>
              </a:rPr>
              <a:t>5  EN difference = 1.9</a:t>
            </a:r>
          </a:p>
        </p:txBody>
      </p:sp>
    </p:spTree>
    <p:extLst>
      <p:ext uri="{BB962C8B-B14F-4D97-AF65-F5344CB8AC3E}">
        <p14:creationId xmlns:p14="http://schemas.microsoft.com/office/powerpoint/2010/main" val="3392397774"/>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057400" y="249056"/>
            <a:ext cx="7772400" cy="1143000"/>
          </a:xfrm>
        </p:spPr>
        <p:txBody>
          <a:bodyPr/>
          <a:lstStyle/>
          <a:p>
            <a:pPr eaLnBrk="1" hangingPunct="1"/>
            <a:r>
              <a:rPr lang="en-US" altLang="en-US" b="1" dirty="0">
                <a:solidFill>
                  <a:srgbClr val="BC010F"/>
                </a:solidFill>
              </a:rPr>
              <a:t>Polar vs. Nonpolar MOLECULES</a:t>
            </a:r>
            <a:endParaRPr lang="en-US" altLang="en-US" b="1" dirty="0"/>
          </a:p>
        </p:txBody>
      </p:sp>
      <p:sp>
        <p:nvSpPr>
          <p:cNvPr id="41987" name="Rectangle 3"/>
          <p:cNvSpPr>
            <a:spLocks noGrp="1" noChangeArrowheads="1"/>
          </p:cNvSpPr>
          <p:nvPr>
            <p:ph type="body" idx="1"/>
          </p:nvPr>
        </p:nvSpPr>
        <p:spPr>
          <a:xfrm>
            <a:off x="1308603" y="1951776"/>
            <a:ext cx="9269994" cy="4114800"/>
          </a:xfrm>
        </p:spPr>
        <p:txBody>
          <a:bodyPr/>
          <a:lstStyle/>
          <a:p>
            <a:pPr algn="just" eaLnBrk="1" hangingPunct="1">
              <a:lnSpc>
                <a:spcPct val="150000"/>
              </a:lnSpc>
            </a:pPr>
            <a:r>
              <a:rPr lang="en-US" altLang="en-US" dirty="0"/>
              <a:t>Sometimes the </a:t>
            </a:r>
            <a:r>
              <a:rPr lang="en-US" altLang="en-US" b="1" dirty="0"/>
              <a:t>bonds</a:t>
            </a:r>
            <a:r>
              <a:rPr lang="en-US" altLang="en-US" dirty="0"/>
              <a:t> within a molecule are polar and yet the </a:t>
            </a:r>
            <a:r>
              <a:rPr lang="en-US" altLang="en-US" b="1" dirty="0">
                <a:solidFill>
                  <a:srgbClr val="BC010F"/>
                </a:solidFill>
              </a:rPr>
              <a:t>molecule</a:t>
            </a:r>
            <a:r>
              <a:rPr lang="en-US" altLang="en-US" dirty="0"/>
              <a:t> itself is non-polar</a:t>
            </a:r>
            <a:endParaRPr lang="en-US" altLang="en-US" sz="3200" dirty="0"/>
          </a:p>
        </p:txBody>
      </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45</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038697617"/>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057400" y="249056"/>
            <a:ext cx="7772400" cy="1143000"/>
          </a:xfrm>
        </p:spPr>
        <p:txBody>
          <a:bodyPr/>
          <a:lstStyle/>
          <a:p>
            <a:pPr eaLnBrk="1" hangingPunct="1"/>
            <a:r>
              <a:rPr lang="en-US" altLang="en-US" dirty="0">
                <a:solidFill>
                  <a:srgbClr val="BC010F"/>
                </a:solidFill>
              </a:rPr>
              <a:t>Nonpolar Molecules</a:t>
            </a:r>
            <a:endParaRPr lang="en-US" altLang="en-US" dirty="0"/>
          </a:p>
        </p:txBody>
      </p:sp>
      <p:sp>
        <p:nvSpPr>
          <p:cNvPr id="41987" name="Rectangle 3"/>
          <p:cNvSpPr>
            <a:spLocks noGrp="1" noChangeArrowheads="1"/>
          </p:cNvSpPr>
          <p:nvPr>
            <p:ph type="body" idx="1"/>
          </p:nvPr>
        </p:nvSpPr>
        <p:spPr>
          <a:xfrm>
            <a:off x="1054541" y="1251076"/>
            <a:ext cx="10439022" cy="4114800"/>
          </a:xfrm>
        </p:spPr>
        <p:txBody>
          <a:bodyPr/>
          <a:lstStyle/>
          <a:p>
            <a:pPr algn="just" eaLnBrk="1" hangingPunct="1">
              <a:lnSpc>
                <a:spcPct val="150000"/>
              </a:lnSpc>
            </a:pPr>
            <a:r>
              <a:rPr lang="en-US" altLang="en-US" sz="4000" dirty="0"/>
              <a:t>Molecule is </a:t>
            </a:r>
            <a:r>
              <a:rPr lang="en-US" altLang="en-US" sz="4000" b="1" dirty="0"/>
              <a:t>Equal </a:t>
            </a:r>
            <a:r>
              <a:rPr lang="en-US" altLang="en-US" sz="4000" dirty="0"/>
              <a:t>on all sides</a:t>
            </a:r>
            <a:endParaRPr lang="en-US" altLang="en-US" sz="3200" dirty="0"/>
          </a:p>
          <a:p>
            <a:pPr lvl="1" algn="just" eaLnBrk="1" hangingPunct="1">
              <a:lnSpc>
                <a:spcPct val="150000"/>
              </a:lnSpc>
            </a:pPr>
            <a:r>
              <a:rPr lang="en-US" altLang="en-US" sz="3600" dirty="0"/>
              <a:t>Symmetrical shape of molecule (atoms surrounding central atom are the </a:t>
            </a:r>
            <a:r>
              <a:rPr lang="en-US" altLang="en-US" sz="3600" b="1" dirty="0"/>
              <a:t>same</a:t>
            </a:r>
            <a:r>
              <a:rPr lang="en-US" altLang="en-US" sz="3600" dirty="0"/>
              <a:t> on all sides)</a:t>
            </a:r>
          </a:p>
          <a:p>
            <a:pPr algn="just" eaLnBrk="1" hangingPunct="1">
              <a:lnSpc>
                <a:spcPct val="150000"/>
              </a:lnSpc>
            </a:pPr>
            <a:endParaRPr lang="en-US" altLang="en-US" dirty="0"/>
          </a:p>
          <a:p>
            <a:pPr lvl="1" algn="just" eaLnBrk="1" hangingPunct="1">
              <a:lnSpc>
                <a:spcPct val="150000"/>
              </a:lnSpc>
              <a:buFontTx/>
              <a:buNone/>
            </a:pPr>
            <a:endParaRPr lang="en-US" altLang="en-US" dirty="0"/>
          </a:p>
        </p:txBody>
      </p:sp>
      <p:grpSp>
        <p:nvGrpSpPr>
          <p:cNvPr id="2" name="Group 4"/>
          <p:cNvGrpSpPr>
            <a:grpSpLocks/>
          </p:cNvGrpSpPr>
          <p:nvPr/>
        </p:nvGrpSpPr>
        <p:grpSpPr bwMode="auto">
          <a:xfrm>
            <a:off x="4826252" y="4238751"/>
            <a:ext cx="2438400" cy="2552700"/>
            <a:chOff x="3120" y="2434"/>
            <a:chExt cx="1536" cy="1608"/>
          </a:xfrm>
        </p:grpSpPr>
        <p:sp>
          <p:nvSpPr>
            <p:cNvPr id="33798" name="Text Box 5"/>
            <p:cNvSpPr txBox="1">
              <a:spLocks noChangeArrowheads="1"/>
            </p:cNvSpPr>
            <p:nvPr/>
          </p:nvSpPr>
          <p:spPr bwMode="auto">
            <a:xfrm>
              <a:off x="3624" y="2434"/>
              <a:ext cx="43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dirty="0">
                  <a:solidFill>
                    <a:srgbClr val="000000"/>
                  </a:solidFill>
                  <a:latin typeface="Times New Roman" panose="02020603050405020304" pitchFamily="18" charset="0"/>
                </a:rPr>
                <a:t>H</a:t>
              </a:r>
            </a:p>
          </p:txBody>
        </p:sp>
        <p:sp>
          <p:nvSpPr>
            <p:cNvPr id="33799" name="Text Box 6"/>
            <p:cNvSpPr txBox="1">
              <a:spLocks noChangeArrowheads="1"/>
            </p:cNvSpPr>
            <p:nvPr/>
          </p:nvSpPr>
          <p:spPr bwMode="auto">
            <a:xfrm>
              <a:off x="3648" y="3600"/>
              <a:ext cx="28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rPr>
                <a:t>H</a:t>
              </a:r>
            </a:p>
          </p:txBody>
        </p:sp>
        <p:sp>
          <p:nvSpPr>
            <p:cNvPr id="33800" name="Text Box 7"/>
            <p:cNvSpPr txBox="1">
              <a:spLocks noChangeArrowheads="1"/>
            </p:cNvSpPr>
            <p:nvPr/>
          </p:nvSpPr>
          <p:spPr bwMode="auto">
            <a:xfrm>
              <a:off x="4128" y="3024"/>
              <a:ext cx="52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rPr>
                <a:t>H</a:t>
              </a:r>
            </a:p>
          </p:txBody>
        </p:sp>
        <p:sp>
          <p:nvSpPr>
            <p:cNvPr id="33801" name="Text Box 8"/>
            <p:cNvSpPr txBox="1">
              <a:spLocks noChangeArrowheads="1"/>
            </p:cNvSpPr>
            <p:nvPr/>
          </p:nvSpPr>
          <p:spPr bwMode="auto">
            <a:xfrm>
              <a:off x="3120" y="3024"/>
              <a:ext cx="52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dirty="0">
                  <a:solidFill>
                    <a:srgbClr val="000000"/>
                  </a:solidFill>
                  <a:latin typeface="Times New Roman" panose="02020603050405020304" pitchFamily="18" charset="0"/>
                </a:rPr>
                <a:t>H</a:t>
              </a:r>
            </a:p>
          </p:txBody>
        </p:sp>
        <p:sp>
          <p:nvSpPr>
            <p:cNvPr id="33802" name="Text Box 9"/>
            <p:cNvSpPr txBox="1">
              <a:spLocks noChangeArrowheads="1"/>
            </p:cNvSpPr>
            <p:nvPr/>
          </p:nvSpPr>
          <p:spPr bwMode="auto">
            <a:xfrm>
              <a:off x="3648" y="3024"/>
              <a:ext cx="28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dirty="0">
                  <a:solidFill>
                    <a:srgbClr val="000000"/>
                  </a:solidFill>
                  <a:latin typeface="Times New Roman" panose="02020603050405020304" pitchFamily="18" charset="0"/>
                </a:rPr>
                <a:t>C</a:t>
              </a:r>
            </a:p>
          </p:txBody>
        </p:sp>
        <p:sp>
          <p:nvSpPr>
            <p:cNvPr id="33803" name="Line 10"/>
            <p:cNvSpPr>
              <a:spLocks noChangeShapeType="1"/>
            </p:cNvSpPr>
            <p:nvPr/>
          </p:nvSpPr>
          <p:spPr bwMode="auto">
            <a:xfrm>
              <a:off x="3792" y="2832"/>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33804" name="Line 11"/>
            <p:cNvSpPr>
              <a:spLocks noChangeShapeType="1"/>
            </p:cNvSpPr>
            <p:nvPr/>
          </p:nvSpPr>
          <p:spPr bwMode="auto">
            <a:xfrm>
              <a:off x="3792"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33805" name="Line 12"/>
            <p:cNvSpPr>
              <a:spLocks noChangeShapeType="1"/>
            </p:cNvSpPr>
            <p:nvPr/>
          </p:nvSpPr>
          <p:spPr bwMode="auto">
            <a:xfrm>
              <a:off x="3936"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33806" name="Line 13"/>
            <p:cNvSpPr>
              <a:spLocks noChangeShapeType="1"/>
            </p:cNvSpPr>
            <p:nvPr/>
          </p:nvSpPr>
          <p:spPr bwMode="auto">
            <a:xfrm>
              <a:off x="3456"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grpSp>
      <p:sp>
        <p:nvSpPr>
          <p:cNvPr id="3" name="Slide Number Placeholder 2"/>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46</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685706814"/>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057400" y="249056"/>
            <a:ext cx="7772400" cy="1143000"/>
          </a:xfrm>
        </p:spPr>
        <p:txBody>
          <a:bodyPr/>
          <a:lstStyle/>
          <a:p>
            <a:pPr eaLnBrk="1" hangingPunct="1"/>
            <a:r>
              <a:rPr lang="en-US" altLang="en-US" b="1" dirty="0">
                <a:solidFill>
                  <a:srgbClr val="BC010F"/>
                </a:solidFill>
              </a:rPr>
              <a:t>Nonpolar Molecules</a:t>
            </a:r>
            <a:endParaRPr lang="en-US" altLang="en-US" b="1" dirty="0"/>
          </a:p>
        </p:txBody>
      </p:sp>
      <p:sp>
        <p:nvSpPr>
          <p:cNvPr id="41987" name="Rectangle 3"/>
          <p:cNvSpPr>
            <a:spLocks noGrp="1" noChangeArrowheads="1"/>
          </p:cNvSpPr>
          <p:nvPr>
            <p:ph type="body" idx="1"/>
          </p:nvPr>
        </p:nvSpPr>
        <p:spPr>
          <a:xfrm>
            <a:off x="1131299" y="1081193"/>
            <a:ext cx="10439022" cy="4114800"/>
          </a:xfrm>
        </p:spPr>
        <p:txBody>
          <a:bodyPr/>
          <a:lstStyle/>
          <a:p>
            <a:pPr algn="just" eaLnBrk="1" hangingPunct="1">
              <a:lnSpc>
                <a:spcPct val="150000"/>
              </a:lnSpc>
            </a:pPr>
            <a:r>
              <a:rPr lang="en-US" altLang="en-US" dirty="0">
                <a:ea typeface="MS PGothic"/>
              </a:rPr>
              <a:t>Bond is polar (EN difference 0.9), but molecule is </a:t>
            </a:r>
            <a:r>
              <a:rPr lang="en-US" altLang="en-US" b="1" dirty="0">
                <a:ea typeface="MS PGothic"/>
              </a:rPr>
              <a:t>symmetrical </a:t>
            </a:r>
            <a:r>
              <a:rPr lang="en-US" altLang="en-US" dirty="0">
                <a:ea typeface="MS PGothic"/>
              </a:rPr>
              <a:t>on all sides, therefore non polar</a:t>
            </a:r>
            <a:endParaRPr lang="en-US" altLang="en-US" sz="2800" dirty="0">
              <a:ea typeface="MS PGothic"/>
            </a:endParaRPr>
          </a:p>
          <a:p>
            <a:pPr lvl="1" algn="just" eaLnBrk="1" hangingPunct="1">
              <a:lnSpc>
                <a:spcPct val="150000"/>
              </a:lnSpc>
            </a:pPr>
            <a:r>
              <a:rPr lang="en-US" altLang="en-US" dirty="0"/>
              <a:t>Symmetrical shape of molecule (atoms surrounding central atom are the </a:t>
            </a:r>
            <a:r>
              <a:rPr lang="en-US" altLang="en-US" b="1" dirty="0"/>
              <a:t>same</a:t>
            </a:r>
            <a:r>
              <a:rPr lang="en-US" altLang="en-US" dirty="0"/>
              <a:t> on all sides)</a:t>
            </a:r>
          </a:p>
          <a:p>
            <a:pPr algn="just" eaLnBrk="1" hangingPunct="1">
              <a:lnSpc>
                <a:spcPct val="150000"/>
              </a:lnSpc>
            </a:pPr>
            <a:endParaRPr lang="en-US" altLang="en-US" sz="3200" dirty="0"/>
          </a:p>
          <a:p>
            <a:pPr lvl="1" algn="just" eaLnBrk="1" hangingPunct="1">
              <a:lnSpc>
                <a:spcPct val="150000"/>
              </a:lnSpc>
              <a:buFontTx/>
              <a:buNone/>
            </a:pPr>
            <a:endParaRPr lang="en-US" altLang="en-US" sz="2800"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47</a:t>
            </a:fld>
            <a:endParaRPr lang="en-US" altLang="en-US">
              <a:solidFill>
                <a:srgbClr val="000000"/>
              </a:solidFill>
              <a:ea typeface="Geneva" pitchFamily="-107" charset="-128"/>
            </a:endParaRPr>
          </a:p>
        </p:txBody>
      </p:sp>
      <p:pic>
        <p:nvPicPr>
          <p:cNvPr id="4" name="Picture 4" descr="Chart, diagram&#10;&#10;Description automatically generated">
            <a:extLst>
              <a:ext uri="{FF2B5EF4-FFF2-40B4-BE49-F238E27FC236}">
                <a16:creationId xmlns:a16="http://schemas.microsoft.com/office/drawing/2014/main" id="{5A6B006D-4059-255E-6CDF-F105B43DFBC8}"/>
              </a:ext>
            </a:extLst>
          </p:cNvPr>
          <p:cNvPicPr>
            <a:picLocks noChangeAspect="1"/>
          </p:cNvPicPr>
          <p:nvPr/>
        </p:nvPicPr>
        <p:blipFill rotWithShape="1">
          <a:blip r:embed="rId3"/>
          <a:srcRect r="52658" b="17037"/>
          <a:stretch/>
        </p:blipFill>
        <p:spPr>
          <a:xfrm>
            <a:off x="3454781" y="4230330"/>
            <a:ext cx="4345313" cy="2629409"/>
          </a:xfrm>
          <a:prstGeom prst="rect">
            <a:avLst/>
          </a:prstGeom>
        </p:spPr>
      </p:pic>
    </p:spTree>
    <p:extLst>
      <p:ext uri="{BB962C8B-B14F-4D97-AF65-F5344CB8AC3E}">
        <p14:creationId xmlns:p14="http://schemas.microsoft.com/office/powerpoint/2010/main" val="3666280431"/>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188832" y="152400"/>
            <a:ext cx="7772400" cy="1143000"/>
          </a:xfrm>
        </p:spPr>
        <p:txBody>
          <a:bodyPr/>
          <a:lstStyle/>
          <a:p>
            <a:pPr eaLnBrk="1" hangingPunct="1"/>
            <a:r>
              <a:rPr lang="en-US" altLang="en-US" b="1" dirty="0">
                <a:solidFill>
                  <a:srgbClr val="BC010F"/>
                </a:solidFill>
              </a:rPr>
              <a:t>Polar Molecules</a:t>
            </a:r>
            <a:endParaRPr lang="en-US" altLang="en-US" b="1" dirty="0"/>
          </a:p>
        </p:txBody>
      </p:sp>
      <p:sp>
        <p:nvSpPr>
          <p:cNvPr id="43011" name="Rectangle 3"/>
          <p:cNvSpPr>
            <a:spLocks noGrp="1" noChangeArrowheads="1"/>
          </p:cNvSpPr>
          <p:nvPr>
            <p:ph type="body" idx="1"/>
          </p:nvPr>
        </p:nvSpPr>
        <p:spPr>
          <a:xfrm>
            <a:off x="1200568" y="1371601"/>
            <a:ext cx="10158504" cy="3810000"/>
          </a:xfrm>
        </p:spPr>
        <p:txBody>
          <a:bodyPr/>
          <a:lstStyle/>
          <a:p>
            <a:pPr algn="just" eaLnBrk="1" hangingPunct="1">
              <a:lnSpc>
                <a:spcPct val="150000"/>
              </a:lnSpc>
            </a:pPr>
            <a:r>
              <a:rPr lang="en-US" altLang="en-US" sz="4000" dirty="0"/>
              <a:t>Molecule is </a:t>
            </a:r>
            <a:r>
              <a:rPr lang="en-US" altLang="en-US" sz="4000" b="1" dirty="0"/>
              <a:t>Not Equal </a:t>
            </a:r>
            <a:r>
              <a:rPr lang="en-US" altLang="en-US" sz="4000" dirty="0"/>
              <a:t>on all sides</a:t>
            </a:r>
            <a:endParaRPr lang="en-US" altLang="en-US" sz="3200" dirty="0"/>
          </a:p>
          <a:p>
            <a:pPr lvl="1" algn="just" eaLnBrk="1" hangingPunct="1">
              <a:lnSpc>
                <a:spcPct val="150000"/>
              </a:lnSpc>
            </a:pPr>
            <a:r>
              <a:rPr lang="en-US" altLang="en-US" sz="3600" dirty="0"/>
              <a:t>Not a symmetrical shape of molecule (atoms surrounding central atom are </a:t>
            </a:r>
            <a:r>
              <a:rPr lang="en-US" altLang="en-US" sz="3600" b="1" dirty="0"/>
              <a:t>not the same </a:t>
            </a:r>
            <a:r>
              <a:rPr lang="en-US" altLang="en-US" sz="3600" dirty="0"/>
              <a:t>on all sides)</a:t>
            </a:r>
          </a:p>
          <a:p>
            <a:pPr marL="457200" lvl="1" indent="0" algn="just" eaLnBrk="1" hangingPunct="1">
              <a:lnSpc>
                <a:spcPct val="150000"/>
              </a:lnSpc>
              <a:buNone/>
            </a:pPr>
            <a:endParaRPr lang="en-US" altLang="en-US" sz="3600" dirty="0"/>
          </a:p>
        </p:txBody>
      </p:sp>
      <p:grpSp>
        <p:nvGrpSpPr>
          <p:cNvPr id="4" name="Group 4"/>
          <p:cNvGrpSpPr>
            <a:grpSpLocks/>
          </p:cNvGrpSpPr>
          <p:nvPr/>
        </p:nvGrpSpPr>
        <p:grpSpPr bwMode="auto">
          <a:xfrm>
            <a:off x="4855832" y="4209077"/>
            <a:ext cx="2438400" cy="2530475"/>
            <a:chOff x="3120" y="2448"/>
            <a:chExt cx="1536" cy="1594"/>
          </a:xfrm>
        </p:grpSpPr>
        <p:sp>
          <p:nvSpPr>
            <p:cNvPr id="5" name="Text Box 5"/>
            <p:cNvSpPr txBox="1">
              <a:spLocks noChangeArrowheads="1"/>
            </p:cNvSpPr>
            <p:nvPr/>
          </p:nvSpPr>
          <p:spPr bwMode="auto">
            <a:xfrm>
              <a:off x="3585" y="2448"/>
              <a:ext cx="432"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dirty="0">
                  <a:solidFill>
                    <a:srgbClr val="000000"/>
                  </a:solidFill>
                  <a:latin typeface="Times New Roman" panose="02020603050405020304" pitchFamily="18" charset="0"/>
                </a:rPr>
                <a:t>Cl</a:t>
              </a:r>
            </a:p>
          </p:txBody>
        </p:sp>
        <p:sp>
          <p:nvSpPr>
            <p:cNvPr id="6" name="Text Box 6"/>
            <p:cNvSpPr txBox="1">
              <a:spLocks noChangeArrowheads="1"/>
            </p:cNvSpPr>
            <p:nvPr/>
          </p:nvSpPr>
          <p:spPr bwMode="auto">
            <a:xfrm>
              <a:off x="3648" y="3600"/>
              <a:ext cx="28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rPr>
                <a:t>H</a:t>
              </a:r>
            </a:p>
          </p:txBody>
        </p:sp>
        <p:sp>
          <p:nvSpPr>
            <p:cNvPr id="7" name="Text Box 7"/>
            <p:cNvSpPr txBox="1">
              <a:spLocks noChangeArrowheads="1"/>
            </p:cNvSpPr>
            <p:nvPr/>
          </p:nvSpPr>
          <p:spPr bwMode="auto">
            <a:xfrm>
              <a:off x="4128" y="3024"/>
              <a:ext cx="52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rPr>
                <a:t>H</a:t>
              </a:r>
            </a:p>
          </p:txBody>
        </p:sp>
        <p:sp>
          <p:nvSpPr>
            <p:cNvPr id="8" name="Text Box 8"/>
            <p:cNvSpPr txBox="1">
              <a:spLocks noChangeArrowheads="1"/>
            </p:cNvSpPr>
            <p:nvPr/>
          </p:nvSpPr>
          <p:spPr bwMode="auto">
            <a:xfrm>
              <a:off x="3120" y="3024"/>
              <a:ext cx="52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rPr>
                <a:t>H</a:t>
              </a:r>
            </a:p>
          </p:txBody>
        </p:sp>
        <p:sp>
          <p:nvSpPr>
            <p:cNvPr id="9" name="Text Box 9"/>
            <p:cNvSpPr txBox="1">
              <a:spLocks noChangeArrowheads="1"/>
            </p:cNvSpPr>
            <p:nvPr/>
          </p:nvSpPr>
          <p:spPr bwMode="auto">
            <a:xfrm>
              <a:off x="3648" y="3024"/>
              <a:ext cx="28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dirty="0">
                  <a:solidFill>
                    <a:srgbClr val="000000"/>
                  </a:solidFill>
                  <a:latin typeface="Times New Roman" panose="02020603050405020304" pitchFamily="18" charset="0"/>
                </a:rPr>
                <a:t>C</a:t>
              </a:r>
            </a:p>
          </p:txBody>
        </p:sp>
        <p:sp>
          <p:nvSpPr>
            <p:cNvPr id="10" name="Line 10"/>
            <p:cNvSpPr>
              <a:spLocks noChangeShapeType="1"/>
            </p:cNvSpPr>
            <p:nvPr/>
          </p:nvSpPr>
          <p:spPr bwMode="auto">
            <a:xfrm>
              <a:off x="3792" y="2832"/>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11" name="Line 11"/>
            <p:cNvSpPr>
              <a:spLocks noChangeShapeType="1"/>
            </p:cNvSpPr>
            <p:nvPr/>
          </p:nvSpPr>
          <p:spPr bwMode="auto">
            <a:xfrm>
              <a:off x="3792" y="340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12" name="Line 12"/>
            <p:cNvSpPr>
              <a:spLocks noChangeShapeType="1"/>
            </p:cNvSpPr>
            <p:nvPr/>
          </p:nvSpPr>
          <p:spPr bwMode="auto">
            <a:xfrm>
              <a:off x="3936"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13" name="Line 13"/>
            <p:cNvSpPr>
              <a:spLocks noChangeShapeType="1"/>
            </p:cNvSpPr>
            <p:nvPr/>
          </p:nvSpPr>
          <p:spPr bwMode="auto">
            <a:xfrm>
              <a:off x="3456" y="32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grpSp>
      <p:sp>
        <p:nvSpPr>
          <p:cNvPr id="2" name="Slide Number Placeholder 1"/>
          <p:cNvSpPr>
            <a:spLocks noGrp="1"/>
          </p:cNvSpPr>
          <p:nvPr>
            <p:ph type="sldNum" sz="quarter" idx="12"/>
          </p:nvPr>
        </p:nvSpPr>
        <p:spPr/>
        <p:txBody>
          <a:bodyPr/>
          <a:lstStyle/>
          <a:p>
            <a:pPr fontAlgn="base">
              <a:spcBef>
                <a:spcPct val="0"/>
              </a:spcBef>
              <a:spcAft>
                <a:spcPct val="0"/>
              </a:spcAft>
            </a:pPr>
            <a:fld id="{1B56EF0A-E253-4FCE-AC39-C65B83124E54}" type="slidenum">
              <a:rPr lang="en-US" altLang="en-US">
                <a:solidFill>
                  <a:srgbClr val="000000"/>
                </a:solidFill>
                <a:ea typeface="Geneva" pitchFamily="-107" charset="-128"/>
              </a:rPr>
              <a:pPr fontAlgn="base">
                <a:spcBef>
                  <a:spcPct val="0"/>
                </a:spcBef>
                <a:spcAft>
                  <a:spcPct val="0"/>
                </a:spcAft>
              </a:pPr>
              <a:t>48</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833590409"/>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4038600" y="304801"/>
            <a:ext cx="4800600" cy="830997"/>
          </a:xfrm>
          <a:prstGeom prst="rect">
            <a:avLst/>
          </a:prstGeom>
          <a:noFill/>
        </p:spPr>
        <p:txBody>
          <a:bodyPr wrap="square" rtlCol="0">
            <a:spAutoFit/>
          </a:bodyPr>
          <a:lstStyle/>
          <a:p>
            <a:pPr fontAlgn="base">
              <a:spcBef>
                <a:spcPct val="0"/>
              </a:spcBef>
              <a:spcAft>
                <a:spcPct val="0"/>
              </a:spcAft>
            </a:pPr>
            <a:r>
              <a:rPr lang="en-US" sz="4800" b="1" dirty="0">
                <a:solidFill>
                  <a:srgbClr val="FF0000"/>
                </a:solidFill>
                <a:latin typeface="Times"/>
                <a:ea typeface="Geneva" pitchFamily="-107" charset="-128"/>
              </a:rPr>
              <a:t>Polar Molecule</a:t>
            </a:r>
          </a:p>
        </p:txBody>
      </p:sp>
      <p:grpSp>
        <p:nvGrpSpPr>
          <p:cNvPr id="8" name="Group 7"/>
          <p:cNvGrpSpPr/>
          <p:nvPr/>
        </p:nvGrpSpPr>
        <p:grpSpPr>
          <a:xfrm>
            <a:off x="2892526" y="1234992"/>
            <a:ext cx="6781800" cy="3195962"/>
            <a:chOff x="2892526" y="1234992"/>
            <a:chExt cx="6781800" cy="3195962"/>
          </a:xfrm>
        </p:grpSpPr>
        <p:grpSp>
          <p:nvGrpSpPr>
            <p:cNvPr id="7" name="Group 6"/>
            <p:cNvGrpSpPr/>
            <p:nvPr/>
          </p:nvGrpSpPr>
          <p:grpSpPr>
            <a:xfrm>
              <a:off x="2892526" y="1234992"/>
              <a:ext cx="6781800" cy="2378075"/>
              <a:chOff x="2892526" y="2027030"/>
              <a:chExt cx="6781800" cy="2378075"/>
            </a:xfrm>
          </p:grpSpPr>
          <p:grpSp>
            <p:nvGrpSpPr>
              <p:cNvPr id="6" name="Group 5"/>
              <p:cNvGrpSpPr/>
              <p:nvPr/>
            </p:nvGrpSpPr>
            <p:grpSpPr>
              <a:xfrm>
                <a:off x="2892526" y="2027030"/>
                <a:ext cx="6781800" cy="2378075"/>
                <a:chOff x="2895600" y="1877263"/>
                <a:chExt cx="6781800" cy="2378075"/>
              </a:xfrm>
            </p:grpSpPr>
            <p:grpSp>
              <p:nvGrpSpPr>
                <p:cNvPr id="35842" name="Group 2"/>
                <p:cNvGrpSpPr>
                  <a:grpSpLocks/>
                </p:cNvGrpSpPr>
                <p:nvPr/>
              </p:nvGrpSpPr>
              <p:grpSpPr bwMode="auto">
                <a:xfrm>
                  <a:off x="3909965" y="1877263"/>
                  <a:ext cx="4495800" cy="2378075"/>
                  <a:chOff x="1536" y="1200"/>
                  <a:chExt cx="2832" cy="1498"/>
                </a:xfrm>
              </p:grpSpPr>
              <p:sp>
                <p:nvSpPr>
                  <p:cNvPr id="35855" name="Text Box 3"/>
                  <p:cNvSpPr txBox="1">
                    <a:spLocks noChangeArrowheads="1"/>
                  </p:cNvSpPr>
                  <p:nvPr/>
                </p:nvSpPr>
                <p:spPr bwMode="auto">
                  <a:xfrm>
                    <a:off x="1536" y="1200"/>
                    <a:ext cx="288" cy="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5000" dirty="0">
                        <a:solidFill>
                          <a:srgbClr val="000000"/>
                        </a:solidFill>
                        <a:latin typeface="Times New Roman" panose="02020603050405020304" pitchFamily="18" charset="0"/>
                      </a:rPr>
                      <a:t>H</a:t>
                    </a:r>
                  </a:p>
                </p:txBody>
              </p:sp>
              <p:sp>
                <p:nvSpPr>
                  <p:cNvPr id="35856" name="Text Box 4"/>
                  <p:cNvSpPr txBox="1">
                    <a:spLocks noChangeArrowheads="1"/>
                  </p:cNvSpPr>
                  <p:nvPr/>
                </p:nvSpPr>
                <p:spPr bwMode="auto">
                  <a:xfrm>
                    <a:off x="2784" y="1200"/>
                    <a:ext cx="1584" cy="1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5000" dirty="0">
                        <a:solidFill>
                          <a:srgbClr val="000000"/>
                        </a:solidFill>
                        <a:latin typeface="Times New Roman" panose="02020603050405020304" pitchFamily="18" charset="0"/>
                      </a:rPr>
                      <a:t>Cl</a:t>
                    </a:r>
                    <a:endParaRPr lang="en-US" altLang="en-US" dirty="0">
                      <a:solidFill>
                        <a:srgbClr val="000000"/>
                      </a:solidFill>
                      <a:latin typeface="Times New Roman" panose="02020603050405020304" pitchFamily="18" charset="0"/>
                    </a:endParaRPr>
                  </a:p>
                </p:txBody>
              </p:sp>
            </p:grpSp>
            <p:grpSp>
              <p:nvGrpSpPr>
                <p:cNvPr id="3" name="Group 5"/>
                <p:cNvGrpSpPr>
                  <a:grpSpLocks/>
                </p:cNvGrpSpPr>
                <p:nvPr/>
              </p:nvGrpSpPr>
              <p:grpSpPr bwMode="auto">
                <a:xfrm>
                  <a:off x="5662565" y="2086290"/>
                  <a:ext cx="2362200" cy="2133600"/>
                  <a:chOff x="2640" y="1296"/>
                  <a:chExt cx="1488" cy="1344"/>
                </a:xfrm>
              </p:grpSpPr>
              <p:sp>
                <p:nvSpPr>
                  <p:cNvPr id="35847" name="Oval 6"/>
                  <p:cNvSpPr>
                    <a:spLocks noChangeAspect="1" noChangeArrowheads="1"/>
                  </p:cNvSpPr>
                  <p:nvPr/>
                </p:nvSpPr>
                <p:spPr bwMode="auto">
                  <a:xfrm>
                    <a:off x="3168" y="12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48" name="Oval 7"/>
                  <p:cNvSpPr>
                    <a:spLocks noChangeAspect="1" noChangeArrowheads="1"/>
                  </p:cNvSpPr>
                  <p:nvPr/>
                </p:nvSpPr>
                <p:spPr bwMode="auto">
                  <a:xfrm>
                    <a:off x="3456" y="12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49" name="Oval 8"/>
                  <p:cNvSpPr>
                    <a:spLocks noChangeAspect="1" noChangeArrowheads="1"/>
                  </p:cNvSpPr>
                  <p:nvPr/>
                </p:nvSpPr>
                <p:spPr bwMode="auto">
                  <a:xfrm>
                    <a:off x="3984" y="1680"/>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0" name="Oval 9"/>
                  <p:cNvSpPr>
                    <a:spLocks noChangeAspect="1" noChangeArrowheads="1"/>
                  </p:cNvSpPr>
                  <p:nvPr/>
                </p:nvSpPr>
                <p:spPr bwMode="auto">
                  <a:xfrm>
                    <a:off x="3984" y="201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1" name="Oval 10"/>
                  <p:cNvSpPr>
                    <a:spLocks noChangeAspect="1" noChangeArrowheads="1"/>
                  </p:cNvSpPr>
                  <p:nvPr/>
                </p:nvSpPr>
                <p:spPr bwMode="auto">
                  <a:xfrm>
                    <a:off x="2640" y="1680"/>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2" name="Oval 11"/>
                  <p:cNvSpPr>
                    <a:spLocks noChangeAspect="1" noChangeArrowheads="1"/>
                  </p:cNvSpPr>
                  <p:nvPr/>
                </p:nvSpPr>
                <p:spPr bwMode="auto">
                  <a:xfrm>
                    <a:off x="2640" y="2016"/>
                    <a:ext cx="144" cy="144"/>
                  </a:xfrm>
                  <a:prstGeom prst="ellipse">
                    <a:avLst/>
                  </a:prstGeom>
                  <a:solidFill>
                    <a:schemeClr val="accent1"/>
                  </a:solidFill>
                  <a:ln w="12700">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3" name="Oval 12"/>
                  <p:cNvSpPr>
                    <a:spLocks noChangeAspect="1" noChangeArrowheads="1"/>
                  </p:cNvSpPr>
                  <p:nvPr/>
                </p:nvSpPr>
                <p:spPr bwMode="auto">
                  <a:xfrm>
                    <a:off x="3504" y="24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4" name="Oval 13"/>
                  <p:cNvSpPr>
                    <a:spLocks noChangeAspect="1" noChangeArrowheads="1"/>
                  </p:cNvSpPr>
                  <p:nvPr/>
                </p:nvSpPr>
                <p:spPr bwMode="auto">
                  <a:xfrm>
                    <a:off x="3216" y="24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sp>
              <p:nvSpPr>
                <p:cNvPr id="44046" name="Text Box 14"/>
                <p:cNvSpPr txBox="1">
                  <a:spLocks noChangeArrowheads="1"/>
                </p:cNvSpPr>
                <p:nvPr/>
              </p:nvSpPr>
              <p:spPr bwMode="auto">
                <a:xfrm>
                  <a:off x="8610600" y="2819400"/>
                  <a:ext cx="1066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sym typeface="Symbol" panose="05050102010706020507" pitchFamily="18" charset="2"/>
                    </a:rPr>
                    <a:t></a:t>
                  </a:r>
                  <a:r>
                    <a:rPr lang="en-US" altLang="en-US" sz="5400" baseline="30000">
                      <a:solidFill>
                        <a:srgbClr val="000000"/>
                      </a:solidFill>
                      <a:latin typeface="Times New Roman" panose="02020603050405020304" pitchFamily="18" charset="0"/>
                      <a:sym typeface="Symbol" panose="05050102010706020507" pitchFamily="18" charset="2"/>
                    </a:rPr>
                    <a:t>-</a:t>
                  </a:r>
                  <a:endParaRPr lang="en-US" altLang="en-US">
                    <a:solidFill>
                      <a:srgbClr val="000000"/>
                    </a:solidFill>
                    <a:latin typeface="Times New Roman" panose="02020603050405020304" pitchFamily="18" charset="0"/>
                  </a:endParaRPr>
                </a:p>
              </p:txBody>
            </p:sp>
            <p:sp>
              <p:nvSpPr>
                <p:cNvPr id="44047" name="Text Box 15"/>
                <p:cNvSpPr txBox="1">
                  <a:spLocks noChangeArrowheads="1"/>
                </p:cNvSpPr>
                <p:nvPr/>
              </p:nvSpPr>
              <p:spPr bwMode="auto">
                <a:xfrm>
                  <a:off x="2895600" y="2743201"/>
                  <a:ext cx="106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4000">
                      <a:solidFill>
                        <a:srgbClr val="000000"/>
                      </a:solidFill>
                      <a:latin typeface="Times New Roman" panose="02020603050405020304" pitchFamily="18" charset="0"/>
                      <a:sym typeface="Symbol" panose="05050102010706020507" pitchFamily="18" charset="2"/>
                    </a:rPr>
                    <a:t></a:t>
                  </a:r>
                  <a:r>
                    <a:rPr lang="en-US" altLang="en-US" sz="4000" baseline="30000">
                      <a:solidFill>
                        <a:srgbClr val="000000"/>
                      </a:solidFill>
                      <a:latin typeface="Times New Roman" panose="02020603050405020304" pitchFamily="18" charset="0"/>
                      <a:sym typeface="Symbol" panose="05050102010706020507" pitchFamily="18" charset="2"/>
                    </a:rPr>
                    <a:t>+</a:t>
                  </a:r>
                  <a:endParaRPr lang="en-US" altLang="en-US">
                    <a:solidFill>
                      <a:srgbClr val="000000"/>
                    </a:solidFill>
                    <a:latin typeface="Times New Roman" panose="02020603050405020304" pitchFamily="18" charset="0"/>
                  </a:endParaRPr>
                </a:p>
              </p:txBody>
            </p:sp>
          </p:grpSp>
          <p:sp>
            <p:nvSpPr>
              <p:cNvPr id="44048" name="Line 16"/>
              <p:cNvSpPr>
                <a:spLocks noChangeShapeType="1"/>
              </p:cNvSpPr>
              <p:nvPr/>
            </p:nvSpPr>
            <p:spPr bwMode="auto">
              <a:xfrm>
                <a:off x="5791200" y="2227423"/>
                <a:ext cx="0" cy="1811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grpSp>
        <p:sp>
          <p:nvSpPr>
            <p:cNvPr id="18" name="TextBox 17"/>
            <p:cNvSpPr txBox="1"/>
            <p:nvPr/>
          </p:nvSpPr>
          <p:spPr>
            <a:xfrm>
              <a:off x="3606258" y="3846179"/>
              <a:ext cx="5051383" cy="584775"/>
            </a:xfrm>
            <a:prstGeom prst="rect">
              <a:avLst/>
            </a:prstGeom>
            <a:noFill/>
          </p:spPr>
          <p:txBody>
            <a:bodyPr wrap="none" rtlCol="0">
              <a:spAutoFit/>
            </a:bodyPr>
            <a:lstStyle/>
            <a:p>
              <a:pPr fontAlgn="base">
                <a:spcBef>
                  <a:spcPct val="0"/>
                </a:spcBef>
                <a:spcAft>
                  <a:spcPct val="0"/>
                </a:spcAft>
              </a:pPr>
              <a:r>
                <a:rPr lang="en-US" sz="3200" dirty="0">
                  <a:solidFill>
                    <a:srgbClr val="000000"/>
                  </a:solidFill>
                  <a:latin typeface="Times"/>
                  <a:ea typeface="Geneva" pitchFamily="-107" charset="-128"/>
                </a:rPr>
                <a:t>Unequal Sharing of Electrons</a:t>
              </a:r>
            </a:p>
          </p:txBody>
        </p:sp>
      </p:grpSp>
      <p:sp>
        <p:nvSpPr>
          <p:cNvPr id="4" name="Slide Number Placeholder 3"/>
          <p:cNvSpPr>
            <a:spLocks noGrp="1"/>
          </p:cNvSpPr>
          <p:nvPr>
            <p:ph type="sldNum" sz="quarter" idx="12"/>
          </p:nvPr>
        </p:nvSpPr>
        <p:spPr/>
        <p:txBody>
          <a:bodyPr/>
          <a:lstStyle/>
          <a:p>
            <a:pPr fontAlgn="base">
              <a:spcBef>
                <a:spcPct val="0"/>
              </a:spcBef>
              <a:spcAft>
                <a:spcPct val="0"/>
              </a:spcAft>
            </a:pPr>
            <a:fld id="{4AABA409-79CA-42F8-B58C-0382FEC60E53}" type="slidenum">
              <a:rPr lang="en-US" altLang="en-US">
                <a:solidFill>
                  <a:srgbClr val="000000"/>
                </a:solidFill>
                <a:ea typeface="Geneva" pitchFamily="-107" charset="-128"/>
              </a:rPr>
              <a:pPr fontAlgn="base">
                <a:spcBef>
                  <a:spcPct val="0"/>
                </a:spcBef>
                <a:spcAft>
                  <a:spcPct val="0"/>
                </a:spcAft>
              </a:pPr>
              <a:t>49</a:t>
            </a:fld>
            <a:endParaRPr lang="en-US" altLang="en-US">
              <a:solidFill>
                <a:srgbClr val="000000"/>
              </a:solidFill>
              <a:ea typeface="Geneva" pitchFamily="-107" charset="-128"/>
            </a:endParaRPr>
          </a:p>
        </p:txBody>
      </p:sp>
      <p:sp>
        <p:nvSpPr>
          <p:cNvPr id="5" name="Rectangle 4"/>
          <p:cNvSpPr/>
          <p:nvPr/>
        </p:nvSpPr>
        <p:spPr>
          <a:xfrm>
            <a:off x="-74215" y="4681447"/>
            <a:ext cx="12192000" cy="1200329"/>
          </a:xfrm>
          <a:prstGeom prst="rect">
            <a:avLst/>
          </a:prstGeom>
        </p:spPr>
        <p:txBody>
          <a:bodyPr wrap="square">
            <a:spAutoFit/>
          </a:bodyPr>
          <a:lstStyle/>
          <a:p>
            <a:pPr marL="800100" lvl="1" indent="-342900">
              <a:lnSpc>
                <a:spcPct val="150000"/>
              </a:lnSpc>
              <a:buFont typeface="Arial" panose="020B0604020202020204" pitchFamily="34" charset="0"/>
              <a:buChar char="•"/>
              <a:defRPr/>
            </a:pPr>
            <a:r>
              <a:rPr lang="en-US" sz="2400" dirty="0"/>
              <a:t>We show polarity by using the symbols </a:t>
            </a:r>
            <a:r>
              <a:rPr lang="en-US" sz="2400" dirty="0">
                <a:solidFill>
                  <a:srgbClr val="1A73A4"/>
                </a:solidFill>
                <a:effectLst>
                  <a:outerShdw blurRad="38100" dist="38100" dir="2700000" algn="tl">
                    <a:srgbClr val="C0C0C0"/>
                  </a:outerShdw>
                </a:effectLst>
                <a:latin typeface="Symbol" panose="05050102010706020507" pitchFamily="18" charset="2"/>
              </a:rPr>
              <a:t>d</a:t>
            </a:r>
            <a:r>
              <a:rPr lang="en-US" sz="2400" dirty="0">
                <a:solidFill>
                  <a:srgbClr val="1A73A4"/>
                </a:solidFill>
                <a:effectLst>
                  <a:outerShdw blurRad="38100" dist="38100" dir="2700000" algn="tl">
                    <a:srgbClr val="C0C0C0"/>
                  </a:outerShdw>
                </a:effectLst>
              </a:rPr>
              <a:t>+</a:t>
            </a:r>
            <a:r>
              <a:rPr lang="en-US" sz="2400" dirty="0"/>
              <a:t> and </a:t>
            </a:r>
            <a:r>
              <a:rPr lang="en-US" sz="2400" dirty="0">
                <a:solidFill>
                  <a:schemeClr val="accent2"/>
                </a:solidFill>
                <a:effectLst>
                  <a:outerShdw blurRad="38100" dist="38100" dir="2700000" algn="tl">
                    <a:srgbClr val="C0C0C0"/>
                  </a:outerShdw>
                </a:effectLst>
                <a:latin typeface="Symbol" panose="05050102010706020507" pitchFamily="18" charset="2"/>
              </a:rPr>
              <a:t>d</a:t>
            </a:r>
            <a:r>
              <a:rPr lang="en-US" sz="2400" dirty="0">
                <a:solidFill>
                  <a:schemeClr val="accent2"/>
                </a:solidFill>
                <a:effectLst>
                  <a:outerShdw blurRad="38100" dist="38100" dir="2700000" algn="tl">
                    <a:srgbClr val="C0C0C0"/>
                  </a:outerShdw>
                </a:effectLst>
              </a:rPr>
              <a:t>-</a:t>
            </a:r>
            <a:r>
              <a:rPr lang="en-US" sz="2400" dirty="0"/>
              <a:t>, or by using an arrow with the arrowhead pointing toward the negative end and a plus sign on the tail of the arrow at the positive end</a:t>
            </a:r>
          </a:p>
        </p:txBody>
      </p:sp>
      <p:pic>
        <p:nvPicPr>
          <p:cNvPr id="21" name="Picture 4"/>
          <p:cNvPicPr>
            <a:picLocks noChangeAspect="1" noChangeArrowheads="1"/>
          </p:cNvPicPr>
          <p:nvPr/>
        </p:nvPicPr>
        <p:blipFill>
          <a:blip r:embed="rId3"/>
          <a:srcRect/>
          <a:stretch>
            <a:fillRect/>
          </a:stretch>
        </p:blipFill>
        <p:spPr bwMode="auto">
          <a:xfrm>
            <a:off x="4108652" y="5860625"/>
            <a:ext cx="4349548" cy="883502"/>
          </a:xfrm>
          <a:prstGeom prst="rect">
            <a:avLst/>
          </a:prstGeom>
          <a:noFill/>
          <a:ln w="12700">
            <a:noFill/>
            <a:miter lim="800000"/>
            <a:headEnd/>
            <a:tailEnd/>
          </a:ln>
          <a:effectLst/>
        </p:spPr>
      </p:pic>
    </p:spTree>
    <p:extLst>
      <p:ext uri="{BB962C8B-B14F-4D97-AF65-F5344CB8AC3E}">
        <p14:creationId xmlns:p14="http://schemas.microsoft.com/office/powerpoint/2010/main" val="1811804542"/>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56" name="Text Box 4"/>
          <p:cNvSpPr txBox="1">
            <a:spLocks noChangeArrowheads="1"/>
          </p:cNvSpPr>
          <p:nvPr/>
        </p:nvSpPr>
        <p:spPr bwMode="auto">
          <a:xfrm>
            <a:off x="5956517" y="1905001"/>
            <a:ext cx="3111285"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5000" dirty="0">
                <a:solidFill>
                  <a:srgbClr val="000000"/>
                </a:solidFill>
                <a:latin typeface="Times New Roman" panose="02020603050405020304" pitchFamily="18" charset="0"/>
              </a:rPr>
              <a:t>Cl</a:t>
            </a:r>
            <a:endParaRPr lang="en-US" altLang="en-US" dirty="0">
              <a:solidFill>
                <a:srgbClr val="000000"/>
              </a:solidFill>
              <a:latin typeface="Times New Roman" panose="02020603050405020304" pitchFamily="18" charset="0"/>
            </a:endParaRPr>
          </a:p>
        </p:txBody>
      </p:sp>
      <p:grpSp>
        <p:nvGrpSpPr>
          <p:cNvPr id="3" name="Group 5"/>
          <p:cNvGrpSpPr>
            <a:grpSpLocks/>
          </p:cNvGrpSpPr>
          <p:nvPr/>
        </p:nvGrpSpPr>
        <p:grpSpPr bwMode="auto">
          <a:xfrm>
            <a:off x="5715000" y="2133600"/>
            <a:ext cx="2362200" cy="2133600"/>
            <a:chOff x="2640" y="1296"/>
            <a:chExt cx="1488" cy="1344"/>
          </a:xfrm>
        </p:grpSpPr>
        <p:sp>
          <p:nvSpPr>
            <p:cNvPr id="35847" name="Oval 6"/>
            <p:cNvSpPr>
              <a:spLocks noChangeAspect="1" noChangeArrowheads="1"/>
            </p:cNvSpPr>
            <p:nvPr/>
          </p:nvSpPr>
          <p:spPr bwMode="auto">
            <a:xfrm>
              <a:off x="3168" y="12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48" name="Oval 7"/>
            <p:cNvSpPr>
              <a:spLocks noChangeAspect="1" noChangeArrowheads="1"/>
            </p:cNvSpPr>
            <p:nvPr/>
          </p:nvSpPr>
          <p:spPr bwMode="auto">
            <a:xfrm>
              <a:off x="3456" y="12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49" name="Oval 8"/>
            <p:cNvSpPr>
              <a:spLocks noChangeAspect="1" noChangeArrowheads="1"/>
            </p:cNvSpPr>
            <p:nvPr/>
          </p:nvSpPr>
          <p:spPr bwMode="auto">
            <a:xfrm>
              <a:off x="3984" y="1680"/>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0" name="Oval 9"/>
            <p:cNvSpPr>
              <a:spLocks noChangeAspect="1" noChangeArrowheads="1"/>
            </p:cNvSpPr>
            <p:nvPr/>
          </p:nvSpPr>
          <p:spPr bwMode="auto">
            <a:xfrm>
              <a:off x="3984" y="201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1" name="Oval 10"/>
            <p:cNvSpPr>
              <a:spLocks noChangeAspect="1" noChangeArrowheads="1"/>
            </p:cNvSpPr>
            <p:nvPr/>
          </p:nvSpPr>
          <p:spPr bwMode="auto">
            <a:xfrm>
              <a:off x="2640" y="1680"/>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2" name="Oval 11"/>
            <p:cNvSpPr>
              <a:spLocks noChangeAspect="1" noChangeArrowheads="1"/>
            </p:cNvSpPr>
            <p:nvPr/>
          </p:nvSpPr>
          <p:spPr bwMode="auto">
            <a:xfrm>
              <a:off x="2640" y="2016"/>
              <a:ext cx="144" cy="144"/>
            </a:xfrm>
            <a:prstGeom prst="ellipse">
              <a:avLst/>
            </a:prstGeom>
            <a:solidFill>
              <a:schemeClr val="accent1"/>
            </a:solidFill>
            <a:ln w="12700">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3" name="Oval 12"/>
            <p:cNvSpPr>
              <a:spLocks noChangeAspect="1" noChangeArrowheads="1"/>
            </p:cNvSpPr>
            <p:nvPr/>
          </p:nvSpPr>
          <p:spPr bwMode="auto">
            <a:xfrm>
              <a:off x="3504" y="24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4" name="Oval 13"/>
            <p:cNvSpPr>
              <a:spLocks noChangeAspect="1" noChangeArrowheads="1"/>
            </p:cNvSpPr>
            <p:nvPr/>
          </p:nvSpPr>
          <p:spPr bwMode="auto">
            <a:xfrm>
              <a:off x="3216" y="24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sp>
        <p:nvSpPr>
          <p:cNvPr id="44048" name="Line 16"/>
          <p:cNvSpPr>
            <a:spLocks noChangeShapeType="1"/>
          </p:cNvSpPr>
          <p:nvPr/>
        </p:nvSpPr>
        <p:spPr bwMode="auto">
          <a:xfrm>
            <a:off x="5791200" y="1219200"/>
            <a:ext cx="0" cy="396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2" name="TextBox 1"/>
          <p:cNvSpPr txBox="1"/>
          <p:nvPr/>
        </p:nvSpPr>
        <p:spPr>
          <a:xfrm>
            <a:off x="3581400" y="296129"/>
            <a:ext cx="5410200" cy="830997"/>
          </a:xfrm>
          <a:prstGeom prst="rect">
            <a:avLst/>
          </a:prstGeom>
          <a:noFill/>
        </p:spPr>
        <p:txBody>
          <a:bodyPr wrap="square" rtlCol="0">
            <a:spAutoFit/>
          </a:bodyPr>
          <a:lstStyle/>
          <a:p>
            <a:pPr fontAlgn="base">
              <a:spcBef>
                <a:spcPct val="0"/>
              </a:spcBef>
              <a:spcAft>
                <a:spcPct val="0"/>
              </a:spcAft>
            </a:pPr>
            <a:r>
              <a:rPr lang="en-US" sz="4800" b="1" dirty="0">
                <a:solidFill>
                  <a:srgbClr val="FF0000"/>
                </a:solidFill>
                <a:latin typeface="Times"/>
                <a:ea typeface="Geneva" pitchFamily="-107" charset="-128"/>
              </a:rPr>
              <a:t>Non-Polar Molecule</a:t>
            </a:r>
          </a:p>
        </p:txBody>
      </p:sp>
      <p:sp>
        <p:nvSpPr>
          <p:cNvPr id="18" name="Text Box 4"/>
          <p:cNvSpPr txBox="1">
            <a:spLocks noChangeArrowheads="1"/>
          </p:cNvSpPr>
          <p:nvPr/>
        </p:nvSpPr>
        <p:spPr bwMode="auto">
          <a:xfrm>
            <a:off x="3625957" y="1889126"/>
            <a:ext cx="3111285"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5000" dirty="0">
                <a:solidFill>
                  <a:srgbClr val="000000"/>
                </a:solidFill>
                <a:latin typeface="Times New Roman" panose="02020603050405020304" pitchFamily="18" charset="0"/>
              </a:rPr>
              <a:t>Cl</a:t>
            </a:r>
            <a:endParaRPr lang="en-US" altLang="en-US" dirty="0">
              <a:solidFill>
                <a:srgbClr val="000000"/>
              </a:solidFill>
              <a:latin typeface="Times New Roman" panose="02020603050405020304" pitchFamily="18" charset="0"/>
            </a:endParaRPr>
          </a:p>
        </p:txBody>
      </p:sp>
      <p:sp>
        <p:nvSpPr>
          <p:cNvPr id="19" name="Oval 7"/>
          <p:cNvSpPr>
            <a:spLocks noChangeAspect="1" noChangeArrowheads="1"/>
          </p:cNvSpPr>
          <p:nvPr/>
        </p:nvSpPr>
        <p:spPr bwMode="auto">
          <a:xfrm>
            <a:off x="4849248" y="212950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0" name="Oval 7"/>
          <p:cNvSpPr>
            <a:spLocks noChangeAspect="1" noChangeArrowheads="1"/>
          </p:cNvSpPr>
          <p:nvPr/>
        </p:nvSpPr>
        <p:spPr bwMode="auto">
          <a:xfrm>
            <a:off x="4347489" y="2129509"/>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1" name="Oval 7"/>
          <p:cNvSpPr>
            <a:spLocks noChangeAspect="1" noChangeArrowheads="1"/>
          </p:cNvSpPr>
          <p:nvPr/>
        </p:nvSpPr>
        <p:spPr bwMode="auto">
          <a:xfrm>
            <a:off x="3346341" y="2743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2" name="Oval 7"/>
          <p:cNvSpPr>
            <a:spLocks noChangeAspect="1" noChangeArrowheads="1"/>
          </p:cNvSpPr>
          <p:nvPr/>
        </p:nvSpPr>
        <p:spPr bwMode="auto">
          <a:xfrm>
            <a:off x="3362706" y="327813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3" name="Oval 7"/>
          <p:cNvSpPr>
            <a:spLocks noChangeAspect="1" noChangeArrowheads="1"/>
          </p:cNvSpPr>
          <p:nvPr/>
        </p:nvSpPr>
        <p:spPr bwMode="auto">
          <a:xfrm>
            <a:off x="4849248" y="4038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24" name="Oval 7"/>
          <p:cNvSpPr>
            <a:spLocks noChangeAspect="1" noChangeArrowheads="1"/>
          </p:cNvSpPr>
          <p:nvPr/>
        </p:nvSpPr>
        <p:spPr bwMode="auto">
          <a:xfrm>
            <a:off x="4351580" y="403811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4" name="TextBox 3"/>
          <p:cNvSpPr txBox="1"/>
          <p:nvPr/>
        </p:nvSpPr>
        <p:spPr>
          <a:xfrm>
            <a:off x="3892282" y="5389861"/>
            <a:ext cx="4616970" cy="584775"/>
          </a:xfrm>
          <a:prstGeom prst="rect">
            <a:avLst/>
          </a:prstGeom>
          <a:noFill/>
        </p:spPr>
        <p:txBody>
          <a:bodyPr wrap="none" rtlCol="0">
            <a:spAutoFit/>
          </a:bodyPr>
          <a:lstStyle/>
          <a:p>
            <a:pPr fontAlgn="base">
              <a:spcBef>
                <a:spcPct val="0"/>
              </a:spcBef>
              <a:spcAft>
                <a:spcPct val="0"/>
              </a:spcAft>
            </a:pPr>
            <a:r>
              <a:rPr lang="en-US" sz="3200" dirty="0">
                <a:solidFill>
                  <a:srgbClr val="000000"/>
                </a:solidFill>
                <a:latin typeface="Times"/>
                <a:ea typeface="Geneva" pitchFamily="-107" charset="-128"/>
              </a:rPr>
              <a:t>Equal Sharing of Electrons</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4AABA409-79CA-42F8-B58C-0382FEC60E53}" type="slidenum">
              <a:rPr lang="en-US" altLang="en-US">
                <a:solidFill>
                  <a:srgbClr val="000000"/>
                </a:solidFill>
                <a:ea typeface="Geneva" pitchFamily="-107" charset="-128"/>
              </a:rPr>
              <a:pPr fontAlgn="base">
                <a:spcBef>
                  <a:spcPct val="0"/>
                </a:spcBef>
                <a:spcAft>
                  <a:spcPct val="0"/>
                </a:spcAft>
              </a:pPr>
              <a:t>50</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834504833"/>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3967003" y="1328898"/>
            <a:ext cx="4495800" cy="2246313"/>
            <a:chOff x="1536" y="1200"/>
            <a:chExt cx="2832" cy="1415"/>
          </a:xfrm>
        </p:grpSpPr>
        <p:sp>
          <p:nvSpPr>
            <p:cNvPr id="35855" name="Text Box 3"/>
            <p:cNvSpPr txBox="1">
              <a:spLocks noChangeArrowheads="1"/>
            </p:cNvSpPr>
            <p:nvPr/>
          </p:nvSpPr>
          <p:spPr bwMode="auto">
            <a:xfrm>
              <a:off x="1536" y="1200"/>
              <a:ext cx="288" cy="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H</a:t>
              </a:r>
            </a:p>
          </p:txBody>
        </p:sp>
        <p:sp>
          <p:nvSpPr>
            <p:cNvPr id="35856" name="Text Box 4"/>
            <p:cNvSpPr txBox="1">
              <a:spLocks noChangeArrowheads="1"/>
            </p:cNvSpPr>
            <p:nvPr/>
          </p:nvSpPr>
          <p:spPr bwMode="auto">
            <a:xfrm>
              <a:off x="2784" y="1200"/>
              <a:ext cx="1584" cy="1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Cl</a:t>
              </a:r>
            </a:p>
            <a:p>
              <a:pPr fontAlgn="base">
                <a:spcBef>
                  <a:spcPct val="50000"/>
                </a:spcBef>
                <a:spcAft>
                  <a:spcPct val="0"/>
                </a:spcAft>
              </a:pPr>
              <a:endParaRPr lang="en-US" altLang="en-US" dirty="0">
                <a:solidFill>
                  <a:srgbClr val="000000"/>
                </a:solidFill>
                <a:latin typeface="Times New Roman" panose="02020603050405020304" pitchFamily="18" charset="0"/>
              </a:endParaRPr>
            </a:p>
          </p:txBody>
        </p:sp>
      </p:grpSp>
      <p:grpSp>
        <p:nvGrpSpPr>
          <p:cNvPr id="3" name="Group 5"/>
          <p:cNvGrpSpPr>
            <a:grpSpLocks/>
          </p:cNvGrpSpPr>
          <p:nvPr/>
        </p:nvGrpSpPr>
        <p:grpSpPr bwMode="auto">
          <a:xfrm>
            <a:off x="5828021" y="1486268"/>
            <a:ext cx="1676399" cy="1015300"/>
            <a:chOff x="2640" y="1296"/>
            <a:chExt cx="1488" cy="864"/>
          </a:xfrm>
        </p:grpSpPr>
        <p:sp>
          <p:nvSpPr>
            <p:cNvPr id="35847" name="Oval 6"/>
            <p:cNvSpPr>
              <a:spLocks noChangeAspect="1" noChangeArrowheads="1"/>
            </p:cNvSpPr>
            <p:nvPr/>
          </p:nvSpPr>
          <p:spPr bwMode="auto">
            <a:xfrm>
              <a:off x="3168" y="12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48" name="Oval 7"/>
            <p:cNvSpPr>
              <a:spLocks noChangeAspect="1" noChangeArrowheads="1"/>
            </p:cNvSpPr>
            <p:nvPr/>
          </p:nvSpPr>
          <p:spPr bwMode="auto">
            <a:xfrm>
              <a:off x="3456" y="129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49" name="Oval 8"/>
            <p:cNvSpPr>
              <a:spLocks noChangeAspect="1" noChangeArrowheads="1"/>
            </p:cNvSpPr>
            <p:nvPr/>
          </p:nvSpPr>
          <p:spPr bwMode="auto">
            <a:xfrm>
              <a:off x="3984" y="1680"/>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0" name="Oval 9"/>
            <p:cNvSpPr>
              <a:spLocks noChangeAspect="1" noChangeArrowheads="1"/>
            </p:cNvSpPr>
            <p:nvPr/>
          </p:nvSpPr>
          <p:spPr bwMode="auto">
            <a:xfrm>
              <a:off x="3984" y="2016"/>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1" name="Oval 10"/>
            <p:cNvSpPr>
              <a:spLocks noChangeAspect="1" noChangeArrowheads="1"/>
            </p:cNvSpPr>
            <p:nvPr/>
          </p:nvSpPr>
          <p:spPr bwMode="auto">
            <a:xfrm>
              <a:off x="2640" y="1680"/>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5852" name="Oval 11"/>
            <p:cNvSpPr>
              <a:spLocks noChangeAspect="1" noChangeArrowheads="1"/>
            </p:cNvSpPr>
            <p:nvPr/>
          </p:nvSpPr>
          <p:spPr bwMode="auto">
            <a:xfrm>
              <a:off x="2640" y="2016"/>
              <a:ext cx="144" cy="144"/>
            </a:xfrm>
            <a:prstGeom prst="ellipse">
              <a:avLst/>
            </a:prstGeom>
            <a:solidFill>
              <a:schemeClr val="accent1"/>
            </a:solidFill>
            <a:ln w="12700">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sp>
        <p:nvSpPr>
          <p:cNvPr id="44048" name="Line 16"/>
          <p:cNvSpPr>
            <a:spLocks noChangeShapeType="1"/>
          </p:cNvSpPr>
          <p:nvPr/>
        </p:nvSpPr>
        <p:spPr bwMode="auto">
          <a:xfrm>
            <a:off x="5689304" y="1259345"/>
            <a:ext cx="0" cy="4227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2" name="TextBox 1"/>
          <p:cNvSpPr txBox="1"/>
          <p:nvPr/>
        </p:nvSpPr>
        <p:spPr>
          <a:xfrm>
            <a:off x="4038600" y="304801"/>
            <a:ext cx="4800600" cy="830997"/>
          </a:xfrm>
          <a:prstGeom prst="rect">
            <a:avLst/>
          </a:prstGeom>
          <a:noFill/>
        </p:spPr>
        <p:txBody>
          <a:bodyPr wrap="square" rtlCol="0">
            <a:spAutoFit/>
          </a:bodyPr>
          <a:lstStyle/>
          <a:p>
            <a:pPr fontAlgn="base">
              <a:spcBef>
                <a:spcPct val="0"/>
              </a:spcBef>
              <a:spcAft>
                <a:spcPct val="0"/>
              </a:spcAft>
            </a:pPr>
            <a:r>
              <a:rPr lang="en-US" sz="4800" b="1" dirty="0">
                <a:solidFill>
                  <a:srgbClr val="FF0000"/>
                </a:solidFill>
                <a:latin typeface="Times"/>
                <a:ea typeface="Geneva" pitchFamily="-107" charset="-128"/>
              </a:rPr>
              <a:t>Polar Molecule</a:t>
            </a:r>
          </a:p>
        </p:txBody>
      </p:sp>
      <p:sp>
        <p:nvSpPr>
          <p:cNvPr id="18" name="TextBox 17"/>
          <p:cNvSpPr txBox="1"/>
          <p:nvPr/>
        </p:nvSpPr>
        <p:spPr>
          <a:xfrm>
            <a:off x="4228335" y="5387112"/>
            <a:ext cx="2932213" cy="584775"/>
          </a:xfrm>
          <a:prstGeom prst="rect">
            <a:avLst/>
          </a:prstGeom>
          <a:noFill/>
        </p:spPr>
        <p:txBody>
          <a:bodyPr wrap="none" rtlCol="0">
            <a:spAutoFit/>
          </a:bodyPr>
          <a:lstStyle/>
          <a:p>
            <a:pPr fontAlgn="base">
              <a:spcBef>
                <a:spcPct val="0"/>
              </a:spcBef>
              <a:spcAft>
                <a:spcPct val="0"/>
              </a:spcAft>
            </a:pPr>
            <a:r>
              <a:rPr lang="en-US" sz="3200" dirty="0">
                <a:solidFill>
                  <a:srgbClr val="000000"/>
                </a:solidFill>
                <a:latin typeface="Times"/>
                <a:ea typeface="Geneva" pitchFamily="-107" charset="-128"/>
              </a:rPr>
              <a:t>Not symmetrical</a:t>
            </a:r>
          </a:p>
        </p:txBody>
      </p:sp>
      <p:sp>
        <p:nvSpPr>
          <p:cNvPr id="19" name="Text Box 3"/>
          <p:cNvSpPr txBox="1">
            <a:spLocks noChangeArrowheads="1"/>
          </p:cNvSpPr>
          <p:nvPr/>
        </p:nvSpPr>
        <p:spPr bwMode="auto">
          <a:xfrm>
            <a:off x="5162935" y="3952966"/>
            <a:ext cx="457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H</a:t>
            </a:r>
          </a:p>
        </p:txBody>
      </p:sp>
      <p:sp>
        <p:nvSpPr>
          <p:cNvPr id="20" name="Text Box 3"/>
          <p:cNvSpPr txBox="1">
            <a:spLocks noChangeArrowheads="1"/>
          </p:cNvSpPr>
          <p:nvPr/>
        </p:nvSpPr>
        <p:spPr bwMode="auto">
          <a:xfrm>
            <a:off x="5162935" y="2598738"/>
            <a:ext cx="457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B</a:t>
            </a:r>
          </a:p>
        </p:txBody>
      </p:sp>
      <p:cxnSp>
        <p:nvCxnSpPr>
          <p:cNvPr id="5" name="Straight Connector 4"/>
          <p:cNvCxnSpPr/>
          <p:nvPr/>
        </p:nvCxnSpPr>
        <p:spPr bwMode="auto">
          <a:xfrm>
            <a:off x="5029201" y="2667000"/>
            <a:ext cx="300197" cy="35417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flipH="1">
            <a:off x="5978121" y="2667001"/>
            <a:ext cx="380747" cy="40766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689304" y="3952966"/>
            <a:ext cx="4888" cy="450803"/>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4" name="Slide Number Placeholder 3"/>
          <p:cNvSpPr>
            <a:spLocks noGrp="1"/>
          </p:cNvSpPr>
          <p:nvPr>
            <p:ph type="sldNum" sz="quarter" idx="12"/>
          </p:nvPr>
        </p:nvSpPr>
        <p:spPr/>
        <p:txBody>
          <a:bodyPr/>
          <a:lstStyle/>
          <a:p>
            <a:pPr fontAlgn="base">
              <a:spcBef>
                <a:spcPct val="0"/>
              </a:spcBef>
              <a:spcAft>
                <a:spcPct val="0"/>
              </a:spcAft>
            </a:pPr>
            <a:fld id="{4AABA409-79CA-42F8-B58C-0382FEC60E53}" type="slidenum">
              <a:rPr lang="en-US" altLang="en-US">
                <a:solidFill>
                  <a:srgbClr val="000000"/>
                </a:solidFill>
                <a:ea typeface="Geneva" pitchFamily="-107" charset="-128"/>
              </a:rPr>
              <a:pPr fontAlgn="base">
                <a:spcBef>
                  <a:spcPct val="0"/>
                </a:spcBef>
                <a:spcAft>
                  <a:spcPct val="0"/>
                </a:spcAft>
              </a:pPr>
              <a:t>51</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410257787"/>
      </p:ext>
    </p:ext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3967003" y="1324135"/>
            <a:ext cx="4643438" cy="2246313"/>
            <a:chOff x="1536" y="1197"/>
            <a:chExt cx="2925" cy="1415"/>
          </a:xfrm>
        </p:grpSpPr>
        <p:sp>
          <p:nvSpPr>
            <p:cNvPr id="35855" name="Text Box 3"/>
            <p:cNvSpPr txBox="1">
              <a:spLocks noChangeArrowheads="1"/>
            </p:cNvSpPr>
            <p:nvPr/>
          </p:nvSpPr>
          <p:spPr bwMode="auto">
            <a:xfrm>
              <a:off x="1536" y="1200"/>
              <a:ext cx="288" cy="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H</a:t>
              </a:r>
            </a:p>
          </p:txBody>
        </p:sp>
        <p:sp>
          <p:nvSpPr>
            <p:cNvPr id="35856" name="Text Box 4"/>
            <p:cNvSpPr txBox="1">
              <a:spLocks noChangeArrowheads="1"/>
            </p:cNvSpPr>
            <p:nvPr/>
          </p:nvSpPr>
          <p:spPr bwMode="auto">
            <a:xfrm>
              <a:off x="2877" y="1197"/>
              <a:ext cx="1584" cy="1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H</a:t>
              </a:r>
            </a:p>
            <a:p>
              <a:pPr fontAlgn="base">
                <a:spcBef>
                  <a:spcPct val="50000"/>
                </a:spcBef>
                <a:spcAft>
                  <a:spcPct val="0"/>
                </a:spcAft>
              </a:pPr>
              <a:endParaRPr lang="en-US" altLang="en-US" dirty="0">
                <a:solidFill>
                  <a:srgbClr val="000000"/>
                </a:solidFill>
                <a:latin typeface="Times New Roman" panose="02020603050405020304" pitchFamily="18" charset="0"/>
              </a:endParaRPr>
            </a:p>
          </p:txBody>
        </p:sp>
      </p:grpSp>
      <p:sp>
        <p:nvSpPr>
          <p:cNvPr id="44048" name="Line 16"/>
          <p:cNvSpPr>
            <a:spLocks noChangeShapeType="1"/>
          </p:cNvSpPr>
          <p:nvPr/>
        </p:nvSpPr>
        <p:spPr bwMode="auto">
          <a:xfrm>
            <a:off x="5689304" y="1259345"/>
            <a:ext cx="0" cy="4227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Sand" charset="0"/>
              <a:ea typeface="Geneva" pitchFamily="-107" charset="-128"/>
            </a:endParaRPr>
          </a:p>
        </p:txBody>
      </p:sp>
      <p:sp>
        <p:nvSpPr>
          <p:cNvPr id="2" name="TextBox 1"/>
          <p:cNvSpPr txBox="1"/>
          <p:nvPr/>
        </p:nvSpPr>
        <p:spPr>
          <a:xfrm>
            <a:off x="3139542" y="331236"/>
            <a:ext cx="6746841" cy="830997"/>
          </a:xfrm>
          <a:prstGeom prst="rect">
            <a:avLst/>
          </a:prstGeom>
          <a:noFill/>
        </p:spPr>
        <p:txBody>
          <a:bodyPr wrap="square" rtlCol="0">
            <a:spAutoFit/>
          </a:bodyPr>
          <a:lstStyle/>
          <a:p>
            <a:pPr algn="ctr" fontAlgn="base">
              <a:spcBef>
                <a:spcPct val="0"/>
              </a:spcBef>
              <a:spcAft>
                <a:spcPct val="0"/>
              </a:spcAft>
            </a:pPr>
            <a:r>
              <a:rPr lang="en-US" sz="4800" b="1" dirty="0">
                <a:solidFill>
                  <a:srgbClr val="FF0000"/>
                </a:solidFill>
                <a:latin typeface="Times"/>
                <a:ea typeface="Geneva" pitchFamily="-107" charset="-128"/>
              </a:rPr>
              <a:t>Non-Polar Molecule</a:t>
            </a:r>
          </a:p>
        </p:txBody>
      </p:sp>
      <p:sp>
        <p:nvSpPr>
          <p:cNvPr id="18" name="TextBox 17"/>
          <p:cNvSpPr txBox="1"/>
          <p:nvPr/>
        </p:nvSpPr>
        <p:spPr>
          <a:xfrm>
            <a:off x="4548607" y="5435130"/>
            <a:ext cx="2281394" cy="584775"/>
          </a:xfrm>
          <a:prstGeom prst="rect">
            <a:avLst/>
          </a:prstGeom>
          <a:noFill/>
        </p:spPr>
        <p:txBody>
          <a:bodyPr wrap="none" rtlCol="0">
            <a:spAutoFit/>
          </a:bodyPr>
          <a:lstStyle/>
          <a:p>
            <a:pPr fontAlgn="base">
              <a:spcBef>
                <a:spcPct val="0"/>
              </a:spcBef>
              <a:spcAft>
                <a:spcPct val="0"/>
              </a:spcAft>
            </a:pPr>
            <a:r>
              <a:rPr lang="en-US" sz="3200" dirty="0">
                <a:solidFill>
                  <a:srgbClr val="000000"/>
                </a:solidFill>
                <a:latin typeface="Times"/>
                <a:ea typeface="Geneva" pitchFamily="-107" charset="-128"/>
              </a:rPr>
              <a:t>Symmetrical</a:t>
            </a:r>
          </a:p>
        </p:txBody>
      </p:sp>
      <p:sp>
        <p:nvSpPr>
          <p:cNvPr id="19" name="Text Box 3"/>
          <p:cNvSpPr txBox="1">
            <a:spLocks noChangeArrowheads="1"/>
          </p:cNvSpPr>
          <p:nvPr/>
        </p:nvSpPr>
        <p:spPr bwMode="auto">
          <a:xfrm>
            <a:off x="5162935" y="3952966"/>
            <a:ext cx="457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H</a:t>
            </a:r>
          </a:p>
        </p:txBody>
      </p:sp>
      <p:sp>
        <p:nvSpPr>
          <p:cNvPr id="20" name="Text Box 3"/>
          <p:cNvSpPr txBox="1">
            <a:spLocks noChangeArrowheads="1"/>
          </p:cNvSpPr>
          <p:nvPr/>
        </p:nvSpPr>
        <p:spPr bwMode="auto">
          <a:xfrm>
            <a:off x="5162935" y="2598738"/>
            <a:ext cx="457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10400" dirty="0">
                <a:solidFill>
                  <a:srgbClr val="000000"/>
                </a:solidFill>
                <a:latin typeface="Times New Roman" panose="02020603050405020304" pitchFamily="18" charset="0"/>
              </a:rPr>
              <a:t>B</a:t>
            </a:r>
          </a:p>
        </p:txBody>
      </p:sp>
      <p:cxnSp>
        <p:nvCxnSpPr>
          <p:cNvPr id="5" name="Straight Connector 4"/>
          <p:cNvCxnSpPr/>
          <p:nvPr/>
        </p:nvCxnSpPr>
        <p:spPr bwMode="auto">
          <a:xfrm>
            <a:off x="5029201" y="2667000"/>
            <a:ext cx="300197" cy="354172"/>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flipH="1">
            <a:off x="5978121" y="2667001"/>
            <a:ext cx="380747" cy="407667"/>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5689304" y="3952966"/>
            <a:ext cx="4888" cy="450803"/>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 name="Slide Number Placeholder 2"/>
          <p:cNvSpPr>
            <a:spLocks noGrp="1"/>
          </p:cNvSpPr>
          <p:nvPr>
            <p:ph type="sldNum" sz="quarter" idx="12"/>
          </p:nvPr>
        </p:nvSpPr>
        <p:spPr/>
        <p:txBody>
          <a:bodyPr/>
          <a:lstStyle/>
          <a:p>
            <a:pPr fontAlgn="base">
              <a:spcBef>
                <a:spcPct val="0"/>
              </a:spcBef>
              <a:spcAft>
                <a:spcPct val="0"/>
              </a:spcAft>
            </a:pPr>
            <a:fld id="{4AABA409-79CA-42F8-B58C-0382FEC60E53}" type="slidenum">
              <a:rPr lang="en-US" altLang="en-US">
                <a:solidFill>
                  <a:srgbClr val="000000"/>
                </a:solidFill>
                <a:ea typeface="Geneva" pitchFamily="-107" charset="-128"/>
              </a:rPr>
              <a:pPr fontAlgn="base">
                <a:spcBef>
                  <a:spcPct val="0"/>
                </a:spcBef>
                <a:spcAft>
                  <a:spcPct val="0"/>
                </a:spcAft>
              </a:pPr>
              <a:t>52</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868296718"/>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890" name="Group 18"/>
          <p:cNvGrpSpPr>
            <a:grpSpLocks/>
          </p:cNvGrpSpPr>
          <p:nvPr/>
        </p:nvGrpSpPr>
        <p:grpSpPr bwMode="auto">
          <a:xfrm rot="10800000">
            <a:off x="4800600" y="3657600"/>
            <a:ext cx="2819400" cy="2622550"/>
            <a:chOff x="3048000" y="2743200"/>
            <a:chExt cx="2819400" cy="2622550"/>
          </a:xfrm>
        </p:grpSpPr>
        <p:sp>
          <p:nvSpPr>
            <p:cNvPr id="37896" name="Text Box 3"/>
            <p:cNvSpPr txBox="1">
              <a:spLocks noChangeArrowheads="1"/>
            </p:cNvSpPr>
            <p:nvPr/>
          </p:nvSpPr>
          <p:spPr bwMode="auto">
            <a:xfrm>
              <a:off x="3048000" y="3810000"/>
              <a:ext cx="7620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9600" dirty="0">
                  <a:solidFill>
                    <a:srgbClr val="000000"/>
                  </a:solidFill>
                  <a:latin typeface="Times New Roman" panose="02020603050405020304" pitchFamily="18" charset="0"/>
                </a:rPr>
                <a:t>H</a:t>
              </a:r>
            </a:p>
          </p:txBody>
        </p:sp>
        <p:sp>
          <p:nvSpPr>
            <p:cNvPr id="37897" name="Text Box 4"/>
            <p:cNvSpPr txBox="1">
              <a:spLocks noChangeArrowheads="1"/>
            </p:cNvSpPr>
            <p:nvPr/>
          </p:nvSpPr>
          <p:spPr bwMode="auto">
            <a:xfrm>
              <a:off x="5334000" y="3810000"/>
              <a:ext cx="533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9600" dirty="0">
                  <a:solidFill>
                    <a:srgbClr val="000000"/>
                  </a:solidFill>
                  <a:latin typeface="Times New Roman" panose="02020603050405020304" pitchFamily="18" charset="0"/>
                </a:rPr>
                <a:t>H</a:t>
              </a:r>
            </a:p>
          </p:txBody>
        </p:sp>
        <p:grpSp>
          <p:nvGrpSpPr>
            <p:cNvPr id="37898" name="Group 5"/>
            <p:cNvGrpSpPr>
              <a:grpSpLocks/>
            </p:cNvGrpSpPr>
            <p:nvPr/>
          </p:nvGrpSpPr>
          <p:grpSpPr bwMode="auto">
            <a:xfrm>
              <a:off x="3886200" y="2743200"/>
              <a:ext cx="1570038" cy="1555750"/>
              <a:chOff x="2400" y="768"/>
              <a:chExt cx="989" cy="980"/>
            </a:xfrm>
          </p:grpSpPr>
          <p:sp>
            <p:nvSpPr>
              <p:cNvPr id="37899" name="Text Box 6"/>
              <p:cNvSpPr txBox="1">
                <a:spLocks noChangeArrowheads="1"/>
              </p:cNvSpPr>
              <p:nvPr/>
            </p:nvSpPr>
            <p:spPr bwMode="auto">
              <a:xfrm>
                <a:off x="2573" y="768"/>
                <a:ext cx="336" cy="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50000"/>
                  </a:spcBef>
                  <a:spcAft>
                    <a:spcPct val="0"/>
                  </a:spcAft>
                </a:pPr>
                <a:r>
                  <a:rPr lang="en-US" altLang="en-US" sz="9600" dirty="0">
                    <a:solidFill>
                      <a:srgbClr val="000000"/>
                    </a:solidFill>
                    <a:latin typeface="Times New Roman" panose="02020603050405020304" pitchFamily="18" charset="0"/>
                  </a:rPr>
                  <a:t>O</a:t>
                </a:r>
              </a:p>
            </p:txBody>
          </p:sp>
          <p:sp>
            <p:nvSpPr>
              <p:cNvPr id="37902" name="AutoShape 9"/>
              <p:cNvSpPr>
                <a:spLocks noChangeArrowheads="1"/>
              </p:cNvSpPr>
              <p:nvPr/>
            </p:nvSpPr>
            <p:spPr bwMode="auto">
              <a:xfrm>
                <a:off x="2400" y="960"/>
                <a:ext cx="173" cy="173"/>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7903" name="AutoShape 10"/>
              <p:cNvSpPr>
                <a:spLocks noChangeArrowheads="1"/>
              </p:cNvSpPr>
              <p:nvPr/>
            </p:nvSpPr>
            <p:spPr bwMode="auto">
              <a:xfrm>
                <a:off x="2544" y="768"/>
                <a:ext cx="173" cy="173"/>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7904" name="AutoShape 11"/>
              <p:cNvSpPr>
                <a:spLocks noChangeArrowheads="1"/>
              </p:cNvSpPr>
              <p:nvPr/>
            </p:nvSpPr>
            <p:spPr bwMode="auto">
              <a:xfrm>
                <a:off x="3024" y="768"/>
                <a:ext cx="173" cy="173"/>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sp>
            <p:nvSpPr>
              <p:cNvPr id="37905" name="AutoShape 12"/>
              <p:cNvSpPr>
                <a:spLocks noChangeArrowheads="1"/>
              </p:cNvSpPr>
              <p:nvPr/>
            </p:nvSpPr>
            <p:spPr bwMode="auto">
              <a:xfrm>
                <a:off x="3216" y="912"/>
                <a:ext cx="173" cy="173"/>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Sand" charset="0"/>
                    <a:ea typeface="Geneva" pitchFamily="-107" charset="-128"/>
                  </a:defRPr>
                </a:lvl1pPr>
                <a:lvl2pPr marL="742950" indent="-285750" eaLnBrk="0" hangingPunct="0">
                  <a:defRPr sz="2400">
                    <a:solidFill>
                      <a:schemeClr val="tx1"/>
                    </a:solidFill>
                    <a:latin typeface="Sand" charset="0"/>
                    <a:ea typeface="Geneva" pitchFamily="-107" charset="-128"/>
                  </a:defRPr>
                </a:lvl2pPr>
                <a:lvl3pPr marL="1143000" indent="-228600" eaLnBrk="0" hangingPunct="0">
                  <a:defRPr sz="2400">
                    <a:solidFill>
                      <a:schemeClr val="tx1"/>
                    </a:solidFill>
                    <a:latin typeface="Sand" charset="0"/>
                    <a:ea typeface="Geneva" pitchFamily="-107" charset="-128"/>
                  </a:defRPr>
                </a:lvl3pPr>
                <a:lvl4pPr marL="1600200" indent="-228600" eaLnBrk="0" hangingPunct="0">
                  <a:defRPr sz="2400">
                    <a:solidFill>
                      <a:schemeClr val="tx1"/>
                    </a:solidFill>
                    <a:latin typeface="Sand" charset="0"/>
                    <a:ea typeface="Geneva" pitchFamily="-107" charset="-128"/>
                  </a:defRPr>
                </a:lvl4pPr>
                <a:lvl5pPr marL="2057400" indent="-228600" eaLnBrk="0" hangingPunct="0">
                  <a:defRPr sz="2400">
                    <a:solidFill>
                      <a:schemeClr val="tx1"/>
                    </a:solidFill>
                    <a:latin typeface="Sand" charset="0"/>
                    <a:ea typeface="Geneva" pitchFamily="-107" charset="-128"/>
                  </a:defRPr>
                </a:lvl5pPr>
                <a:lvl6pPr marL="2514600" indent="-228600" eaLnBrk="0" fontAlgn="base" hangingPunct="0">
                  <a:spcBef>
                    <a:spcPct val="0"/>
                  </a:spcBef>
                  <a:spcAft>
                    <a:spcPct val="0"/>
                  </a:spcAft>
                  <a:defRPr sz="2400">
                    <a:solidFill>
                      <a:schemeClr val="tx1"/>
                    </a:solidFill>
                    <a:latin typeface="Sand" charset="0"/>
                    <a:ea typeface="Geneva" pitchFamily="-107" charset="-128"/>
                  </a:defRPr>
                </a:lvl6pPr>
                <a:lvl7pPr marL="2971800" indent="-228600" eaLnBrk="0" fontAlgn="base" hangingPunct="0">
                  <a:spcBef>
                    <a:spcPct val="0"/>
                  </a:spcBef>
                  <a:spcAft>
                    <a:spcPct val="0"/>
                  </a:spcAft>
                  <a:defRPr sz="2400">
                    <a:solidFill>
                      <a:schemeClr val="tx1"/>
                    </a:solidFill>
                    <a:latin typeface="Sand" charset="0"/>
                    <a:ea typeface="Geneva" pitchFamily="-107" charset="-128"/>
                  </a:defRPr>
                </a:lvl7pPr>
                <a:lvl8pPr marL="3429000" indent="-228600" eaLnBrk="0" fontAlgn="base" hangingPunct="0">
                  <a:spcBef>
                    <a:spcPct val="0"/>
                  </a:spcBef>
                  <a:spcAft>
                    <a:spcPct val="0"/>
                  </a:spcAft>
                  <a:defRPr sz="2400">
                    <a:solidFill>
                      <a:schemeClr val="tx1"/>
                    </a:solidFill>
                    <a:latin typeface="Sand" charset="0"/>
                    <a:ea typeface="Geneva" pitchFamily="-107" charset="-128"/>
                  </a:defRPr>
                </a:lvl8pPr>
                <a:lvl9pPr marL="3886200" indent="-228600" eaLnBrk="0" fontAlgn="base" hangingPunct="0">
                  <a:spcBef>
                    <a:spcPct val="0"/>
                  </a:spcBef>
                  <a:spcAft>
                    <a:spcPct val="0"/>
                  </a:spcAft>
                  <a:defRPr sz="2400">
                    <a:solidFill>
                      <a:schemeClr val="tx1"/>
                    </a:solidFill>
                    <a:latin typeface="Sand" charset="0"/>
                    <a:ea typeface="Geneva" pitchFamily="-107" charset="-128"/>
                  </a:defRPr>
                </a:lvl9pPr>
              </a:lstStyle>
              <a:p>
                <a:pPr fontAlgn="base">
                  <a:spcBef>
                    <a:spcPct val="0"/>
                  </a:spcBef>
                  <a:spcAft>
                    <a:spcPct val="0"/>
                  </a:spcAft>
                </a:pPr>
                <a:endParaRPr lang="en-US" altLang="en-US">
                  <a:solidFill>
                    <a:srgbClr val="000000"/>
                  </a:solidFill>
                </a:endParaRPr>
              </a:p>
            </p:txBody>
          </p:sp>
        </p:grpSp>
      </p:grpSp>
      <p:sp>
        <p:nvSpPr>
          <p:cNvPr id="37894" name="Rectangle 18"/>
          <p:cNvSpPr>
            <a:spLocks noGrp="1" noChangeArrowheads="1"/>
          </p:cNvSpPr>
          <p:nvPr>
            <p:ph type="title"/>
          </p:nvPr>
        </p:nvSpPr>
        <p:spPr>
          <a:xfrm>
            <a:off x="1372714" y="1371600"/>
            <a:ext cx="9811693" cy="1143000"/>
          </a:xfrm>
        </p:spPr>
        <p:txBody>
          <a:bodyPr/>
          <a:lstStyle/>
          <a:p>
            <a:pPr algn="just" eaLnBrk="1" hangingPunct="1">
              <a:lnSpc>
                <a:spcPct val="150000"/>
              </a:lnSpc>
            </a:pPr>
            <a:r>
              <a:rPr lang="en-US" altLang="en-US" b="1" dirty="0">
                <a:solidFill>
                  <a:srgbClr val="FF0000"/>
                </a:solidFill>
              </a:rPr>
              <a:t>Water is a POLAR molecule</a:t>
            </a:r>
            <a:br>
              <a:rPr lang="en-US" altLang="en-US" b="1" dirty="0">
                <a:solidFill>
                  <a:srgbClr val="FF0000"/>
                </a:solidFill>
              </a:rPr>
            </a:br>
            <a:r>
              <a:rPr lang="en-US" altLang="en-US" sz="4000" dirty="0"/>
              <a:t>ANY time there are unshared pairs of electrons on the central atom, the molecule is POLAR</a:t>
            </a:r>
          </a:p>
        </p:txBody>
      </p:sp>
      <p:cxnSp>
        <p:nvCxnSpPr>
          <p:cNvPr id="3" name="Straight Connector 2"/>
          <p:cNvCxnSpPr/>
          <p:nvPr/>
        </p:nvCxnSpPr>
        <p:spPr bwMode="auto">
          <a:xfrm>
            <a:off x="5257800" y="4800600"/>
            <a:ext cx="381000" cy="304800"/>
          </a:xfrm>
          <a:prstGeom prst="line">
            <a:avLst/>
          </a:prstGeom>
          <a:solidFill>
            <a:schemeClr val="accent1"/>
          </a:solidFill>
          <a:ln w="57150" cap="flat" cmpd="sng" algn="ctr">
            <a:solidFill>
              <a:schemeClr val="tx1"/>
            </a:solidFill>
            <a:prstDash val="solid"/>
            <a:round/>
            <a:headEnd type="none" w="med" len="med"/>
            <a:tailEnd type="none" w="med" len="med"/>
          </a:ln>
          <a:effectLst/>
        </p:spPr>
      </p:cxnSp>
      <p:cxnSp>
        <p:nvCxnSpPr>
          <p:cNvPr id="5" name="Straight Connector 4"/>
          <p:cNvCxnSpPr/>
          <p:nvPr/>
        </p:nvCxnSpPr>
        <p:spPr bwMode="auto">
          <a:xfrm flipV="1">
            <a:off x="6339682" y="4800600"/>
            <a:ext cx="304799" cy="304800"/>
          </a:xfrm>
          <a:prstGeom prst="line">
            <a:avLst/>
          </a:prstGeom>
          <a:solidFill>
            <a:schemeClr val="accent1"/>
          </a:solidFill>
          <a:ln w="57150" cap="flat" cmpd="sng" algn="ctr">
            <a:solidFill>
              <a:schemeClr val="tx1"/>
            </a:solidFill>
            <a:prstDash val="solid"/>
            <a:round/>
            <a:headEnd type="none" w="med" len="med"/>
            <a:tailEnd type="none" w="med" len="med"/>
          </a:ln>
          <a:effectLst/>
        </p:spPr>
      </p:cxnSp>
      <p:sp>
        <p:nvSpPr>
          <p:cNvPr id="2" name="Slide Number Placeholder 1"/>
          <p:cNvSpPr>
            <a:spLocks noGrp="1"/>
          </p:cNvSpPr>
          <p:nvPr>
            <p:ph type="sldNum" sz="quarter" idx="12"/>
          </p:nvPr>
        </p:nvSpPr>
        <p:spPr/>
        <p:txBody>
          <a:bodyPr/>
          <a:lstStyle/>
          <a:p>
            <a:pPr fontAlgn="base">
              <a:spcBef>
                <a:spcPct val="0"/>
              </a:spcBef>
              <a:spcAft>
                <a:spcPct val="0"/>
              </a:spcAft>
            </a:pPr>
            <a:fld id="{ADEDFB66-4190-4E68-9E0C-84F3C9402D0D}" type="slidenum">
              <a:rPr lang="en-US" altLang="en-US">
                <a:solidFill>
                  <a:srgbClr val="000000"/>
                </a:solidFill>
                <a:ea typeface="Geneva" pitchFamily="-107" charset="-128"/>
              </a:rPr>
              <a:pPr fontAlgn="base">
                <a:spcBef>
                  <a:spcPct val="0"/>
                </a:spcBef>
                <a:spcAft>
                  <a:spcPct val="0"/>
                </a:spcAft>
              </a:pPr>
              <a:t>53</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509011917"/>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14400" y="455691"/>
            <a:ext cx="10363200" cy="1143000"/>
          </a:xfrm>
        </p:spPr>
        <p:txBody>
          <a:bodyPr/>
          <a:lstStyle/>
          <a:p>
            <a:pPr eaLnBrk="1" hangingPunct="1"/>
            <a:r>
              <a:rPr lang="en-US" altLang="en-US" b="1" dirty="0">
                <a:solidFill>
                  <a:srgbClr val="BC010F"/>
                </a:solidFill>
              </a:rPr>
              <a:t>Summary of polar vs. non-polar</a:t>
            </a:r>
            <a:endParaRPr lang="en-US" altLang="en-US" b="1" dirty="0"/>
          </a:p>
        </p:txBody>
      </p:sp>
      <p:sp>
        <p:nvSpPr>
          <p:cNvPr id="54275" name="Rectangle 3"/>
          <p:cNvSpPr>
            <a:spLocks noGrp="1" noChangeArrowheads="1"/>
          </p:cNvSpPr>
          <p:nvPr>
            <p:ph sz="half" idx="1"/>
          </p:nvPr>
        </p:nvSpPr>
        <p:spPr>
          <a:xfrm>
            <a:off x="1600200" y="2209800"/>
            <a:ext cx="4419600" cy="4114800"/>
          </a:xfrm>
        </p:spPr>
        <p:txBody>
          <a:bodyPr/>
          <a:lstStyle/>
          <a:p>
            <a:pPr algn="ctr" eaLnBrk="1" hangingPunct="1">
              <a:buFontTx/>
              <a:buNone/>
            </a:pPr>
            <a:r>
              <a:rPr lang="en-US" altLang="en-US" sz="3200" b="1" dirty="0">
                <a:solidFill>
                  <a:srgbClr val="FF0000"/>
                </a:solidFill>
              </a:rPr>
              <a:t>BONDS</a:t>
            </a:r>
          </a:p>
          <a:p>
            <a:pPr eaLnBrk="1" hangingPunct="1">
              <a:buFontTx/>
              <a:buNone/>
            </a:pPr>
            <a:endParaRPr lang="en-US" altLang="en-US" sz="3200" dirty="0"/>
          </a:p>
          <a:p>
            <a:pPr eaLnBrk="1" hangingPunct="1">
              <a:buFontTx/>
              <a:buNone/>
            </a:pPr>
            <a:r>
              <a:rPr lang="en-US" altLang="en-US" sz="3200" u="sng" dirty="0"/>
              <a:t>Non-polar </a:t>
            </a:r>
            <a:r>
              <a:rPr lang="en-US" altLang="en-US" sz="3200" dirty="0"/>
              <a:t>         </a:t>
            </a:r>
            <a:r>
              <a:rPr lang="en-US" altLang="en-US" sz="3200" u="sng" dirty="0"/>
              <a:t> Polar</a:t>
            </a:r>
          </a:p>
          <a:p>
            <a:pPr eaLnBrk="1" hangingPunct="1">
              <a:buNone/>
            </a:pPr>
            <a:r>
              <a:rPr lang="en-US" altLang="en-US" sz="2000" dirty="0"/>
              <a:t>EN difference 		EN difference </a:t>
            </a:r>
          </a:p>
          <a:p>
            <a:pPr eaLnBrk="1" hangingPunct="1">
              <a:buFontTx/>
              <a:buNone/>
            </a:pPr>
            <a:r>
              <a:rPr lang="en-US" altLang="en-US" sz="2000" dirty="0"/>
              <a:t>0 – 0.50			0.50 – 1.99</a:t>
            </a:r>
          </a:p>
        </p:txBody>
      </p:sp>
      <p:sp>
        <p:nvSpPr>
          <p:cNvPr id="40964" name="Content Placeholder 4"/>
          <p:cNvSpPr>
            <a:spLocks noGrp="1"/>
          </p:cNvSpPr>
          <p:nvPr>
            <p:ph sz="half" idx="2"/>
          </p:nvPr>
        </p:nvSpPr>
        <p:spPr>
          <a:xfrm>
            <a:off x="6096000" y="2209800"/>
            <a:ext cx="4572000" cy="4114800"/>
          </a:xfrm>
        </p:spPr>
        <p:txBody>
          <a:bodyPr/>
          <a:lstStyle/>
          <a:p>
            <a:pPr algn="ctr">
              <a:buFontTx/>
              <a:buNone/>
            </a:pPr>
            <a:r>
              <a:rPr lang="en-US" altLang="en-US" sz="3200" b="1" dirty="0">
                <a:solidFill>
                  <a:srgbClr val="FF0000"/>
                </a:solidFill>
              </a:rPr>
              <a:t>MOLECULES</a:t>
            </a:r>
          </a:p>
          <a:p>
            <a:pPr algn="ctr">
              <a:buFontTx/>
              <a:buNone/>
            </a:pPr>
            <a:endParaRPr lang="en-US" altLang="en-US" sz="3200" dirty="0"/>
          </a:p>
          <a:p>
            <a:pPr>
              <a:buFontTx/>
              <a:buNone/>
            </a:pPr>
            <a:r>
              <a:rPr lang="en-US" altLang="en-US" sz="3200" u="sng" dirty="0"/>
              <a:t>Non-polar</a:t>
            </a:r>
            <a:r>
              <a:rPr lang="en-US" altLang="en-US" sz="3200" dirty="0"/>
              <a:t>       </a:t>
            </a:r>
            <a:r>
              <a:rPr lang="en-US" altLang="en-US" sz="3200" u="sng" dirty="0"/>
              <a:t> Polar</a:t>
            </a:r>
          </a:p>
          <a:p>
            <a:pPr marL="0" indent="0">
              <a:buNone/>
            </a:pPr>
            <a:r>
              <a:rPr lang="en-US" altLang="en-US" dirty="0"/>
              <a:t>Symmetrical     Asymmetrical</a:t>
            </a:r>
          </a:p>
          <a:p>
            <a:pPr marL="0" indent="0">
              <a:buNone/>
            </a:pPr>
            <a:r>
              <a:rPr lang="en-US" altLang="en-US" dirty="0"/>
              <a:t>		             OR</a:t>
            </a:r>
          </a:p>
          <a:p>
            <a:pPr marL="0" indent="0">
              <a:buNone/>
            </a:pPr>
            <a:r>
              <a:rPr lang="en-US" altLang="en-US" sz="2400" dirty="0"/>
              <a:t>		     Unshared e</a:t>
            </a:r>
            <a:r>
              <a:rPr lang="en-US" altLang="en-US" sz="2400" baseline="30000" dirty="0"/>
              <a:t>-</a:t>
            </a:r>
            <a:r>
              <a:rPr lang="en-US" altLang="en-US" sz="2400" dirty="0"/>
              <a:t>s on  		       Central Atom</a:t>
            </a:r>
          </a:p>
          <a:p>
            <a:pPr algn="ctr">
              <a:buFontTx/>
              <a:buNone/>
            </a:pPr>
            <a:endParaRPr lang="en-US" altLang="en-US" dirty="0"/>
          </a:p>
        </p:txBody>
      </p:sp>
      <p:cxnSp>
        <p:nvCxnSpPr>
          <p:cNvPr id="40965" name="Straight Arrow Connector 6"/>
          <p:cNvCxnSpPr>
            <a:cxnSpLocks noChangeShapeType="1"/>
          </p:cNvCxnSpPr>
          <p:nvPr/>
        </p:nvCxnSpPr>
        <p:spPr bwMode="auto">
          <a:xfrm rot="10800000" flipV="1">
            <a:off x="2590800" y="2743200"/>
            <a:ext cx="990600" cy="7620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6" name="Straight Arrow Connector 8"/>
          <p:cNvCxnSpPr>
            <a:cxnSpLocks noChangeShapeType="1"/>
          </p:cNvCxnSpPr>
          <p:nvPr/>
        </p:nvCxnSpPr>
        <p:spPr bwMode="auto">
          <a:xfrm>
            <a:off x="3581400" y="2743200"/>
            <a:ext cx="1143000" cy="685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7" name="Straight Arrow Connector 17"/>
          <p:cNvCxnSpPr>
            <a:cxnSpLocks noChangeShapeType="1"/>
          </p:cNvCxnSpPr>
          <p:nvPr/>
        </p:nvCxnSpPr>
        <p:spPr bwMode="auto">
          <a:xfrm rot="10800000" flipV="1">
            <a:off x="7239000" y="2743200"/>
            <a:ext cx="1371600" cy="7620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968" name="Straight Arrow Connector 19"/>
          <p:cNvCxnSpPr>
            <a:cxnSpLocks noChangeShapeType="1"/>
          </p:cNvCxnSpPr>
          <p:nvPr/>
        </p:nvCxnSpPr>
        <p:spPr bwMode="auto">
          <a:xfrm rot="16200000" flipH="1">
            <a:off x="8572500" y="2781300"/>
            <a:ext cx="762000" cy="685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 name="Slide Number Placeholder 1"/>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a:solidFill>
                  <a:srgbClr val="000000"/>
                </a:solidFill>
                <a:ea typeface="Geneva" pitchFamily="-107" charset="-128"/>
              </a:rPr>
              <a:pPr fontAlgn="base">
                <a:spcBef>
                  <a:spcPct val="0"/>
                </a:spcBef>
                <a:spcAft>
                  <a:spcPct val="0"/>
                </a:spcAft>
              </a:pPr>
              <a:t>54</a:t>
            </a:fld>
            <a:endParaRPr lang="en-US" altLang="en-US">
              <a:solidFill>
                <a:srgbClr val="000000"/>
              </a:solidFill>
              <a:ea typeface="Geneva" pitchFamily="-107" charset="-128"/>
            </a:endParaRPr>
          </a:p>
        </p:txBody>
      </p:sp>
      <p:sp>
        <p:nvSpPr>
          <p:cNvPr id="3" name="TextBox 2"/>
          <p:cNvSpPr txBox="1"/>
          <p:nvPr/>
        </p:nvSpPr>
        <p:spPr>
          <a:xfrm>
            <a:off x="1369706" y="1670426"/>
            <a:ext cx="3189527" cy="461665"/>
          </a:xfrm>
          <a:prstGeom prst="rect">
            <a:avLst/>
          </a:prstGeom>
          <a:noFill/>
        </p:spPr>
        <p:txBody>
          <a:bodyPr wrap="none" rtlCol="0">
            <a:spAutoFit/>
          </a:bodyPr>
          <a:lstStyle/>
          <a:p>
            <a:r>
              <a:rPr lang="en-US" sz="2400" b="1" dirty="0"/>
              <a:t>EN = Electronegativity</a:t>
            </a:r>
            <a:endParaRPr lang="en-IN" sz="2400" b="1" dirty="0"/>
          </a:p>
        </p:txBody>
      </p:sp>
      <p:sp>
        <p:nvSpPr>
          <p:cNvPr id="4" name="TextBox 3"/>
          <p:cNvSpPr txBox="1"/>
          <p:nvPr/>
        </p:nvSpPr>
        <p:spPr>
          <a:xfrm>
            <a:off x="1369706" y="5786735"/>
            <a:ext cx="5721503" cy="461665"/>
          </a:xfrm>
          <a:prstGeom prst="rect">
            <a:avLst/>
          </a:prstGeom>
          <a:noFill/>
        </p:spPr>
        <p:txBody>
          <a:bodyPr wrap="none" rtlCol="0">
            <a:spAutoFit/>
          </a:bodyPr>
          <a:lstStyle/>
          <a:p>
            <a:r>
              <a:rPr lang="en-US" sz="2400" b="1" dirty="0"/>
              <a:t>EN difference 2 and above are ionic bonds</a:t>
            </a:r>
            <a:endParaRPr lang="en-IN" sz="2400" b="1" dirty="0"/>
          </a:p>
        </p:txBody>
      </p:sp>
    </p:spTree>
    <p:extLst>
      <p:ext uri="{BB962C8B-B14F-4D97-AF65-F5344CB8AC3E}">
        <p14:creationId xmlns:p14="http://schemas.microsoft.com/office/powerpoint/2010/main" val="3116776382"/>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Stable molecules exist because covalent bonds hold the atoms together.</a:t>
            </a:r>
          </a:p>
          <a:p>
            <a:pPr algn="just">
              <a:lnSpc>
                <a:spcPct val="150000"/>
              </a:lnSpc>
            </a:pPr>
            <a:r>
              <a:rPr lang="en-US" dirty="0"/>
              <a:t>We measure the strength of a covalent bond by the energy required to break it, that is, the energy necessary to separate the bonded atoms.</a:t>
            </a:r>
          </a:p>
          <a:p>
            <a:pPr algn="just">
              <a:lnSpc>
                <a:spcPct val="150000"/>
              </a:lnSpc>
            </a:pPr>
            <a:r>
              <a:rPr lang="en-US" dirty="0"/>
              <a:t>Separating any pair of bonded atoms requires energy; the stronger a bond, the greater the energy required to break it. </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55</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7458422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The energy required to break a specific covalent bond in one mole of gaseous molecules is called the bond energy or the bond dissociation energy. </a:t>
            </a:r>
          </a:p>
          <a:p>
            <a:pPr algn="just">
              <a:lnSpc>
                <a:spcPct val="150000"/>
              </a:lnSpc>
            </a:pPr>
            <a:r>
              <a:rPr lang="en-US" dirty="0"/>
              <a:t>The bond energy for a diatomic molecule,  D</a:t>
            </a:r>
            <a:r>
              <a:rPr lang="en-US" baseline="-25000" dirty="0"/>
              <a:t>X–Y</a:t>
            </a:r>
            <a:r>
              <a:rPr lang="en-US" dirty="0"/>
              <a:t> , is defined as the standard enthalpy change for the endothermic reaction:</a:t>
            </a:r>
          </a:p>
          <a:p>
            <a:pPr algn="just">
              <a:lnSpc>
                <a:spcPct val="150000"/>
              </a:lnSpc>
            </a:pPr>
            <a:endParaRPr lang="en-US" dirty="0"/>
          </a:p>
          <a:p>
            <a:pPr marL="0" indent="0" algn="ctr">
              <a:lnSpc>
                <a:spcPct val="150000"/>
              </a:lnSpc>
              <a:buNone/>
            </a:pPr>
            <a:r>
              <a:rPr lang="en-US" dirty="0"/>
              <a:t>XY(g)⟶X(g)+Y(g)      D</a:t>
            </a:r>
            <a:r>
              <a:rPr lang="en-US" baseline="-25000" dirty="0"/>
              <a:t>X−Y  </a:t>
            </a:r>
            <a:r>
              <a:rPr lang="en-US" dirty="0"/>
              <a:t>=  ΔH°</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56</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8939661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For example, the bond energy of the pure covalent H–H bond, Δ</a:t>
            </a:r>
            <a:r>
              <a:rPr lang="en-US" baseline="-25000" dirty="0"/>
              <a:t>H–H</a:t>
            </a:r>
            <a:r>
              <a:rPr lang="en-US" dirty="0"/>
              <a:t>, is 436 kJ per mole of H–H bonds broken:</a:t>
            </a:r>
          </a:p>
          <a:p>
            <a:pPr marL="0" indent="0">
              <a:lnSpc>
                <a:spcPct val="150000"/>
              </a:lnSpc>
              <a:buNone/>
            </a:pPr>
            <a:r>
              <a:rPr lang="en-US" dirty="0"/>
              <a:t>                           H</a:t>
            </a:r>
            <a:r>
              <a:rPr lang="en-US" baseline="-25000" dirty="0"/>
              <a:t>2</a:t>
            </a:r>
            <a:r>
              <a:rPr lang="en-US" dirty="0"/>
              <a:t>(g)⟶2H(g)      D</a:t>
            </a:r>
            <a:r>
              <a:rPr lang="en-US" baseline="-25000" dirty="0"/>
              <a:t>H−H </a:t>
            </a:r>
            <a:r>
              <a:rPr lang="en-US" dirty="0"/>
              <a:t>= ΔH°= 436kJ</a:t>
            </a:r>
            <a:br>
              <a:rPr lang="en-US" dirty="0"/>
            </a:br>
            <a:endParaRPr lang="en-US" dirty="0"/>
          </a:p>
          <a:p>
            <a:pPr algn="just">
              <a:lnSpc>
                <a:spcPct val="150000"/>
              </a:lnSpc>
            </a:pPr>
            <a:r>
              <a:rPr lang="en-US" dirty="0"/>
              <a:t>Breaking a bond always require energy to be added to the molecule. Correspondingly, making a bond always releases energy.</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57</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9410714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The strength of a bond between two atoms increases as the number of electron pairs in the bond increases. </a:t>
            </a:r>
          </a:p>
          <a:p>
            <a:pPr algn="just">
              <a:lnSpc>
                <a:spcPct val="150000"/>
              </a:lnSpc>
            </a:pPr>
            <a:r>
              <a:rPr lang="en-US" b="1" dirty="0"/>
              <a:t>Generally, as the bond strength increases, the bond length decreases</a:t>
            </a:r>
            <a:r>
              <a:rPr lang="en-US" dirty="0"/>
              <a:t>. </a:t>
            </a:r>
          </a:p>
          <a:p>
            <a:pPr algn="just">
              <a:lnSpc>
                <a:spcPct val="150000"/>
              </a:lnSpc>
            </a:pPr>
            <a:r>
              <a:rPr lang="en-US" dirty="0"/>
              <a:t>Thus, we find that triple bonds are stronger and shorter than double bonds between the same two atoms; likewise, double bonds are stronger and shorter than single bonds between the same two atoms.</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58</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3935573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Triple bonds are stronger and shorter than double bonds</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59</a:t>
            </a:fld>
            <a:endParaRPr lang="en-US" altLang="en-US">
              <a:solidFill>
                <a:srgbClr val="000000"/>
              </a:solidFill>
              <a:ea typeface="Geneva" pitchFamily="-107" charset="-128"/>
            </a:endParaRPr>
          </a:p>
        </p:txBody>
      </p:sp>
      <p:grpSp>
        <p:nvGrpSpPr>
          <p:cNvPr id="8" name="Group 7"/>
          <p:cNvGrpSpPr/>
          <p:nvPr/>
        </p:nvGrpSpPr>
        <p:grpSpPr>
          <a:xfrm>
            <a:off x="4129653" y="2619375"/>
            <a:ext cx="3971925" cy="3629025"/>
            <a:chOff x="1828564" y="1876802"/>
            <a:chExt cx="3971925" cy="3629025"/>
          </a:xfrm>
        </p:grpSpPr>
        <p:pic>
          <p:nvPicPr>
            <p:cNvPr id="4" name="Picture 3"/>
            <p:cNvPicPr>
              <a:picLocks noChangeAspect="1"/>
            </p:cNvPicPr>
            <p:nvPr/>
          </p:nvPicPr>
          <p:blipFill>
            <a:blip r:embed="rId2"/>
            <a:stretch>
              <a:fillRect/>
            </a:stretch>
          </p:blipFill>
          <p:spPr>
            <a:xfrm>
              <a:off x="1828564" y="1876802"/>
              <a:ext cx="3971925" cy="895350"/>
            </a:xfrm>
            <a:prstGeom prst="rect">
              <a:avLst/>
            </a:prstGeom>
          </p:spPr>
        </p:pic>
        <p:pic>
          <p:nvPicPr>
            <p:cNvPr id="6" name="Picture 5"/>
            <p:cNvPicPr>
              <a:picLocks noChangeAspect="1"/>
            </p:cNvPicPr>
            <p:nvPr/>
          </p:nvPicPr>
          <p:blipFill>
            <a:blip r:embed="rId3"/>
            <a:stretch>
              <a:fillRect/>
            </a:stretch>
          </p:blipFill>
          <p:spPr>
            <a:xfrm>
              <a:off x="1828564" y="2772152"/>
              <a:ext cx="3971925" cy="2733675"/>
            </a:xfrm>
            <a:prstGeom prst="rect">
              <a:avLst/>
            </a:prstGeom>
          </p:spPr>
        </p:pic>
        <p:sp>
          <p:nvSpPr>
            <p:cNvPr id="7" name="TextBox 6"/>
            <p:cNvSpPr txBox="1"/>
            <p:nvPr/>
          </p:nvSpPr>
          <p:spPr>
            <a:xfrm>
              <a:off x="4409037" y="2573327"/>
              <a:ext cx="1066318"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kJ / </a:t>
              </a:r>
              <a:r>
                <a:rPr lang="en-US" sz="2000" dirty="0" err="1">
                  <a:latin typeface="Arial" panose="020B0604020202020204" pitchFamily="34" charset="0"/>
                  <a:cs typeface="Arial" panose="020B0604020202020204" pitchFamily="34" charset="0"/>
                </a:rPr>
                <a:t>mol</a:t>
              </a:r>
              <a:endParaRPr lang="en-IN" sz="2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54106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60</a:t>
            </a:fld>
            <a:endParaRPr lang="en-US" altLang="en-US">
              <a:solidFill>
                <a:srgbClr val="000000"/>
              </a:solidFill>
              <a:ea typeface="Geneva" pitchFamily="-107" charset="-128"/>
            </a:endParaRPr>
          </a:p>
        </p:txBody>
      </p:sp>
      <p:grpSp>
        <p:nvGrpSpPr>
          <p:cNvPr id="8" name="Group 7"/>
          <p:cNvGrpSpPr/>
          <p:nvPr/>
        </p:nvGrpSpPr>
        <p:grpSpPr>
          <a:xfrm>
            <a:off x="2335794" y="1056471"/>
            <a:ext cx="6971168" cy="5649129"/>
            <a:chOff x="2607398" y="1181592"/>
            <a:chExt cx="5627730" cy="5649129"/>
          </a:xfrm>
        </p:grpSpPr>
        <p:pic>
          <p:nvPicPr>
            <p:cNvPr id="4" name="Picture 3"/>
            <p:cNvPicPr>
              <a:picLocks noChangeAspect="1"/>
            </p:cNvPicPr>
            <p:nvPr/>
          </p:nvPicPr>
          <p:blipFill rotWithShape="1">
            <a:blip r:embed="rId2"/>
            <a:srcRect r="84514"/>
            <a:stretch/>
          </p:blipFill>
          <p:spPr>
            <a:xfrm>
              <a:off x="2607398" y="1181594"/>
              <a:ext cx="1702052" cy="5649127"/>
            </a:xfrm>
            <a:prstGeom prst="rect">
              <a:avLst/>
            </a:prstGeom>
          </p:spPr>
        </p:pic>
        <p:pic>
          <p:nvPicPr>
            <p:cNvPr id="6" name="Picture 5"/>
            <p:cNvPicPr>
              <a:picLocks noChangeAspect="1"/>
            </p:cNvPicPr>
            <p:nvPr/>
          </p:nvPicPr>
          <p:blipFill rotWithShape="1">
            <a:blip r:embed="rId2"/>
            <a:srcRect l="80573"/>
            <a:stretch/>
          </p:blipFill>
          <p:spPr>
            <a:xfrm>
              <a:off x="6099855" y="1181592"/>
              <a:ext cx="2135273" cy="5649127"/>
            </a:xfrm>
            <a:prstGeom prst="rect">
              <a:avLst/>
            </a:prstGeom>
          </p:spPr>
        </p:pic>
        <p:pic>
          <p:nvPicPr>
            <p:cNvPr id="7" name="Picture 6"/>
            <p:cNvPicPr>
              <a:picLocks noChangeAspect="1"/>
            </p:cNvPicPr>
            <p:nvPr/>
          </p:nvPicPr>
          <p:blipFill rotWithShape="1">
            <a:blip r:embed="rId2"/>
            <a:srcRect l="40307" r="42724"/>
            <a:stretch/>
          </p:blipFill>
          <p:spPr>
            <a:xfrm>
              <a:off x="4309450" y="1181593"/>
              <a:ext cx="1865014" cy="5649127"/>
            </a:xfrm>
            <a:prstGeom prst="rect">
              <a:avLst/>
            </a:prstGeom>
          </p:spPr>
        </p:pic>
      </p:grpSp>
    </p:spTree>
    <p:extLst>
      <p:ext uri="{BB962C8B-B14F-4D97-AF65-F5344CB8AC3E}">
        <p14:creationId xmlns:p14="http://schemas.microsoft.com/office/powerpoint/2010/main" val="2111399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Bond Strength: Covalent Bonds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 When one atom bonds to various atoms in a group, the bond strength typically decreases as we move down the group. </a:t>
            </a:r>
          </a:p>
          <a:p>
            <a:pPr algn="just">
              <a:lnSpc>
                <a:spcPct val="150000"/>
              </a:lnSpc>
            </a:pPr>
            <a:r>
              <a:rPr lang="en-US" dirty="0"/>
              <a:t>For example, C–F is 439 kJ/</a:t>
            </a:r>
            <a:r>
              <a:rPr lang="en-US" dirty="0" err="1"/>
              <a:t>mol</a:t>
            </a:r>
            <a:r>
              <a:rPr lang="en-US" dirty="0"/>
              <a:t>, C–Cl is 330 kJ/</a:t>
            </a:r>
            <a:r>
              <a:rPr lang="en-US" dirty="0" err="1"/>
              <a:t>mol</a:t>
            </a:r>
            <a:r>
              <a:rPr lang="en-US" dirty="0"/>
              <a:t>, and C–Br is 275 kJ/mol.</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61</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1995339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Some molecules have two or more chemically equivalent Lewis electron structures, called resonance structures.</a:t>
            </a:r>
          </a:p>
          <a:p>
            <a:pPr algn="just">
              <a:lnSpc>
                <a:spcPct val="150000"/>
              </a:lnSpc>
            </a:pPr>
            <a:r>
              <a:rPr lang="en-US" dirty="0"/>
              <a:t>Resonance structures are a set of two or more Lewis Structures that collectively describe the electronic bonding in a single polyatomic species including fractional bonds and fractional charges.</a:t>
            </a:r>
          </a:p>
          <a:p>
            <a:pPr algn="just">
              <a:lnSpc>
                <a:spcPct val="150000"/>
              </a:lnSpc>
            </a:pP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62</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23718010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a:t>
            </a:r>
          </a:p>
        </p:txBody>
      </p:sp>
      <p:sp>
        <p:nvSpPr>
          <p:cNvPr id="3" name="Content Placeholder 2"/>
          <p:cNvSpPr>
            <a:spLocks noGrp="1"/>
          </p:cNvSpPr>
          <p:nvPr>
            <p:ph sz="half" idx="1"/>
          </p:nvPr>
        </p:nvSpPr>
        <p:spPr>
          <a:xfrm>
            <a:off x="516048" y="1333500"/>
            <a:ext cx="11199136" cy="4716855"/>
          </a:xfrm>
        </p:spPr>
        <p:txBody>
          <a:bodyPr/>
          <a:lstStyle/>
          <a:p>
            <a:pPr algn="just">
              <a:lnSpc>
                <a:spcPct val="150000"/>
              </a:lnSpc>
            </a:pPr>
            <a:r>
              <a:rPr lang="en-US" dirty="0"/>
              <a:t>These structures are written with a double-headed arrow between them, indicating that none of the Lewis structures accurately describes the bonding but that the actual structure is an average of the individual resonance structures. </a:t>
            </a:r>
          </a:p>
          <a:p>
            <a:pPr algn="just">
              <a:lnSpc>
                <a:spcPct val="150000"/>
              </a:lnSpc>
            </a:pPr>
            <a:r>
              <a:rPr lang="en-US" dirty="0"/>
              <a:t>Resonance structures are used when one Lewis structure for a single molecule cannot fully describe the bonding that takes place between neighboring atoms relative to the empirical data for the actual bond lengths between those atoms. </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63</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1047222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dirty="0"/>
              <a:t>The net sum of valid resonance structures is defined as a resonance hybrid, which represents the overall delocalization of electrons within the molecule. </a:t>
            </a:r>
          </a:p>
          <a:p>
            <a:pPr algn="just">
              <a:lnSpc>
                <a:spcPct val="150000"/>
              </a:lnSpc>
            </a:pPr>
            <a:r>
              <a:rPr lang="en-US" dirty="0"/>
              <a:t>A molecule that has several resonance structures is more stable than one with fewer. </a:t>
            </a:r>
          </a:p>
          <a:p>
            <a:pPr algn="just">
              <a:lnSpc>
                <a:spcPct val="150000"/>
              </a:lnSpc>
            </a:pPr>
            <a:r>
              <a:rPr lang="en-US" dirty="0"/>
              <a:t>Some resonance structures are more favorable than others.</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64</a:t>
            </a:fld>
            <a:endParaRPr lang="en-US" altLang="en-US">
              <a:solidFill>
                <a:srgbClr val="000000"/>
              </a:solidFill>
              <a:ea typeface="Geneva" pitchFamily="-107" charset="-128"/>
            </a:endParaRPr>
          </a:p>
        </p:txBody>
      </p:sp>
    </p:spTree>
    <p:extLst>
      <p:ext uri="{BB962C8B-B14F-4D97-AF65-F5344CB8AC3E}">
        <p14:creationId xmlns:p14="http://schemas.microsoft.com/office/powerpoint/2010/main" val="34522576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 (Examples)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IN" b="1" dirty="0"/>
              <a:t>Ozone ( O</a:t>
            </a:r>
            <a:r>
              <a:rPr lang="en-IN" b="1" baseline="-25000" dirty="0"/>
              <a:t>3</a:t>
            </a:r>
            <a:r>
              <a:rPr lang="en-IN" b="1" dirty="0"/>
              <a:t> )</a:t>
            </a:r>
          </a:p>
          <a:p>
            <a:pPr algn="just">
              <a:lnSpc>
                <a:spcPct val="150000"/>
              </a:lnSpc>
            </a:pPr>
            <a:endParaRPr lang="en-US" dirty="0"/>
          </a:p>
          <a:p>
            <a:pPr algn="just">
              <a:lnSpc>
                <a:spcPct val="150000"/>
              </a:lnSpc>
            </a:pPr>
            <a:endParaRPr lang="en-US" dirty="0"/>
          </a:p>
          <a:p>
            <a:pPr algn="just">
              <a:lnSpc>
                <a:spcPct val="150000"/>
              </a:lnSpc>
            </a:pPr>
            <a:r>
              <a:rPr lang="en-US" dirty="0"/>
              <a:t>The double-headed arrow indicates that the actual electronic structure is an average of those shown, </a:t>
            </a:r>
            <a:r>
              <a:rPr lang="en-US" b="1" dirty="0"/>
              <a:t>not</a:t>
            </a:r>
            <a:r>
              <a:rPr lang="en-US" dirty="0"/>
              <a:t> that the molecule oscillates between the two structures.</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65</a:t>
            </a:fld>
            <a:endParaRPr lang="en-US" altLang="en-US">
              <a:solidFill>
                <a:srgbClr val="000000"/>
              </a:solidFill>
              <a:ea typeface="Geneva" pitchFamily="-107" charset="-128"/>
            </a:endParaRPr>
          </a:p>
        </p:txBody>
      </p:sp>
      <p:pic>
        <p:nvPicPr>
          <p:cNvPr id="4" name="Picture 3"/>
          <p:cNvPicPr>
            <a:picLocks noChangeAspect="1"/>
          </p:cNvPicPr>
          <p:nvPr/>
        </p:nvPicPr>
        <p:blipFill>
          <a:blip r:embed="rId2"/>
          <a:stretch>
            <a:fillRect/>
          </a:stretch>
        </p:blipFill>
        <p:spPr>
          <a:xfrm>
            <a:off x="3373265" y="2504461"/>
            <a:ext cx="3562350" cy="1323975"/>
          </a:xfrm>
          <a:prstGeom prst="rect">
            <a:avLst/>
          </a:prstGeom>
        </p:spPr>
      </p:pic>
    </p:spTree>
    <p:extLst>
      <p:ext uri="{BB962C8B-B14F-4D97-AF65-F5344CB8AC3E}">
        <p14:creationId xmlns:p14="http://schemas.microsoft.com/office/powerpoint/2010/main" val="24698896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 (Examples)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b="1" dirty="0"/>
              <a:t>The Carbonate ( CO</a:t>
            </a:r>
            <a:r>
              <a:rPr lang="en-US" b="1" baseline="-25000" dirty="0"/>
              <a:t>3</a:t>
            </a:r>
            <a:r>
              <a:rPr lang="en-US" b="1" baseline="30000" dirty="0"/>
              <a:t>2−</a:t>
            </a:r>
            <a:r>
              <a:rPr lang="en-US" b="1" dirty="0"/>
              <a:t> ) Ion</a:t>
            </a:r>
          </a:p>
          <a:p>
            <a:pPr algn="just">
              <a:lnSpc>
                <a:spcPct val="150000"/>
              </a:lnSpc>
            </a:pPr>
            <a:endParaRPr lang="en-US" b="1" dirty="0"/>
          </a:p>
          <a:p>
            <a:pPr algn="just">
              <a:lnSpc>
                <a:spcPct val="150000"/>
              </a:lnSpc>
            </a:pPr>
            <a:endParaRPr lang="en-US" b="1" dirty="0"/>
          </a:p>
          <a:p>
            <a:pPr algn="just">
              <a:lnSpc>
                <a:spcPct val="150000"/>
              </a:lnSpc>
            </a:pPr>
            <a:r>
              <a:rPr lang="en-US" dirty="0"/>
              <a:t>As with ozone, none of these structures describes the bonding exactly. Each predicts one carbon–oxygen double bond and two carbon–oxygen single bonds, but experimentally all C–O bond lengths are identical</a:t>
            </a:r>
          </a:p>
          <a:p>
            <a:pPr algn="just">
              <a:lnSpc>
                <a:spcPct val="150000"/>
              </a:lnSpc>
            </a:pPr>
            <a:r>
              <a:rPr lang="en-US" dirty="0"/>
              <a:t>The actual structure is an average of these three resonance structures.</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66</a:t>
            </a:fld>
            <a:endParaRPr lang="en-US" altLang="en-US">
              <a:solidFill>
                <a:srgbClr val="000000"/>
              </a:solidFill>
              <a:ea typeface="Geneva" pitchFamily="-107" charset="-128"/>
            </a:endParaRPr>
          </a:p>
        </p:txBody>
      </p:sp>
      <p:pic>
        <p:nvPicPr>
          <p:cNvPr id="4" name="Picture 3"/>
          <p:cNvPicPr>
            <a:picLocks noChangeAspect="1"/>
          </p:cNvPicPr>
          <p:nvPr/>
        </p:nvPicPr>
        <p:blipFill>
          <a:blip r:embed="rId2"/>
          <a:stretch>
            <a:fillRect/>
          </a:stretch>
        </p:blipFill>
        <p:spPr>
          <a:xfrm>
            <a:off x="2528998" y="2368372"/>
            <a:ext cx="6208602" cy="1637786"/>
          </a:xfrm>
          <a:prstGeom prst="rect">
            <a:avLst/>
          </a:prstGeom>
        </p:spPr>
      </p:pic>
    </p:spTree>
    <p:extLst>
      <p:ext uri="{BB962C8B-B14F-4D97-AF65-F5344CB8AC3E}">
        <p14:creationId xmlns:p14="http://schemas.microsoft.com/office/powerpoint/2010/main" val="40808768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 (Examples)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b="1" dirty="0"/>
              <a:t>The Nitrate ( NO</a:t>
            </a:r>
            <a:r>
              <a:rPr lang="en-US" b="1" baseline="-25000" dirty="0"/>
              <a:t>3</a:t>
            </a:r>
            <a:r>
              <a:rPr lang="en-US" b="1" baseline="30000" dirty="0"/>
              <a:t>−</a:t>
            </a:r>
            <a:r>
              <a:rPr lang="en-US" b="1" dirty="0"/>
              <a:t> ) ion</a:t>
            </a:r>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r>
              <a:rPr lang="en-US" dirty="0"/>
              <a:t>We would expect that the bond lengths in the  NO</a:t>
            </a:r>
            <a:r>
              <a:rPr lang="en-US" baseline="-25000" dirty="0"/>
              <a:t>3</a:t>
            </a:r>
            <a:r>
              <a:rPr lang="en-US" baseline="30000" dirty="0"/>
              <a:t>−</a:t>
            </a:r>
            <a:r>
              <a:rPr lang="en-US" dirty="0"/>
              <a:t>  ion to be somewhat shorter than a N – O single bond.</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67</a:t>
            </a:fld>
            <a:endParaRPr lang="en-US" altLang="en-US">
              <a:solidFill>
                <a:srgbClr val="000000"/>
              </a:solidFill>
              <a:ea typeface="Geneva" pitchFamily="-107" charset="-128"/>
            </a:endParaRPr>
          </a:p>
        </p:txBody>
      </p:sp>
      <p:pic>
        <p:nvPicPr>
          <p:cNvPr id="6" name="Picture 5"/>
          <p:cNvPicPr>
            <a:picLocks noChangeAspect="1"/>
          </p:cNvPicPr>
          <p:nvPr/>
        </p:nvPicPr>
        <p:blipFill>
          <a:blip r:embed="rId2"/>
          <a:stretch>
            <a:fillRect/>
          </a:stretch>
        </p:blipFill>
        <p:spPr>
          <a:xfrm>
            <a:off x="2500185" y="2694226"/>
            <a:ext cx="7292699" cy="1687651"/>
          </a:xfrm>
          <a:prstGeom prst="rect">
            <a:avLst/>
          </a:prstGeom>
        </p:spPr>
      </p:pic>
    </p:spTree>
    <p:extLst>
      <p:ext uri="{BB962C8B-B14F-4D97-AF65-F5344CB8AC3E}">
        <p14:creationId xmlns:p14="http://schemas.microsoft.com/office/powerpoint/2010/main" val="28424025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 (Examples)</a:t>
            </a:r>
          </a:p>
        </p:txBody>
      </p:sp>
      <p:sp>
        <p:nvSpPr>
          <p:cNvPr id="3" name="Content Placeholder 2"/>
          <p:cNvSpPr>
            <a:spLocks noGrp="1"/>
          </p:cNvSpPr>
          <p:nvPr>
            <p:ph sz="half" idx="1"/>
          </p:nvPr>
        </p:nvSpPr>
        <p:spPr>
          <a:xfrm>
            <a:off x="516048" y="1647731"/>
            <a:ext cx="11199136" cy="4716855"/>
          </a:xfrm>
        </p:spPr>
        <p:txBody>
          <a:bodyPr/>
          <a:lstStyle/>
          <a:p>
            <a:pPr algn="just">
              <a:lnSpc>
                <a:spcPct val="150000"/>
              </a:lnSpc>
            </a:pPr>
            <a:r>
              <a:rPr lang="en-US" b="1" dirty="0"/>
              <a:t>The Nitrite ( NO</a:t>
            </a:r>
            <a:r>
              <a:rPr lang="en-US" b="1" baseline="-25000" dirty="0"/>
              <a:t>2</a:t>
            </a:r>
            <a:r>
              <a:rPr lang="en-US" b="1" baseline="30000" dirty="0"/>
              <a:t>−</a:t>
            </a:r>
            <a:r>
              <a:rPr lang="en-US" b="1" dirty="0"/>
              <a:t> ) ion</a:t>
            </a:r>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r>
              <a:rPr lang="en-US" dirty="0"/>
              <a:t>We would expect that the bond lengths in the  NO</a:t>
            </a:r>
            <a:r>
              <a:rPr lang="en-US" baseline="-25000" dirty="0"/>
              <a:t>2</a:t>
            </a:r>
            <a:r>
              <a:rPr lang="en-US" baseline="30000" dirty="0"/>
              <a:t>−</a:t>
            </a:r>
            <a:r>
              <a:rPr lang="en-US" dirty="0"/>
              <a:t>  ion to be somewhat shorter than a N – O single bond.</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68</a:t>
            </a:fld>
            <a:endParaRPr lang="en-US" altLang="en-US">
              <a:solidFill>
                <a:srgbClr val="000000"/>
              </a:solidFill>
              <a:ea typeface="Geneva" pitchFamily="-107" charset="-128"/>
            </a:endParaRPr>
          </a:p>
        </p:txBody>
      </p:sp>
      <p:pic>
        <p:nvPicPr>
          <p:cNvPr id="4" name="Picture 3"/>
          <p:cNvPicPr>
            <a:picLocks noChangeAspect="1"/>
          </p:cNvPicPr>
          <p:nvPr/>
        </p:nvPicPr>
        <p:blipFill rotWithShape="1">
          <a:blip r:embed="rId2"/>
          <a:srcRect b="7585"/>
          <a:stretch/>
        </p:blipFill>
        <p:spPr>
          <a:xfrm>
            <a:off x="2447500" y="2906163"/>
            <a:ext cx="6734835" cy="1050202"/>
          </a:xfrm>
          <a:prstGeom prst="rect">
            <a:avLst/>
          </a:prstGeom>
        </p:spPr>
      </p:pic>
    </p:spTree>
    <p:extLst>
      <p:ext uri="{BB962C8B-B14F-4D97-AF65-F5344CB8AC3E}">
        <p14:creationId xmlns:p14="http://schemas.microsoft.com/office/powerpoint/2010/main" val="26454599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 (Examples)</a:t>
            </a:r>
          </a:p>
        </p:txBody>
      </p:sp>
      <p:sp>
        <p:nvSpPr>
          <p:cNvPr id="3" name="Content Placeholder 2"/>
          <p:cNvSpPr>
            <a:spLocks noGrp="1"/>
          </p:cNvSpPr>
          <p:nvPr>
            <p:ph sz="half" idx="1"/>
          </p:nvPr>
        </p:nvSpPr>
        <p:spPr>
          <a:xfrm>
            <a:off x="516048" y="1333500"/>
            <a:ext cx="11199136" cy="4716855"/>
          </a:xfrm>
        </p:spPr>
        <p:txBody>
          <a:bodyPr/>
          <a:lstStyle/>
          <a:p>
            <a:pPr algn="just">
              <a:lnSpc>
                <a:spcPct val="150000"/>
              </a:lnSpc>
            </a:pPr>
            <a:r>
              <a:rPr lang="en-US" b="1" dirty="0"/>
              <a:t>Benzene:</a:t>
            </a:r>
          </a:p>
          <a:p>
            <a:pPr algn="just">
              <a:lnSpc>
                <a:spcPct val="150000"/>
              </a:lnSpc>
            </a:pPr>
            <a:endParaRPr lang="en-US" dirty="0"/>
          </a:p>
          <a:p>
            <a:pPr algn="just">
              <a:lnSpc>
                <a:spcPct val="150000"/>
              </a:lnSpc>
            </a:pPr>
            <a:endParaRPr lang="en-US" dirty="0"/>
          </a:p>
          <a:p>
            <a:pPr algn="just">
              <a:lnSpc>
                <a:spcPct val="150000"/>
              </a:lnSpc>
            </a:pPr>
            <a:r>
              <a:rPr lang="en-US" dirty="0"/>
              <a:t>Each structure has alternating double and single bonds, but experimentation shows that each carbon–carbon bond in benzene is identical, with bond lengths (139.9 pm) intermediate between those typically found for a C–C single bond (154 pm) and a C=C double bond (134 pm). </a:t>
            </a:r>
            <a:endParaRPr lang="en-IN"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69</a:t>
            </a:fld>
            <a:endParaRPr lang="en-US" altLang="en-US">
              <a:solidFill>
                <a:srgbClr val="000000"/>
              </a:solidFill>
              <a:ea typeface="Geneva" pitchFamily="-107" charset="-128"/>
            </a:endParaRPr>
          </a:p>
        </p:txBody>
      </p:sp>
      <p:grpSp>
        <p:nvGrpSpPr>
          <p:cNvPr id="7" name="Group 6"/>
          <p:cNvGrpSpPr/>
          <p:nvPr/>
        </p:nvGrpSpPr>
        <p:grpSpPr>
          <a:xfrm>
            <a:off x="3189979" y="1615831"/>
            <a:ext cx="6122877" cy="1721337"/>
            <a:chOff x="3054177" y="1647141"/>
            <a:chExt cx="6122877" cy="1721337"/>
          </a:xfrm>
        </p:grpSpPr>
        <p:pic>
          <p:nvPicPr>
            <p:cNvPr id="4" name="Picture 3"/>
            <p:cNvPicPr>
              <a:picLocks noChangeAspect="1"/>
            </p:cNvPicPr>
            <p:nvPr/>
          </p:nvPicPr>
          <p:blipFill>
            <a:blip r:embed="rId2"/>
            <a:stretch>
              <a:fillRect/>
            </a:stretch>
          </p:blipFill>
          <p:spPr>
            <a:xfrm>
              <a:off x="3054177" y="1647141"/>
              <a:ext cx="6122877" cy="1721337"/>
            </a:xfrm>
            <a:prstGeom prst="rect">
              <a:avLst/>
            </a:prstGeom>
          </p:spPr>
        </p:pic>
        <p:pic>
          <p:nvPicPr>
            <p:cNvPr id="6" name="Picture 5"/>
            <p:cNvPicPr>
              <a:picLocks noChangeAspect="1"/>
            </p:cNvPicPr>
            <p:nvPr/>
          </p:nvPicPr>
          <p:blipFill rotWithShape="1">
            <a:blip r:embed="rId3"/>
            <a:srcRect l="42030" t="28415" r="43317" b="30158"/>
            <a:stretch/>
          </p:blipFill>
          <p:spPr>
            <a:xfrm>
              <a:off x="5622201" y="2241110"/>
              <a:ext cx="986827" cy="470780"/>
            </a:xfrm>
            <a:prstGeom prst="rect">
              <a:avLst/>
            </a:prstGeom>
          </p:spPr>
        </p:pic>
      </p:grpSp>
    </p:spTree>
    <p:extLst>
      <p:ext uri="{BB962C8B-B14F-4D97-AF65-F5344CB8AC3E}">
        <p14:creationId xmlns:p14="http://schemas.microsoft.com/office/powerpoint/2010/main" val="155646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016" y="190500"/>
            <a:ext cx="10363200" cy="1143000"/>
          </a:xfrm>
        </p:spPr>
        <p:txBody>
          <a:bodyPr/>
          <a:lstStyle/>
          <a:p>
            <a:r>
              <a:rPr lang="en-IN" sz="4800" b="1" dirty="0">
                <a:solidFill>
                  <a:srgbClr val="C00000"/>
                </a:solidFill>
              </a:rPr>
              <a:t>Resonance Structures (Examples)</a:t>
            </a:r>
          </a:p>
        </p:txBody>
      </p:sp>
      <p:sp>
        <p:nvSpPr>
          <p:cNvPr id="3" name="Content Placeholder 2"/>
          <p:cNvSpPr>
            <a:spLocks noGrp="1"/>
          </p:cNvSpPr>
          <p:nvPr>
            <p:ph sz="half" idx="1"/>
          </p:nvPr>
        </p:nvSpPr>
        <p:spPr>
          <a:xfrm>
            <a:off x="516048" y="1886304"/>
            <a:ext cx="11199136" cy="4716855"/>
          </a:xfrm>
        </p:spPr>
        <p:txBody>
          <a:bodyPr/>
          <a:lstStyle/>
          <a:p>
            <a:pPr algn="just">
              <a:lnSpc>
                <a:spcPct val="150000"/>
              </a:lnSpc>
            </a:pPr>
            <a:r>
              <a:rPr lang="en-US" b="1" dirty="0"/>
              <a:t>Benzene:</a:t>
            </a:r>
          </a:p>
          <a:p>
            <a:pPr algn="just">
              <a:lnSpc>
                <a:spcPct val="150000"/>
              </a:lnSpc>
            </a:pPr>
            <a:endParaRPr lang="en-US" dirty="0"/>
          </a:p>
          <a:p>
            <a:pPr algn="just">
              <a:lnSpc>
                <a:spcPct val="150000"/>
              </a:lnSpc>
            </a:pPr>
            <a:r>
              <a:rPr lang="en-US" dirty="0"/>
              <a:t>We can describe the bonding in benzene using the two resonance structures, but the actual electronic structure is an average of the two. </a:t>
            </a:r>
          </a:p>
          <a:p>
            <a:pPr algn="just">
              <a:lnSpc>
                <a:spcPct val="150000"/>
              </a:lnSpc>
            </a:pPr>
            <a:r>
              <a:rPr lang="en-US" dirty="0"/>
              <a:t>The existence of multiple resonance structures for aromatic hydrocarbons like benzene is often indicated by drawing either a circle or dashed lines inside the hexagon</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E3AA648C-9D47-482A-9F9B-A6BF7F43E5D3}" type="slidenum">
              <a:rPr lang="en-US" altLang="en-US" smtClean="0">
                <a:solidFill>
                  <a:srgbClr val="000000"/>
                </a:solidFill>
                <a:ea typeface="Geneva" pitchFamily="-107" charset="-128"/>
              </a:rPr>
              <a:pPr fontAlgn="base">
                <a:spcBef>
                  <a:spcPct val="0"/>
                </a:spcBef>
                <a:spcAft>
                  <a:spcPct val="0"/>
                </a:spcAft>
              </a:pPr>
              <a:t>70</a:t>
            </a:fld>
            <a:endParaRPr lang="en-US" altLang="en-US">
              <a:solidFill>
                <a:srgbClr val="000000"/>
              </a:solidFill>
              <a:ea typeface="Geneva" pitchFamily="-107" charset="-128"/>
            </a:endParaRPr>
          </a:p>
        </p:txBody>
      </p:sp>
      <p:pic>
        <p:nvPicPr>
          <p:cNvPr id="8" name="Picture 7"/>
          <p:cNvPicPr>
            <a:picLocks noChangeAspect="1"/>
          </p:cNvPicPr>
          <p:nvPr/>
        </p:nvPicPr>
        <p:blipFill rotWithShape="1">
          <a:blip r:embed="rId2"/>
          <a:srcRect b="15077"/>
          <a:stretch/>
        </p:blipFill>
        <p:spPr>
          <a:xfrm>
            <a:off x="3583333" y="1333501"/>
            <a:ext cx="4537625" cy="2079656"/>
          </a:xfrm>
          <a:prstGeom prst="rect">
            <a:avLst/>
          </a:prstGeom>
        </p:spPr>
      </p:pic>
    </p:spTree>
    <p:extLst>
      <p:ext uri="{BB962C8B-B14F-4D97-AF65-F5344CB8AC3E}">
        <p14:creationId xmlns:p14="http://schemas.microsoft.com/office/powerpoint/2010/main" val="644744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Sand" pitchFamily="1"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1583</TotalTime>
  <Words>3116</Words>
  <Application>Microsoft Office PowerPoint</Application>
  <PresentationFormat>Widescreen</PresentationFormat>
  <Paragraphs>450</Paragraphs>
  <Slides>70</Slides>
  <Notes>30</Notes>
  <HiddenSlides>0</HiddenSlides>
  <MMClips>0</MMClips>
  <ScaleCrop>false</ScaleCrop>
  <HeadingPairs>
    <vt:vector size="8" baseType="variant">
      <vt:variant>
        <vt:lpstr>Fonts Used</vt:lpstr>
      </vt:variant>
      <vt:variant>
        <vt:i4>10</vt:i4>
      </vt:variant>
      <vt:variant>
        <vt:lpstr>Theme</vt:lpstr>
      </vt:variant>
      <vt:variant>
        <vt:i4>7</vt:i4>
      </vt:variant>
      <vt:variant>
        <vt:lpstr>Embedded OLE Servers</vt:lpstr>
      </vt:variant>
      <vt:variant>
        <vt:i4>1</vt:i4>
      </vt:variant>
      <vt:variant>
        <vt:lpstr>Slide Titles</vt:lpstr>
      </vt:variant>
      <vt:variant>
        <vt:i4>70</vt:i4>
      </vt:variant>
    </vt:vector>
  </HeadingPairs>
  <TitlesOfParts>
    <vt:vector size="88" baseType="lpstr">
      <vt:lpstr>MS PGothic</vt:lpstr>
      <vt:lpstr>MS PGothic</vt:lpstr>
      <vt:lpstr>Arial</vt:lpstr>
      <vt:lpstr>Calibri</vt:lpstr>
      <vt:lpstr>Calibri Light</vt:lpstr>
      <vt:lpstr>Geneva</vt:lpstr>
      <vt:lpstr>Sand</vt:lpstr>
      <vt:lpstr>Symbol</vt:lpstr>
      <vt:lpstr>Times</vt:lpstr>
      <vt:lpstr>Times New Roman</vt:lpstr>
      <vt:lpstr>Office Theme</vt:lpstr>
      <vt:lpstr>Blank Presentation</vt:lpstr>
      <vt:lpstr>1_Blank Presentation</vt:lpstr>
      <vt:lpstr>2_Blank Presentation</vt:lpstr>
      <vt:lpstr>3_Blank Presentation</vt:lpstr>
      <vt:lpstr>4_Blank Presentation</vt:lpstr>
      <vt:lpstr>5_Blank Presentation</vt:lpstr>
      <vt:lpstr>Bitmap Image</vt:lpstr>
      <vt:lpstr>PowerPoint Presentation</vt:lpstr>
      <vt:lpstr>PowerPoint Presentation</vt:lpstr>
      <vt:lpstr>PowerPoint Presentation</vt:lpstr>
      <vt:lpstr>PowerPoint Presentation</vt:lpstr>
      <vt:lpstr>Different types of Bonding</vt:lpstr>
      <vt:lpstr>Electron Arrangements and the Octet Rule</vt:lpstr>
      <vt:lpstr>Exceptions to the Octet Rule</vt:lpstr>
      <vt:lpstr>Exceptions to the Octet Rule</vt:lpstr>
      <vt:lpstr>Exceptions to the Octet Rule</vt:lpstr>
      <vt:lpstr>Types of Chemical Bonds</vt:lpstr>
      <vt:lpstr>Types of Chemical Bonds</vt:lpstr>
      <vt:lpstr>PowerPoint Presentation</vt:lpstr>
      <vt:lpstr>PowerPoint Presentation</vt:lpstr>
      <vt:lpstr>PowerPoint Presentation</vt:lpstr>
      <vt:lpstr>Covalent Bonding</vt:lpstr>
      <vt:lpstr>Covalent Bonding</vt:lpstr>
      <vt:lpstr>Covalent Bonds</vt:lpstr>
      <vt:lpstr>Covalent Bonds</vt:lpstr>
      <vt:lpstr>Covalent Bonds</vt:lpstr>
      <vt:lpstr>PowerPoint Presentation</vt:lpstr>
      <vt:lpstr>MULTIPLE COVALENT BONDS:</vt:lpstr>
      <vt:lpstr>Coordinate Bonds</vt:lpstr>
      <vt:lpstr>Coordinate covalent bond</vt:lpstr>
      <vt:lpstr>Coordinate Bonds</vt:lpstr>
      <vt:lpstr>Coordinate covalent bond</vt:lpstr>
      <vt:lpstr>PowerPoint Presentation</vt:lpstr>
      <vt:lpstr>Metallic Bonding</vt:lpstr>
      <vt:lpstr>PowerPoint Presentation</vt:lpstr>
      <vt:lpstr>Draw Lewis Dot Structures</vt:lpstr>
      <vt:lpstr>Drawing molecules (covalent) using Lewis Dot Structures</vt:lpstr>
      <vt:lpstr>Covalent bonding</vt:lpstr>
      <vt:lpstr>Methane  CH4</vt:lpstr>
      <vt:lpstr>PowerPoint Presentation</vt:lpstr>
      <vt:lpstr>PowerPoint Presentation</vt:lpstr>
      <vt:lpstr>Lewis dot structures of molecules</vt:lpstr>
      <vt:lpstr>Lewis dot structures of molecules</vt:lpstr>
      <vt:lpstr>Lewis dot structures of molecules</vt:lpstr>
      <vt:lpstr>Lewis dot structures of molecules</vt:lpstr>
      <vt:lpstr>Lewis dot structures of molecules</vt:lpstr>
      <vt:lpstr>Bond Types based on bond polarity</vt:lpstr>
      <vt:lpstr>PowerPoint Presentation</vt:lpstr>
      <vt:lpstr>Electronegativity</vt:lpstr>
      <vt:lpstr>Ionic Character</vt:lpstr>
      <vt:lpstr>Place these molecules in order of increasing bond polarity (1=least polar to 5 = most polar) polarity using the electronegativity values on your periodic table </vt:lpstr>
      <vt:lpstr>Polar vs. Nonpolar MOLECULES</vt:lpstr>
      <vt:lpstr>Nonpolar Molecules</vt:lpstr>
      <vt:lpstr>Nonpolar Molecules</vt:lpstr>
      <vt:lpstr>Polar Molecules</vt:lpstr>
      <vt:lpstr>PowerPoint Presentation</vt:lpstr>
      <vt:lpstr>PowerPoint Presentation</vt:lpstr>
      <vt:lpstr>PowerPoint Presentation</vt:lpstr>
      <vt:lpstr>PowerPoint Presentation</vt:lpstr>
      <vt:lpstr>Water is a POLAR molecule ANY time there are unshared pairs of electrons on the central atom, the molecule is POLAR</vt:lpstr>
      <vt:lpstr>Summary of polar vs. non-polar</vt:lpstr>
      <vt:lpstr>Bond Strength: Covalent Bonds</vt:lpstr>
      <vt:lpstr>Bond Strength: Covalent Bonds</vt:lpstr>
      <vt:lpstr>Bond Strength: Covalent Bonds</vt:lpstr>
      <vt:lpstr>Bond Strength: Covalent Bonds</vt:lpstr>
      <vt:lpstr>Bond Strength: Covalent Bonds</vt:lpstr>
      <vt:lpstr>Bond Strength: Covalent Bonds</vt:lpstr>
      <vt:lpstr>Bond Strength: Covalent Bonds</vt:lpstr>
      <vt:lpstr>Resonance Structures</vt:lpstr>
      <vt:lpstr>Resonance Structures</vt:lpstr>
      <vt:lpstr>Resonance Structures</vt:lpstr>
      <vt:lpstr>Resonance Structures (Examples)</vt:lpstr>
      <vt:lpstr>Resonance Structures (Examples)</vt:lpstr>
      <vt:lpstr>Resonance Structures (Examples)</vt:lpstr>
      <vt:lpstr>Resonance Structures (Examples)</vt:lpstr>
      <vt:lpstr>Resonance Structures (Examples)</vt:lpstr>
      <vt:lpstr>Resonance Structures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Ketakee Durve</dc:creator>
  <cp:lastModifiedBy>Windows User</cp:lastModifiedBy>
  <cp:revision>158</cp:revision>
  <cp:lastPrinted>2021-03-24T09:42:45Z</cp:lastPrinted>
  <dcterms:created xsi:type="dcterms:W3CDTF">2018-09-10T05:09:15Z</dcterms:created>
  <dcterms:modified xsi:type="dcterms:W3CDTF">2024-02-08T05:29:51Z</dcterms:modified>
</cp:coreProperties>
</file>