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6"/>
  </p:notesMasterIdLst>
  <p:sldIdLst>
    <p:sldId id="283" r:id="rId5"/>
    <p:sldId id="284" r:id="rId6"/>
    <p:sldId id="338" r:id="rId7"/>
    <p:sldId id="319" r:id="rId8"/>
    <p:sldId id="327" r:id="rId9"/>
    <p:sldId id="322" r:id="rId10"/>
    <p:sldId id="320" r:id="rId11"/>
    <p:sldId id="328" r:id="rId12"/>
    <p:sldId id="287" r:id="rId13"/>
    <p:sldId id="340" r:id="rId14"/>
    <p:sldId id="315" r:id="rId15"/>
    <p:sldId id="316" r:id="rId16"/>
    <p:sldId id="339" r:id="rId17"/>
    <p:sldId id="314" r:id="rId18"/>
    <p:sldId id="317" r:id="rId19"/>
    <p:sldId id="288" r:id="rId20"/>
    <p:sldId id="341" r:id="rId21"/>
    <p:sldId id="342" r:id="rId22"/>
    <p:sldId id="343" r:id="rId23"/>
    <p:sldId id="344" r:id="rId24"/>
    <p:sldId id="345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910FA5-2647-4A73-871A-31D7A19E3ED4}" v="8" dt="2021-11-12T17:28:20.4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20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70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54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3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anon#ef7a4d1d7a24677c49c047adadd575e891a9321c04033f1515b3687e1c5b5ea4::" providerId="AD" clId="Web-{E3C68CD3-2ACC-25DF-3ED7-68FE94763BB8}"/>
    <pc:docChg chg="modSld">
      <pc:chgData name="Guest User" userId="S::urn:spo:anon#ef7a4d1d7a24677c49c047adadd575e891a9321c04033f1515b3687e1c5b5ea4::" providerId="AD" clId="Web-{E3C68CD3-2ACC-25DF-3ED7-68FE94763BB8}" dt="2023-03-17T05:08:34.250" v="0" actId="1076"/>
      <pc:docMkLst>
        <pc:docMk/>
      </pc:docMkLst>
      <pc:sldChg chg="modSp">
        <pc:chgData name="Guest User" userId="S::urn:spo:anon#ef7a4d1d7a24677c49c047adadd575e891a9321c04033f1515b3687e1c5b5ea4::" providerId="AD" clId="Web-{E3C68CD3-2ACC-25DF-3ED7-68FE94763BB8}" dt="2023-03-17T05:08:34.250" v="0" actId="1076"/>
        <pc:sldMkLst>
          <pc:docMk/>
          <pc:sldMk cId="1726125480" sldId="320"/>
        </pc:sldMkLst>
        <pc:graphicFrameChg chg="mod">
          <ac:chgData name="Guest User" userId="S::urn:spo:anon#ef7a4d1d7a24677c49c047adadd575e891a9321c04033f1515b3687e1c5b5ea4::" providerId="AD" clId="Web-{E3C68CD3-2ACC-25DF-3ED7-68FE94763BB8}" dt="2023-03-17T05:08:34.250" v="0" actId="1076"/>
          <ac:graphicFrameMkLst>
            <pc:docMk/>
            <pc:sldMk cId="1726125480" sldId="320"/>
            <ac:graphicFrameMk id="8" creationId="{00000000-0000-0000-0000-000000000000}"/>
          </ac:graphicFrameMkLst>
        </pc:graphicFrameChg>
      </pc:sldChg>
    </pc:docChg>
  </pc:docChgLst>
  <pc:docChgLst>
    <pc:chgData name="VIDHAAN BOHRA - 70312000063" userId="S::vidhaan.bohra63@svkmmumbai.onmicrosoft.com::c573e656-4f94-44d0-a23e-2ac7cef366af" providerId="AD" clId="Web-{6B910FA5-2647-4A73-871A-31D7A19E3ED4}"/>
    <pc:docChg chg="modSld">
      <pc:chgData name="VIDHAAN BOHRA - 70312000063" userId="S::vidhaan.bohra63@svkmmumbai.onmicrosoft.com::c573e656-4f94-44d0-a23e-2ac7cef366af" providerId="AD" clId="Web-{6B910FA5-2647-4A73-871A-31D7A19E3ED4}" dt="2021-11-12T17:28:18.610" v="5" actId="20577"/>
      <pc:docMkLst>
        <pc:docMk/>
      </pc:docMkLst>
      <pc:sldChg chg="modSp">
        <pc:chgData name="VIDHAAN BOHRA - 70312000063" userId="S::vidhaan.bohra63@svkmmumbai.onmicrosoft.com::c573e656-4f94-44d0-a23e-2ac7cef366af" providerId="AD" clId="Web-{6B910FA5-2647-4A73-871A-31D7A19E3ED4}" dt="2021-11-12T17:13:27.844" v="4" actId="14100"/>
        <pc:sldMkLst>
          <pc:docMk/>
          <pc:sldMk cId="3188845067" sldId="284"/>
        </pc:sldMkLst>
        <pc:spChg chg="mod">
          <ac:chgData name="VIDHAAN BOHRA - 70312000063" userId="S::vidhaan.bohra63@svkmmumbai.onmicrosoft.com::c573e656-4f94-44d0-a23e-2ac7cef366af" providerId="AD" clId="Web-{6B910FA5-2647-4A73-871A-31D7A19E3ED4}" dt="2021-11-12T17:13:27.844" v="4" actId="14100"/>
          <ac:spMkLst>
            <pc:docMk/>
            <pc:sldMk cId="3188845067" sldId="284"/>
            <ac:spMk id="3" creationId="{00000000-0000-0000-0000-000000000000}"/>
          </ac:spMkLst>
        </pc:spChg>
      </pc:sldChg>
      <pc:sldChg chg="modSp">
        <pc:chgData name="VIDHAAN BOHRA - 70312000063" userId="S::vidhaan.bohra63@svkmmumbai.onmicrosoft.com::c573e656-4f94-44d0-a23e-2ac7cef366af" providerId="AD" clId="Web-{6B910FA5-2647-4A73-871A-31D7A19E3ED4}" dt="2021-11-12T17:28:18.610" v="5" actId="20577"/>
        <pc:sldMkLst>
          <pc:docMk/>
          <pc:sldMk cId="751571613" sldId="317"/>
        </pc:sldMkLst>
        <pc:spChg chg="mod">
          <ac:chgData name="VIDHAAN BOHRA - 70312000063" userId="S::vidhaan.bohra63@svkmmumbai.onmicrosoft.com::c573e656-4f94-44d0-a23e-2ac7cef366af" providerId="AD" clId="Web-{6B910FA5-2647-4A73-871A-31D7A19E3ED4}" dt="2021-11-12T17:28:18.610" v="5" actId="20577"/>
          <ac:spMkLst>
            <pc:docMk/>
            <pc:sldMk cId="751571613" sldId="317"/>
            <ac:spMk id="2" creationId="{00000000-0000-0000-0000-000000000000}"/>
          </ac:spMkLst>
        </pc:sp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11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5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image" Target="../media/image14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image" Target="../media/image18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5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image" Target="../media/image25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3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image" Target="../media/image38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image" Target="../media/image41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emf"/><Relationship Id="rId1" Type="http://schemas.openxmlformats.org/officeDocument/2006/relationships/image" Target="../media/image44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image" Target="../media/image20.e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2.98804" units="1/cm"/>
          <inkml:channelProperty channel="Y" name="resolution" value="650.78448" units="1/cm"/>
          <inkml:channelProperty channel="T" name="resolution" value="1" units="1/dev"/>
        </inkml:channelProperties>
      </inkml:inkSource>
      <inkml:timestamp xml:id="ts0" timeString="2024-03-26T07:46:59.6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20751 9504 0,'0'0'0,"0"0"0,0 0 0,-2-3 16,2 3-16,-3-6 15,3 6-15,-3-5 16,3 5-16,-4-6 16,12 3-16,-8 3 15,13 1-15,8 3 16,5 0-16,8 1 15,4-1-15,-1 1 16,1-1-16,-2-1 16,4 3-16,2-1 15,5 1-15,3-4 16,10 3-16,6-3 16,7 0-16,7 1 15,5-1-15,6-1 16,3-2-16,10 1 0,6 1 15,1-3-15,3-1 16,7 2-16,3-1 16,-3-1-16,6 0 15,1 1-15,0-1 16,7-3-16,6 5 16,-7-5-16,4 1 15,0 2-15,0 2 16,0-3-16,1 4 15,2-5-15,2 3 16,0-1-16,0 2 16,1 0-16,-2-2 15,-1-1-15,-2 3 16,3-1-16,-5 1 0,1-1 16,1-1-1,-2-1-15,-1 3 0,-1-2 16,1 2-16,-3-2 15,-2 6-15,-5-2 16,-2-1-16,-10 1 16,-10 2-16,-5-1 15,-13-1-15,-15 4 16,-12-4-16,-59-1 16,46 2-16,-46-2 15,28 1-15,-17 0 16</inkml:trace>
  <inkml:trace contextRef="#ctx0" brushRef="#br0" timeOffset="5842.2932">27880 9189 0,'0'0'0,"-3"16"0,2 13 16,2 19-16,-1 16 15,0 7-15,-2 4 16,3-6-16,0-6 0,-1-6 15,3-10-15,0-8 16,-3-39-16,1 32 16,-1-16-16,1-16 15,-3-11-15</inkml:trace>
  <inkml:trace contextRef="#ctx0" brushRef="#br0" timeOffset="6310.9226">27834 8949 0,'0'0'0,"6"-1"0,9-5 0,8 2 16,12 4-16,13 10 15,3 7-15,3 8 16,-2 9-16,-3 5 15,-14 6-15,-17 3 16,-16-1-16,-14-2 16,-14-2-16,-12-6 0,-4-7 15,-8-5-15,0-5 16,50-20-16,-48 15 16,48-15-16,-37 13 15,37-13-15,-26 9 16,24-7-16,33-5 15,19 3-15,15 2 16,7 7-16,-3 9 16,-6 10-16,-10 8 15,-12 9-15,-16 2 16,-12 3-16,-13 0 16,-15-6-16,-13-5 15,-12-7-15,-9-4 16,-10-10-16,-3-3 15,-3-8-15,4-6 16,6-5-16,4-6 16,12-8-16,13-12 15</inkml:trace>
  <inkml:trace contextRef="#ctx0" brushRef="#br0" timeOffset="7341.9282">28898 9544 0,'0'0'0,"0"-5"0,-1-8 15,-4-6-15,-5 0 16,-6-1-16,-5 8 15,-6 9-15,-9 8 16,-6 10-16,1 7 16,-4 13-16,5 6 15,10-4-15,12 4 16,11-5-16,13-7 16,13-2-16,8-4 15,6-7-15,4-6 16,3-6-16,-1-5 15,-6-6-15,-6-5 16,-8-4-16,-19 16 0,14-18 16,-9-1-16,-5 19 15,-3-17-15,-8 9 16,-5 9-16,-3 10 16,2 8-16,6 4 15,7-2-15,12 5 16,9-5-16,12-3 15,7-8-15,8-6 16,2-9-16,4-9 16,1-10-16,-6-4 15,3-11-15,-13-5 16,-5-12-16,-6-1 16,-8-8-16,-9-4 15,0-4-15,-7-2 16,-3 2-16,-4 9 0,2 8 15,5 56-15,-7-43 16,7 43-16,-7-32 16,-1 14-1,2 14-15,3 14 0,2 17 16,-1 21-16,-6 16 16,-2 19-16,-2 2 15,2 4-15,6-1 16,3-8-16,4-9 15,9-9-15,0-6 16,6-11-16,4-8 16,1-8-16,4-8 15,1-10-15,3-6 16,0-9-16,4-13 16,0-9-16,3-12 15,-3-10-15,-1-12 16,-3-4-16,-5-4 15,-9-4-15,-2-2 16,-10-1-16,-2 3 16,-4 5-16,0 8 15,1 59-15,-4-47 0,4 47 16,-4-34-16,-3 15 16,1 19-16,1 21 15,-4 16-15,2 18 16,-6 12-16,7 6 15,1 4-15,5-4 16,1-5-16,6-8 16,4-11-16,7-6 15,6-9-15,7-8 16,10-9-16</inkml:trace>
  <inkml:trace contextRef="#ctx0" brushRef="#br0" timeOffset="7935.5366">30518 9761 0,'0'0'0,"0"0"0,-2-5 0,-3-16 15,-6-12-15,-8-13 16,-7-11-16,-6-7 16,-6-6-16,-4-2 15,-3 0-15,-3 1 16,3 6-16,1 4 16,7 5-16,9 7 15,11 9-15,8 7 16,11 6-16,10 7 15,16 5-15,9 9 16,14 6-16,8 7 16,-1 7-16,1 9 15,-8 9-15,-12 4 0,-11 9 16,-14 5-16,-15 9 16,-13 3-16,-19 4 15,-11-6-15,-13-2 16,-1-7-1,4-7-15,6-5 0,6-5 16,14-6-16,12-1 16,9-1-16,12-8 15,12-2-15,15-4 16,16-6-16,16-7 16,13-6-16,11-10 15,8-5-15,-5-8 16,-4 4-16,-17 0 15,-70 26-15,57-19 16,-57 19-16,37-14 16,-21 9-16</inkml:trace>
  <inkml:trace contextRef="#ctx0" brushRef="#br0" timeOffset="8482.2687">28674 10228 0,'0'0'0,"0"0"0,0 0 0,-1-2 15,-10 4-15,-15 7 16,-4 7-16,0 2 16,30-18-16,-27 21 15,9 2-15,18 3 16,13-1-16,15-2 16,13 2-16,7 3 15,1-2-15,0 3 16,-9 3-16,-9-4 15,-31-28-15,18 27 16,-17-1-16,-23-1 16,-11-3-16,-13-6 15,-3-6-15,-2-4 0,7-7 16,6-8-16,12-11 16</inkml:trace>
  <inkml:trace contextRef="#ctx0" brushRef="#br0" timeOffset="8732.218">29078 10408 0,'0'0'0,"-5"16"0,-7 14 0,0 22 16,1 13-16,-3 8 15,3 3-15,5 0 16,1-6-16,3-2 16,-3-8-16,4-5 15,0-10-15,1-45 16,0 37-16,0-19 16,-1-22-16</inkml:trace>
  <inkml:trace contextRef="#ctx0" brushRef="#br0" timeOffset="8997.7685">29164 10330 0,'0'0'0,"10"2"0,13 5 0,9 8 16,14 11-16,0 5 15,-6 4-15,-10 2 16,-15-3-16,-18-3 16,-11-4-16,-16-4 15,-8-4-15,-5-4 16,0-7-16,-1 1 16,44-9-16,-38 4 15,7-10-15</inkml:trace>
  <inkml:trace contextRef="#ctx0" brushRef="#br0" timeOffset="9372.7156">29734 10426 0,'0'0'0,"0"0"0,-4-4 15,-1-3-15,-14 2 16,-3 5-16,-7 5 16,-4 11-16,0 7 15,5 7-15,4 2 16,11 0-16,13-1 16,9-3-16,11-6 15,7-1-15,10-5 16,5-6-16,4-6 15,-6-5-15,-5-4 16,-7-5-16,-10-8 16,-7-5-16,-11-7 15,-8-2-15,-10-1 16,-9-3-16,-9 5 0,-6 4 16,-2 3-1</inkml:trace>
  <inkml:trace contextRef="#ctx0" brushRef="#br0" timeOffset="9638.2482">30105 9969 0,'0'0'0,"-4"13"0,0 9 0,5 22 16,-3 11-16,-1 12 16,-3 6-16,3 2 15,-4-4-15,8-7 16,-1-7-16,3-9 16,1-10-16,-4-38 15,4 36-15,-4-36 16,2 24-16</inkml:trace>
  <inkml:trace contextRef="#ctx0" brushRef="#br0" timeOffset="10216.2236">30377 10303 0,'0'0'0,"-6"9"15,-9 8-15,-10 5 16,-4 6-16,-7-1 16,0-2-16,1-5 15,35-20-15,-28 15 16,28-15-16,-25 5 16,7-9-16,7-8 15,8-7-15,9-3 16,8-5-16,6 11 15,6 2-15,1 11 0,-1 10 16,-5 8-16,1 10 16,-4 6-16,-1 3 15,1-1-15,0 0 16,3-1-16,6-3 16,2-7-16,1-5 15,3-9-15,-2-4 16,0-9-16,2-5 15,-1-6-15,-4-5 16,-2-6-16,-4-5 16,-4-5-16,-3 0 15,-5 2-15,-10 35 16,6-32-16,-6 32 16,4-23-16,-6 8 15,-9 9-15,-4 13 0,0 11 16,-4 8-1,3 4-15,4 6 0,7-2 16,9-3-16,9 4 16,11-4-16,12-5 15,9-4-15,10-7 16</inkml:trace>
  <inkml:trace contextRef="#ctx0" brushRef="#br0" timeOffset="11153.5522">31320 10283 0,'0'0'0,"4"6"0,1 9 16,5 13-16,2 7 0,2 3 16,-2 4-16,-1-4 15,-11-38-15,5 33 16,-5-33-16,2 29 16,-2-29-16,0 22 15,0-22-15,-3 11 16,-3-9-16,0-13 15,2-7-15,1-5 16,3-4-16,4-5 16,4-1-16,4 5 15,-12 28-15,14-28 16,6 11-16,-20 17 16,19-5-16,0 7 15,-19-2-15,22 13 16,-7 6-16,-15-19 15,14 20-15,-14-20 16,9 19-16,-9-19 16,5 16-16,-5-16 0,2 9 15,-2-9 1,0 3-16,3-9 16,5-8-16,1-3 0,6-5 15,5-1-15,1 7 16,-21 16-16,23-9 15,-1 5-15,0 12 16,-7 8-16,-2 4 16,-7 4-16,-3 2 15,-1-2-15,-2-24 16,4 24-16,1-3 16,-5-21-16,13 18 15,2-8-15,7-4 16,-6-9-16,3-8 15,1-6-15,3-1 16,-7-5-16,-3-3 16,-13 26-16,14-25 0,-14 25 15,8-28-15,-8 3 16,-6 6-16,-8 8 16,-3 8-16,-9 4 15,-2 8-15,4 6 16,4 7-16,20-22 15,-14 21-15,9 4 16,11 3-16,9-5 16,7-5-16,9-6 15,0-4-15,-3-6 16,-28-2-16,29-2 16,-3-4-16,-6-5 15,-2-7-15,-6-5 16,-7-3-16,-13-6 15,-10-1-15,-7 0 16</inkml:trace>
  <inkml:trace contextRef="#ctx0" brushRef="#br0" timeOffset="11856.5047">32249 9854 0,'0'0'0,"6"13"0,0 12 0,-3 18 15,-6 14-15,-1 7 16,-4 2-16,0 4 15,-3-6-15,2-8 16,3-7-16,5-10 16,1-39-16,-1 31 15,1-31-15,2 26 16,-2-26-16,3 21 16,-3-21-16,5 12 15,-4-6-15,-1-10 0,-1-9 16,-7-8-1,2-5-15,6 26 0,-15-27 16,-2 5-16,-7 8 16,-1 12-16,-5 10 15,0 5-15,4 7 16,4 1-16,22-21 16,-15 21-16,9 1 15,13 2-15,10-3 16,15-3-16,9-7 15,9-6-15,4-5 16,0-4-16,-3-7 16,-5-4-16,-2-6 15,-9-5-15,-7 1 16,-1-3-16,-27 28 16,20-26-16,-8 3 0,-12 23 15,0-19-15,-9 10 16,-13 12-16,-1 10 15,-3 9-15,7 3 16,7 2-16,11 0 16,12 2-16,9-7 15,13 2-15,8-1 16,8-5-16,7-8 16</inkml:trace>
  <inkml:trace contextRef="#ctx0" brushRef="#br0" timeOffset="12106.4438">32885 9878 0,'0'0'0,"3"21"0,4 15 16,0 30-16,-3 9 16,-2 13-16,-2 7 15,0 2-15,-8 1 16,3 1-16,-5 3 16</inkml:trace>
  <inkml:trace contextRef="#ctx0" brushRef="#br0" timeOffset="30445.7367">24114 7035 0,'0'0'0,"0"0"0,0 0 0,2 2 0,-2-2 15,4 3-15,-4-3 16,6 2-16,-6-2 16,8 0-16,-8 0 15,5 0-15,2-3 16</inkml:trace>
  <inkml:trace contextRef="#ctx0" brushRef="#br0" timeOffset="37693.9672">22448 6892 0,'0'0'0,"0"0"0,0 0 0,2-2 15,-2 2-15,1-6 16,-1 6-16,3-5 15,-3 5-15,-3-7 16,3 7-16,-1-8 16,1 0-16,0 8 15,0-11-15</inkml:trace>
  <inkml:trace contextRef="#ctx0" brushRef="#br0" timeOffset="48175.7958">21685 6012 0,'0'0'0,"0"0"0,0 0 16,2 3-16,4-1 15,-6-2-15,9 10 16,-3 4-16,1 8 0,-2 1 16,-1 6-16,-3 1 15,-1 2-15,-4-1 16,-1-1-16,-3-1 16,8-29-16,-7 28 15,7-28-15,-7 22 16,3-3-16,4-19 15,0 18-15,4-4 16</inkml:trace>
  <inkml:trace contextRef="#ctx0" brushRef="#br0" timeOffset="48456.9463">21909 5984 0,'0'0'0,"0"0"0,1 7 0,4 12 16,-3 6-16,-2 8 16,1 12-16,-3 1 15,3-1 1,-3-3-16,-2-2 0,4-40 15,-2 35-15,0-3 16,2-32-16,-2 32 16,2-32-16,-2 30 15</inkml:trace>
  <inkml:trace contextRef="#ctx0" brushRef="#br0" timeOffset="48613.1584">21732 6273 0,'0'0'0,"8"-1"0,12-6 16,14 1-16,18-3 15,3 1-15</inkml:trace>
  <inkml:trace contextRef="#ctx0" brushRef="#br0" timeOffset="49066.1729">22489 5728 0,'0'0'0,"0"0"0,0 0 16,0 0 0,0 0-16,0 1 0,4 8 15,2 10-15,0 14 16,0 2-16,-3 8 16,-2-2-16,3 1 15,-1-5-15,-3-37 16,1 34-16,-3-7 15,2-27-15,-1 23 16,1-23-16,-7 16 16</inkml:trace>
  <inkml:trace contextRef="#ctx0" brushRef="#br0" timeOffset="49316.1449">22677 5774 0,'0'0'0,"0"0"0,0-6 0,0 6 0,2-4 15,4 3-15,-1 7 0,-1 6 16,0 12-16,2 4 16,-5 5-16,0 3 15,-1 0-15,-1 0 16,1-36-16,1 29 15,0-2-15,-1-27 16,0 23-16,0-23 16,1 13-16</inkml:trace>
  <inkml:trace contextRef="#ctx0" brushRef="#br0" timeOffset="49472.357">22515 5963 0,'0'0'0,"0"0"0,6-1 15,16 0-15,18-3 0,9 4 16,12 0 0</inkml:trace>
  <inkml:trace contextRef="#ctx0" brushRef="#br0" timeOffset="50097.1997">21953 8595 0,'0'0'0,"0"0"0,-2 6 0,2 16 16,-1 12-16,-2 7 15,2 6-15,-1-2 16,-2-5-16,4-40 16,-5 35-16,2-2 15,3-33-15,-3 28 16,3-28-16,0 21 16</inkml:trace>
  <inkml:trace contextRef="#ctx0" brushRef="#br0" timeOffset="50347.1398">22172 8617 0,'0'0'0,"0"0"0,-1 9 0,2 16 15,-2 6-15,-3 5 16,3 2 0,0-2-16,-2-5 0,3-31 15,1 28-15,-1-28 16,0 25-16</inkml:trace>
  <inkml:trace contextRef="#ctx0" brushRef="#br0" timeOffset="50534.5669">22074 8804 0,'0'0'0,"15"-5"0,18 1 16,24-2-16,29-2 0,17 1 15</inkml:trace>
  <inkml:trace contextRef="#ctx0" brushRef="#br0" timeOffset="51050.0948">25594 8206 0,'0'0'0,"0"0"0,0 0 0,0 0 16,2 7-16,-1 8 15,-2 13-15,-2 6 16,1 12-16,-3 1 0,-1-2 16,-2-4-1,2-7-15,6-34 0,-3 30 16,3-30-16,-1 24 15,2-7-15,7-9 16</inkml:trace>
  <inkml:trace contextRef="#ctx0" brushRef="#br0" timeOffset="51300.0332">25872 8279 0,'0'0'0,"0"0"0,-1 8 16,-1 11-16,-3 6 16,1 5-16,-1 1 15,2 2-15,-1-4 16,5-2-16,-1-27 15,-1 23-15,1-23 16,0 21-16,0-21 16,-1 15-16</inkml:trace>
  <inkml:trace contextRef="#ctx0" brushRef="#br0" timeOffset="51503.0821">25662 8415 0,'0'0'0,"0"0"0,5 0 0,16 0 16,9 0-16,12 0 16,10 0-16,4 0 15,6 3-15</inkml:trace>
  <inkml:trace contextRef="#ctx0" brushRef="#br0" timeOffset="51877.9906">26382 7941 0,'0'0'0,"0"0"0,0 0 15,1-1-15,-1 1 16,0 1-16,-2 8 15,-2 13-15,-3 8 16,2 4-16,-2 6 16,0-1-16,7-39 15,-9 35-15,2-2 16,7-33-16,-10 30 16,10-30-16,-7 20 0,7-20 15</inkml:trace>
  <inkml:trace contextRef="#ctx0" brushRef="#br0" timeOffset="52174.7945">26516 7941 0,'0'0'0,"0"0"0,3 5 16,-1 10-16,0 7 15,2 7-15,-4 1 16,-7 2-16,5-5 16,-2 1-16,4-28 15,-4 24-15,4-24 16,-4 22-16,4-22 15,-2 20-15,2-20 0</inkml:trace>
  <inkml:trace contextRef="#ctx0" brushRef="#br0" timeOffset="52331.0064">26356 8067 0,'0'0'0,"6"0"0,12-3 16,10-3-16,25 1 15,8 1-15</inkml:trace>
  <inkml:trace contextRef="#ctx0" brushRef="#br0" timeOffset="53174.5798">27766 5155 0,'0'0'0,"0"0"0,0 0 0,4 0 16,-4 0-16,3-2 16,3 4-16,0 6 0,-3 6 15,1 7-15,-5 8 16,-4 4-16,-2-1 16,1 0-16,-4-3 15,10-29-15,-8 25 16,4-2-16,4-23 15,-6 22-15,6-22 16,-4 19-16</inkml:trace>
  <inkml:trace contextRef="#ctx0" brushRef="#br0" timeOffset="53455.7662">27952 5226 0,'0'0'0,"1"8"0,-1 7 15,2 8-15,-1 5 0,1 4 16,0 1-16,-2-33 15,2 33-15,0-6 16,-2-27-16,0 29 16,0-29-1,-1 23-15,1-23 0,-2 19 16</inkml:trace>
  <inkml:trace contextRef="#ctx0" brushRef="#br0" timeOffset="53658.8089">27717 5331 0,'0'0'0,"0"0"0,9 0 16,12-3-16,21 3 0,13 0 15,8 0-15</inkml:trace>
  <inkml:trace contextRef="#ctx0" brushRef="#br0" timeOffset="54471.1446">26254 4902 0,'0'0'0,"0"0"0,0 0 15,0-2 1,0 2-16,-5-5 0,-6 2 16,-8 4-16,1 5 15,-5 7-15,2 5 16,-3 5-16,3 10 16,1 4-16,6 1 15,8 3-15,7-4 16,9-2-16,6-3 15,8-3-15,5-4 16,8-5-16,1 1 16,5-7-16,-3-4 15,2-3-15,-5-5 16,-4-8-16,-1 1 0,-8-8 16,-5-7-16,-4 0 15,-6-5-15,-7-10 16,-5-2-16,-7-5 15,-7-1-15,-11-3 16,-8 7-16,-7 3 16,-11 7-16,-10 11 15,-9 14-15,-13 18 16</inkml:trace>
  <inkml:trace contextRef="#ctx0" brushRef="#br0" timeOffset="93101.0299">10846 18541 0,'0'0'0,"0"0"0,0 0 16,2-1-16,-2 1 15,6-1-15,-6 1 16,4-1-16,-4 1 16,3 1-16,-4 1 15,-8 0-15,-6 0 16,-3 0-16,-2 5 15,-5-2-15,1-1 16,-2-1-16,-4-2 0,0-1 16,-2 0-1,-3 0-15,0 0 0,-2 3 16,-5-4-16,0 0 16,-2-2-16,-4-2 15,-2 2-15,-2-5 16,-2 3-16,-1 2 15,-2 1-15,-2 0 16,0 0-16,0 4 16,-2 2-16,1-2 15,3-1-15,-4 2 16,1-3-16,0-3 16,3 3-16,-1-3 15,0 2-15,4-1 16,-4 1-16,-2 4 15,-3-2-15,1 0 16,4 1-16,4 1 0,10-3 16,-1 1-16,3 2 15,8 1-15,0 0 16,1-3-16,33-1 16</inkml:trace>
  <inkml:trace contextRef="#ctx0" brushRef="#br0" timeOffset="99115.1867">18390 18693 0,'0'0'0,"0"0"0,0 0 0,1 0 15,-1 0-15,3-2 16,-3 2-16,0-3 16,-2 0-16,2 3 15,-7 1-15,-9 2 16,-7 0-16,-6 2 15,-5 0-15,-3-2 16,1-2-16,-3 1 16,-4-7-16,-3 0 0,-7-2 15,-3 1 1,-7-1-16,-3 2 0,-5 4 16,-1-2-16,-3 1 15,-4 6-15,-5-2 16,-1 2-16,-3 0 15,3-2-15,4 0 16,6-2-16,6-2 16,5-3-16,5-2 15,6-1-15,5 2 16,4 1-16,1 4 16,4-1-16,2 0 15,3 0-15</inkml:trace>
  <inkml:trace contextRef="#ctx0" brushRef="#br0" timeOffset="103379.7867">23336 18685 0,'0'0'0,"0"0"0,0 0 0,0 0 16,-9-2-16,-7 0 16,-10-1-16,-8 1 15,-8 2-15,-9-7 16,-8 1-16,-7-3 0,-9-5 15,-8 0 1,-9-7-16,-6 1 16,-3 0-16,-5-2 0,-3 1 15,-1 7-15,-5 5 16,-3 3-16,-5 4 16,-5 6-16,-7 5 15,-7 2 1,-11 7-16,-10 4 0</inkml:trace>
  <inkml:trace contextRef="#ctx0" brushRef="#br0" timeOffset="144588.5643">7843 15513 0,'0'0'0,"0"0"0,0 0 0,2 0 16,-2 0-16,2-5 16,-2 5-16,5-3 15,4-2-15,9 1 16,8 6-16,3 4 15,3 1-15,2 1 16,1 2-16,-1-1 16,-2-3-16,-1 0 0,-3-4 15,-28-2-15,26 2 16,-26-2-16,20 0 16,-20 0-16,14-1 15,-14 1-15,8-1 16,-8-1-16,-12-4 15,-11 2-15,-7-2 16,-9-1-16,-5 1 16,-1 2-16,-6 0 15,2 2-15,1 1 16,3-1-16,4 3 16,6 1-16,35-2 15,-28 5-15,28-5 16,-21 6-16,10 4 15,11 3-15,13 0 16,10-2-16,9-1 16,9-5-16,3 0 15,4-3-15,1 0 16,3-2-16,-6 0 0,-46 0 16,41 3-16,-41-3 15,37 5-15,-37-5 16,31 3-16,-31-3 15,18 3-15,-10-4 16,-23-3-16,-15-5 16,-18-2-16,-16 1 15,-21 1-15,-13 4 16</inkml:trace>
  <inkml:trace contextRef="#ctx0" brushRef="#br0" timeOffset="154773.6057">2130 15084 0,'0'0'0,"0"0"0,0 0 16,3 3-16,-3-3 16,4 0-16,-4 0 15,2-3-15,-2 3 16,2-7-16,-4-3 16,2 10-16,0-15 15,-5-1-15,1-4 16,4 20-16,-9-19 15,-5 0-15,-7-2 16,-5 5-16,-1 4 16,-2 1-16,-3 5 15,-1 7-15,-6 6 16,-6 6-16,0 6 16,-4 8-16,-4 10 15,5 11-15,3 8 0,3 4 16,13 0-16,13 0 15,8-3-15,9-6 16,18-6-16,2-4 16,13-8-16,8-4 15,8-7-15,4-6 16,4-9-16,3-7 16,-1-4-16,-6-3 15,-4-7-15,-8-1 16,-11-3-16</inkml:trace>
  <inkml:trace contextRef="#ctx0" brushRef="#br0" timeOffset="155179.7187">2357 14961 0,'0'0'0,"0"0"0,0 0 16,-3 7-1,-1 3-15,1 11 0,-3 9 16,2 7-16,1 9 16,4 7-16,-2 1 15,1 3-15,0-1 16,-3-3-16,0-4 16,-1-4-16,4-45 15,-4 39-15,2-4 16,2-35-16,-1 31 15,1-31-15,0 25 16,4-12-16,4-17 16,6-17-16</inkml:trace>
  <inkml:trace contextRef="#ctx0" brushRef="#br0" timeOffset="155492.1762">2645 14958 0,'0'0'0,"0"0"0,1 2 16,-1 10-16,3 7 15,-3 13-15,0 8 16,-1 6-16,4 7 15,-5 1-15,1 1 16,2-3-16,-2-3 16,-4-8-16,5-3 15,0-6-15,0-32 16,0 28-16,0-28 16,0 23-16,0-23 0,0 22 15,0-17-15</inkml:trace>
  <inkml:trace contextRef="#ctx0" brushRef="#br0" timeOffset="155679.5889">2440 15323 0,'0'0'0,"0"0"15,11 0-15,15-3 16,10 2-16,8 1 16,9 3-16,-2-2 15</inkml:trace>
  <inkml:trace contextRef="#ctx0" brushRef="#br0" timeOffset="156288.8244">2722 15552 0,'0'0'0,"0"0"0,0 0 0,1-2 16,3-3-16,6 2 15,-10 3-15,15-2 16,4 2-16,4 4 16,-4 6-16,-2 7 15,-7 5-15,-5 4 16,-8 1-16,-6 2 16,-8-5-16,-2-3 15,19-21-15,-22 22 16,-1-6-16,23-16 0,-25 17 15,25-17 1,-21 9-16,3-4 16,18-5-16,-6-3 15,9-8-15,12-2 0,5 0 16,0 8-16,5 6 16,-6 8-16,-1 4 15,-6 11-15,-2 5 16,-3 5-16,-5 3 15,-4-1-15,-5 2 16,-7 0-16,-5 2 16,-7-3-16,-2-2 15,-6-3-15,-4-5 16,5-6-16,0-6 16,-1-7-16,3-11 15,0-5-15,-1-12 16,5-9-16,2-11 15,5-5-15,10-3 0,6 3 16</inkml:trace>
  <inkml:trace contextRef="#ctx0" brushRef="#br0" timeOffset="156695.0022">2930 15321 0,'0'0'0,"0"0"0,0 0 0,0 1 16,9 1-16,9 0 0,11-1 15,10 4-15,9-3 16,7 0-16,-1 0 16,2-1-16,-7 1 15,-4 0 1,-45-2-16,35 1 0,-35-1 15,27 2-15,-27-2 16,16 2-16,-10-1 16,-12 0-16,-10-1 15,16 0-15,-20-1 16</inkml:trace>
  <inkml:trace contextRef="#ctx0" brushRef="#br0" timeOffset="157116.7893">3980 15224 0,'0'0'0,"0"0"0,-2-6 16,-3-4-16,-1-5 16,6 15-16,-12-18 15,1 1-15,-9-3 16,1 5-16,-9 5 16,-2 6-16,1 8 15,-5 7-15,-3 9 16,-3 9-16,2 12 15,-1 10-15,10 3 16,6 2-16,13-2 16,7-4-16,10-6 15,10-2-15,5-7 16,11-6-16,8-9 0,2-10 16,3-8-1,-2-9-15,-2-9 0</inkml:trace>
  <inkml:trace contextRef="#ctx0" brushRef="#br0" timeOffset="157429.1679">4143 15144 0,'0'0'0,"0"0"0,0 0 16,1-2-16,-1 2 15,1-1-15,0 7 16,-1 10-16,0 12 16,-3 11-16,-1 12 15,-3 6-15,1 0 16,0-3-16,-1-5 16,3-7-16,4-42 15,-6 32-15,-2-2 16,8-30-16,-5 28 15,5-28-15,-5 22 16,2-10-16,3-14 16,5-10-16</inkml:trace>
  <inkml:trace contextRef="#ctx0" brushRef="#br0" timeOffset="157710.3552">4356 15132 0,'0'0'0,"0"0"0,0 0 0,3 2 15,-2 3-15,2 9 16,0 9-16,-3 9 16,3 6-16,-6 10 15,0 3-15,-1 1 16,0-1-16,-2-3 15,1-8-15,5-40 16,-4 35-16,1-5 16,3-30-16,-3 26 15,3-26-15,-3 18 16,2-10-16,1-8 16,-2-4-16</inkml:trace>
  <inkml:trace contextRef="#ctx0" brushRef="#br0" timeOffset="157866.5569">4203 15458 0,'0'0'15,"0"0"-15,0 0 0,0-1 0,2-1 16,-2 2-16,9-6 16,10 1-16,15-1 15,11 5-15</inkml:trace>
  <inkml:trace contextRef="#ctx0" brushRef="#br0" timeOffset="158382.1723">4404 15751 0,'0'0'0,"0"0"0,0 0 16,2 0-16,1-1 16,-3 1-16,8-6 0,-8 6 15,10-5-15,-10 5 16,13-3-16,2 8 16,2 12-16,-10 11 15,-6 3-15,-8 11 16,-6 4-16,-7 0 15,-6-2-15,-2-1 16,-3-7-16,-3-8 16,-2-1-16,0-11 15,3-4-15,4-7 16,0-4-16,29-1 16,-25-5-16,5-6 15,1-12-15,12-7 16,7 0-16,9 2 15,8 7-15,5 11 16,2 10-16,1 4 16,1 9-16,-4 3 15,1 6-15,-2 4 16,1 3-16,-3-3 0,-2-1 16,-17-25-16,18 22 15,2-7-15,1-8 16</inkml:trace>
  <inkml:trace contextRef="#ctx0" brushRef="#br0" timeOffset="158741.5533">4537 15469 0,'0'0'0,"0"0"0,1 0 0,9 1 16,9-2-1,6 2-15,11-2 16,6 2-16,4 0 0,4 0 15,-3 3-15,1 0 16,-9-1-16,-39-3 16,32 1-16,-32-1 15,25 3-15,-25-3 16,18 4-16,-18-4 16,6 1-16,-8-3 15,2 2-15</inkml:trace>
  <inkml:trace contextRef="#ctx0" brushRef="#br0" timeOffset="159210.1887">5377 15246 0,'0'0'0,"0"0"0,0 0 16,0-6-16,-6-1 15,6 7-15,-13-10 16,-5 4 0,-11 6-16,-3 8 0,-1 11 15,4 7-15,-3 8 16,8 6-16,4 3 15,5 3-15,10 0 16,7-5-16,7-3 16,5-1-16,7-5 15,4-9-15,0-5 16,-1-7-16,1-6 16,-25-5-16,23-3 15,-1-6-15,4-11 16,-9-5-16,-5-7 15,0-4-15,-9-3 16,-3 1-16,0-6 0,-6-1 16,-3-1-1,-2 4-15,-6 4 16,-2 9-16,0 9 0,19 20 16</inkml:trace>
  <inkml:trace contextRef="#ctx0" brushRef="#br0" timeOffset="159538.2343">5511 15205 0,'0'0'0,"0"0"0,1 4 15,1 13-15,3 9 16,-2 10-16,0 9 16,1 6-16,-3 1 15,-2-3-15,-2-2 16,2-7-16,-2 0 16,3-9-16,0-31 0,0 30 15,0-30 1,0 26-16,0-26 0,3 21 15,-2-14-15,3-17 16</inkml:trace>
  <inkml:trace contextRef="#ctx0" brushRef="#br0" timeOffset="159819.4161">5703 15166 0,'0'0'0,"0"0"0,3 3 16,-3 8-16,5 5 15,-6 9-15,1 9 16,0 8-16,-2 7 16,-1 2-16,4-4 15,-2-1-15,1-6 16,2-5-16,-1-6 15,2-3-15,-3-26 16,6 25-16,-6-25 16,3 23-16,-3-23 0,1 13 15</inkml:trace>
  <inkml:trace contextRef="#ctx0" brushRef="#br0" timeOffset="159975.6282">5525 15494 0,'0'0'0,"0"0"0,4 1 0,12-1 16,19 0-16,19 3 16,20 1-16,17 0 15</inkml:trace>
  <inkml:trace contextRef="#ctx0" brushRef="#br0" timeOffset="173706.7109">2006 16544 0,'0'0'0,"0"0"0,-6-3 0,0-2 16,-7-2-16,-3 0 15,-1 3-15,-4 6 16,-3 1-16,-2 8 16,-9 10-16,-3 10 15,-5 9-15,-3 11 16,-3 11-16,4 8 16,0 6-16,6 2 15,6-2-15,8-3 16,15-8-16,10-8 15,9-5-15,11-4 0,12-8 16,7-8-16,10-14 16,2-13-16</inkml:trace>
  <inkml:trace contextRef="#ctx0" brushRef="#br0" timeOffset="174034.761">1988 16606 0,'0'0'0,"0"0"0,1 3 15,-1 17-15,-5 16 16,2 11-16,-1 11 15,1 15-15,-6 3 16,3 4-16,-5-3 16,2-5-16,2-5 15,1-9-15,-3-8 0,5-10 16,4-40-16,-7 34 16,7-34-16,0 26 15,0-16-15,3-26 16,-2-18-16,5-15 15,4-13-15</inkml:trace>
  <inkml:trace contextRef="#ctx0" brushRef="#br0" timeOffset="174316.127">1992 16594 0,'0'0'0,"0"0"0,2-6 0,7-5 15,8 0-15,9 4 16,5 3-16,7 10 16,3 6-16,-3 9 15,-2 5-15,0 3 16,-14 6-16,-5-1 16,-11-1-16,-9 3 15,-10-3-15,-12 0 16,-5-5-16,-4-4 15,-3-4-15,-2-4 16,1-5-16,4-7 16,3-6-16,31 2 15</inkml:trace>
  <inkml:trace contextRef="#ctx0" brushRef="#br0" timeOffset="174659.8517">2305 17090 0,'0'0'0,"0"0"0,6 8 0,7 7 15,11 13-15,4 2 16,-2 3-16,0-1 15,-12 2-15,-14-34 16,2 32-16,-14-3 16,-6-8-16,18-21 15,-24 14-15,3-8 16,21-6-16,-22 0 0,7-9 16,7-12-16,5-10 15,19-11-15,10-7 16,10-4-16,9 4 15,4 12-15</inkml:trace>
  <inkml:trace contextRef="#ctx0" brushRef="#br0" timeOffset="174894.1613">2684 17225 0,'0'0'0,"1"12"0,-1 5 16,0 9-16,2 4 16,-1 2-16,-1-1 0,0-31 15,-1 28 1,1-28-16,0 19 0</inkml:trace>
  <inkml:trace contextRef="#ctx0" brushRef="#br0" timeOffset="175066.0509">2722 16930 0,'0'0'0,"0"0"0,3 0 0,5 4 16,2 3-16,9 1 15</inkml:trace>
  <inkml:trace contextRef="#ctx0" brushRef="#br0" timeOffset="175643.9839">2933 17182 0,'0'0'0,"6"9"0,-2 11 15,3 7-15,0 5 16,-1 2-16,-6-34 16,5 30-16,-5-30 15,1 25-15,-1-25 16,0 19-1,0-19-15,0 10 0,0-11 16,0-13-16,0-11 16,1-3-16,6 0 15,-7 28-15,8-28 16,-1 5-16,-7 23 16,14-16-16,4 7 15,2 7-15,3 8 16,-23-6-16,16 13 15,3 5-15,-6 6 16,-13-24-16,9 24 16,-9-24-16,7 23 15,-7-23-15,3 19 16,-3-19-16,-3 14 16,3-11-16,0-10 15,4-8-15,5-8 16,1-2-16,9 2 15,-19 23-15,21-18 16,4 7-16,4 8 0,-4 7 16,-2 6-16,-6 6 15,-5 9-15,-5 2 16,-3 1-16,-4 1 16,-4-3-16,4-26 15,-3 24-15,3-24 16,-4 18-16,7-11 15</inkml:trace>
  <inkml:trace contextRef="#ctx0" brushRef="#br0" timeOffset="176393.9265">3776 17312 0,'0'0'0,"0"0"0,0-5 16,-6-5-16,0-11 0,-2-1 16,-8 0-16,-2 2 15,-2 7-15,-4 5 16,-1 5-16,-1 12 16,-6 8-16,2 7 15,11 5-15,7-1 16,8 1-16,7 0 15,10-6-15,7-2 16,5-3-16,0-3 16,3-4-16,0-5 15,-4-5-15,-24-1 16,23-3-16,-4-6 16,-4-4-16,-15 13 15,10-15-15,-10 15 16,4-15-16,-4 15 15,0-11-15,-1 9 16,1 2-16,-6 8 16,5 9-16,3 2 15,6 1-15,-8-20 16,17 14-16,5-5 0,8-11 16,2-4-1,-2-8-15,-2-3 0,-9-3 16,-5-2-16,-5-2 15,-4-1-15,-3-1 16,-2 26 0,-3-25-16,3 25 0,-6-23 15,6 23-15,-3-20 16,5 4-16,6 5 16,10 6-16,5 2 15,5 4-15,-2 6 16,-3 4-16,-23-11 15,20 16-15,-4 2 16,-7 9-16,-6 1 16,-5-1-16,-4 2 15,-1-3-15,7-26 16,-7 24-16,1-1 16,6-23-16,1 21 0,11-5 15,6-7 1,5-9-16,0-8 0</inkml:trace>
  <inkml:trace contextRef="#ctx0" brushRef="#br0" timeOffset="176847.0368">4246 17282 0,'0'0'0,"0"0"0,0 2 0,-3 8 15,-3 7-15,6 5 16,3 1-16,4 1 15,9-2-15,6-7 16,4-2-16,3-3 16,3-9-16,-5-4 15,-27 3-15,31-7 16,-6-4-16,-25 11 16,24-16-16,-8-5 15,-16 21-15,14-23 16,-14 23-16,6-23 15,-6 23-15,1-19 16,-4 9-16,-6 19 16,-3 15-16,4 9 15,-1 15-15,6 11 16,-2 7-16,1 10 16,1 6-16,-3 1 15,-2 3-15,-1-4 0,-6-5 16,-3-9-16,-11-9 15,-2-13-15,-6-12 16,-3-16-16,-1-13 16,2-15-16,2-18 15,3-20-15,3-23 16,7-18-16,8-13 16</inkml:trace>
  <inkml:trace contextRef="#ctx0" brushRef="#br0" timeOffset="177143.8739">4730 16620 0,'0'0'0,"9"6"0,11 6 15,14 12-15,8 13 16,8 16-16,1 13 16,-2 17-16,-7 8 15,-10 9 1,-10 3-16,-20 1 0,-15 4 16,-16 0-16,-18-6 15,-14-1-15,-11-4 16,-12-6-16,-4-10 15</inkml:trace>
  <inkml:trace contextRef="#ctx0" brushRef="#br0" timeOffset="194092.8437">15074 15612 0,'0'0'0,"0"0"0,0 0 0,4-1 16,2-2-16,-6 3 15,12-6-15,6 4 16,6 1-16,2 2 15,6 1-15,3 2 16,0 1-16,5 0 0,5 2 16,-5-1-1,2 0-15,-4 2 16,0-2-16,-8 2 16,-30-8-16,30 3 0,-30-3 15,22 3-15,-22-3 16,16 1-16,-8-1 15,-8 0-15,-6-3 16,-12-2-16,18 5 16,-33-8-16,-2-2 15,-15 4-15,3 1 16,-5 2-16,7 2 16,45 1-16,-45 3 15,45-3-15,-36 4 16,36-4-16,-30 6 15,30-6-15,-18 4 16,9 1-16,12 0 0,16-1 16,10 1-16,12-3 15,9 0 1,2 4-16,-3-1 16,-6-1-16,-43-4 15,37 3-15,-37-3 0,29 3 16,-29-3-16,17 0 15,-14-3-15,-20-7 16,-17 1-16,-20-3 16,-22 0-16,-17 4 15,-13 5 1,-13 5-16</inkml:trace>
  <inkml:trace contextRef="#ctx0" brushRef="#br0" timeOffset="209901.5082">21844 15705 0,'0'0'0,"0"0"0,0 0 16,2-3 0,-2 3-16,-2-3 0,2 3 15,-1-2-15,-3 0 16,-6 0-16,-6 2 15,-3 1-15,-8-1 16,-3 3-16,-3-3 16,0 0-16,1 0 15,-1-2-15,2 1 16,31 1-16,-30-1 16,-1-4-16,31 5 15,-36-2-15,10 0 16,26 2-16,-26-3 15,26 3-15,-16-1 16,10 0-16,10-2 0,9 0 16,11 2-16,6 1 15,5 1-15,8-1 16,-4 0-16,5 1 16,-5 0-16,-2-1 15,-5 1-15,-32-1 16,33 3-16,-4-6 15,-29 3-15,28-1 16,-28 1-16,24-2 16,-24 2-16,16-4 15,-16 4-15,8-6 16,-13 3-16,-20 1 16,-12-1-16,-13 3 15,-13 0-15,-11 0 16,-4 0-16,-11 4 15,-7 3-15</inkml:trace>
  <inkml:trace contextRef="#ctx0" brushRef="#br0" timeOffset="291990.9652">6538 12153 0,'0'0'0,"0"0"0,5 0 0,9 0 16,5-3-16,3 2 15,5 2-15,9 1 16,2-3-16,7 5 16,5-2-16,5 1 15,4-2-15,11 4 16,4 0-16,8 0 0,2 2 15,10 1-15,8-2 16,9 1-16,12-4 16,10 0-16,1-2 15,2 3-15,8-1 16,4 1-16,5 2 16,-1-2-16,2 1 15,-6-2-15,-7 0 16,-5-1-16,-11-1 15,-11-1-15,-14 3 16,-17-1-16,-11-2 16,-10-2-16,-7 0 15,-8 2-15,-6-1 16,-7 0-16,-34 1 16,28-1-16,-28 1 15,21 0-15,-21 0 16,19 0-16,-19 0 15,10 0-15,-10 0 0,6 0 16,-6 0-16,2 0 16,-2 0-16,-1 0 15,1 0-15,-4-1 16,4 1-16,-4-2 16,4 2-16,-2-1 15,-3 4-15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2.98804" units="1/cm"/>
          <inkml:channelProperty channel="Y" name="resolution" value="650.78448" units="1/cm"/>
          <inkml:channelProperty channel="T" name="resolution" value="1" units="1/dev"/>
        </inkml:channelProperties>
      </inkml:inkSource>
      <inkml:timestamp xml:id="ts0" timeString="2024-03-26T07:54:31.6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1061 2985 0,'0'0'0,"0"0"0,0 0 0,-1-3 16,1 3-16,0-3 15,0 3-15,0-5 16,0 5-16,4-7 15,-4 7-15,6-5 16,-6 5-16,7-3 16,2 0-16,-9 3 15,15 1-15,-1 1 16,-14-2-16,18 2 16,3 1-16,8-1 15,0 1-15,4-2 16,9 3-16,-3-3 15,3-2-15,8 1 16,4-1-16,5-2 16,-1 2-16,10-1 15,-3 1-15,2-1 16,8 0-16,-1 2 16,1-1-16,6 1 0,4 0 15,-1-1-15,4 3 16,3 1-16,1-1 15,2 1-15,1-2 16,5-2-16,-2-2 16,5 3-16,-2 0 15,6-2-15,0 2 16,3 0-16,1-3 16,2 3-16,1-1 15,3 3-15,2-3 16,-1 1-16,4 2 15,-2-4-15,1 1 16,0-1-16,2-1 16,-3 2-16,3 1 15,0-2-15,3 1 0,1 0 16,-4-1-16,4 1 16,-5-1-16,-5 2 15,-2 0-15,-1-4 16,-5 2-16,-4-1 15,-3 0-15,-7 0 16,-2-1-16,-5-1 16,-4-2-16,-4 2 15,-9-4-15,-2 2 16,-10-2-16,-7 0 16,-52 9-16,45-7 15,-45 7-15,36-7 16,-36 7-16,25-6 15,-12 3-15,-11 5 16,-17 4-16</inkml:trace>
  <inkml:trace contextRef="#ctx0" brushRef="#br0" timeOffset="27712.0316">23778 5106 0,'0'0'0,"0"0"0,0 0 0,0 0 15,2 10-15,-1 7 16,1 8-16,-2 8 15,-5 12 1,-4 6-16,3 11 0,-7 9 16,-1 5-16,0 5 15,0-5-15,1-4 16,4-8-16,1-7 0,2-10 16,0-8-16,6-39 15,-4 35-15,4-35 16,-4 23-16</inkml:trace>
  <inkml:trace contextRef="#ctx0" brushRef="#br0" timeOffset="28071.3588">23778 5035 0,'0'0'0,"0"0"0,11 1 15,15 2-15,6 1 16,8 9-16,-3 9 0,-3 2 16,-3 10-1,-3 8-15,-6 8 0,-5 7 16,-1 6-1,-10 2-15,0 5 16,-5-4-16,-6-3 0,-6-5 16,3-8-16,-3-5 15,11-45-15,-9 37 16,9-37-16,-6 31 16,6-31-1,-2 24-15,1-14 0</inkml:trace>
  <inkml:trace contextRef="#ctx0" brushRef="#br0" timeOffset="28290.0591">23763 5599 0,'0'0'0,"0"0"0,5-2 0,14-4 16,14-1-16,12 2 0,3 0 16,4 3-1,-1 1-15,-5-3 0</inkml:trace>
  <inkml:trace contextRef="#ctx0" brushRef="#br0" timeOffset="28618.1063">24339 5051 0,'0'0'0,"0"6"0,-1 6 16,-1 15-16,-1 11 16,-1 14-16,-4 12 15,0 8-15,0 4 0,5 3 16,-5-3-16,2-6 16,-1-4-16,1-10 15,3-10-15,0-6 16,3-5-16,-3-5 15,3-30-15,0 27 16,5-12-16</inkml:trace>
  <inkml:trace contextRef="#ctx0" brushRef="#br0" timeOffset="29289.8168">24665 5532 0,'0'0'0,"0"0"0,0 0 0,-1-3 15,-1-1-15,2 4 16,-8-3-16,-8 3 15,-10 11-15,-3 10 16,-5 7-16,6 6 16,2 3-16,10-1 15,4 0-15,14 2 16,8-6-16,11-3 16,10-7-16,6-9 15,5-6-15,5-10 16,3-7-16,-1-4 15,-2-5-15,2-1 16,-5-8-16,-4 1 16,-7-3-16,-4 1 15,-7-1-15,-22 30 16,16-28-16,-9 1 16,-13 0-16,-12 10 15,-6 7-15,-4 10 16,-7 9-16,6 6 0,-1 9 15,4 4-15,8 6 16,6 0-16,7 3 16,8-5-16,6-4 15,11-10-15,7-4 16,5-7-16,1-6 16,1-8-16,1-4 15,-8-5-15,-2-1 16,-5-4-16,-5 1 15,-7 0-15,-6-1 16,-9 2-16,-8 2 16,-11 5-16,-12 6 15,3 3-15,35 3 16</inkml:trace>
  <inkml:trace contextRef="#ctx0" brushRef="#br0" timeOffset="30117.6892">25260 5059 0,'0'0'0,"0"0"0,-3 7 0,-6 11 0,4 16 0,-8 16 15,1 10-15,0 10 16,1 1-16,1 2 16,4-8-16,1-6 15,3-9-15,2-50 16,0 41-16,0-8 16,0-33-16,-1 26 15,1-26-15,1 23 16,-1-23-16,2 14 15,-2-9-15,4-10 16,-2-8-16,2-7 16,4-7-16,3-4 15,5-1-15,2-1 16,-18 33-16,20-29 16,3 7-16,-23 22 0,26-13 15,-2 9-15,2 12 16,-26-8-16,22 20 15,-6 5-15,-7 10 16,-2 3-16,-2-3 16,-5-35-16,5 31 15,3-5-15,7-8 16,6-9-16,2-9 16,7-9-16,4-7 15,-3-7-15,0-1 16,-3-2-16,-5-3 15,-23 29-15,19-26 16,-19 26-16,14-25 16,-14 25-16,8-23 15,-7 7-15,-8 12 16,-9 7-16,-5 5 16,-4 10-16,4 4 0,1 4 15,6 5-15,7 0 16,10-1-16,6-6 15,5-5 1,9-9-16,0-6 0,4-6 16,0-9-16,-4-4 15,0-5-15,-3-4 16,-9-1-16,-5-4 16,-6-2-16,-7 2 15,-10 6-15,-7 5 16,-4 2-16,-3 8 15,0 3-15,31 5 16,-27-3-16</inkml:trace>
  <inkml:trace contextRef="#ctx0" brushRef="#br0" timeOffset="30430.1191">25896 5014 0,'0'0'0,"0"0"0,3 9 16,-2 16-16,3 13 16,2 14-16,-5 9 15,5 6-15,-4 5 16,-2-3-16,-5 2 15,4-7-15,-1-8 16,1-11-16,2-4 16,-1-41-16,1 32 15,-1-32-15,1 28 16,-1-28-16,4 25 0,-4-25 16,0 20-16</inkml:trace>
  <inkml:trace contextRef="#ctx0" brushRef="#br0" timeOffset="31101.8786">26141 5508 0,'0'0'0,"0"0"0,0 0 0,-1-1 16,1 1-16,-3-3 15,3 3-15,-1 0 16,4 3-16,10-2 16,8 2-16,7-3 15,6 0-15,8-3 16,4-2-16,10 1 16,6-2-16,4 0 15,3 1-15,5 1 16,1 0-16,2 3 0,-1-3 15,-3 2-15,1-2 16,-6 4-16,-7-3 16,-9 6-16,-2-1 15,-50-2-15,39 2 16,-39-2-16,30 0 16,-30 0-16,24 0 15,-24 0-15,16 1 16,-16-1-16,6-2 15,-8-1-15,-11 1 16</inkml:trace>
  <inkml:trace contextRef="#ctx0" brushRef="#br0" timeOffset="31523.6451">27080 5270 0,'0'0'0,"8"0"0,8 3 15,6 2-15,9 6 16,4 1-16,4 1 15,3 1-15,-5 4 16,-3-4-16,-34-14 16,32 16-16,-4 3 15,-5 3-15,-9 0 16,-7 5-16,-9 0 16,-8 0-16,-7 7 0,-12 1 15,-3 2-15,-5-3 16,-3-2-16,0-4 15,5-6-15,4 0 16,31-22-16,-29 18 16,29-18-16,-21 14 15,8-7-15</inkml:trace>
  <inkml:trace contextRef="#ctx0" brushRef="#br0" timeOffset="32460.8785">27976 4836 0,'0'0'0,"0"0"0,0 0 0,-2-3 16,2 3-1,-2-2-15,-1 4 0,3 8 16,-3 9-16,-2 11 15,-2 17-15,-3 7 16,-3 11-16,1 0 16,3-2-16,9-63 15,-9 55-15,9-55 16,-4 45-16,4-45 16,3 29-16,-3-29 15,5 13-15,-1-17 16,-4 4-16,4-19 15</inkml:trace>
  <inkml:trace contextRef="#ctx0" brushRef="#br0" timeOffset="32773.2971">27973 4700 0,'0'0'0,"3"-8"0,5-3 0,0-5 15,12-1-15,0 3 16,4 7-16,-1 8 16,4 9-16,-1 8 15,-3 6-15,2 11 16,-3 9-16,-8 9 16,-7 3-16,-3 6 15,-8-2-15,-3-5 16,-2-9-16,9-46 15,-11 42-15,4-11 16,7-31-16,-7 29 16,7-29-16,-5 24 15,7-12-15</inkml:trace>
  <inkml:trace contextRef="#ctx0" brushRef="#br0" timeOffset="32945.1368">28014 5026 0,'0'0'0,"0"0"0,7 0 0,18-6 16,17 0-16,4 1 15,10-2-15</inkml:trace>
  <inkml:trace contextRef="#ctx0" brushRef="#br0" timeOffset="33241.9807">28390 4676 0,'0'0'0,"1"12"0,4 14 15,-5 21 1,0 13-16,-3 8 0,0 2 16,3-6-16,-4-5 15,2-12-15,2-47 16,1 43-16,2-7 15,2-8-15,6-11 16,-11-17-16</inkml:trace>
  <inkml:trace contextRef="#ctx0" brushRef="#br0" timeOffset="34007.5067">28762 4570 0,'0'0'0,"1"6"0,-1 10 0,4 13 16,0 11-16,2 13 15,5 10-15,-9 1 16,5-3-16,-2-3 16,-1-12-16,-4-46 15,6 36-15,-6-36 16,6 28-16,-6-28 15,4 19-15,-4-19 0,3 9 16,0-7-16,-3-2 16,0-7-16,-6-6 15,-4-7-15,-9-1 16,-3 3-16,-7 8 16,-3 4-16,-3 8 15,2 9-15,-3 3 16,3 5-16,5 3 15,7 0-15,8 4 16,12-2-16,9-5 16,12 0-16,10-9 15,11-6-15,3-5 16,9-7-16,0-2 16,1-1-16,-4-4 15,-2-6-15,-4-1 16,-7-3-16,-5 0 15,-32 25-15,27-24 16,-8 0-16,-19 24 0,8-23 16,-9 7-16,1 16 15,-15-9-15,-8 9 16,-6 14-16,1 8 16,7 3-16,4 4 15,6-1-15,8-2 16,3-26-16,9 21 15,8-4-15,16-7 16,10-7-16,7-8 16</inkml:trace>
  <inkml:trace contextRef="#ctx0" brushRef="#br0" timeOffset="34491.7662">29249 4488 0,'0'0'0,"0"0"0,1 9 0,4 19 16,1 15-16,-2 13 15,1 9-15,1 3 16,-2 0-16,2-5 15,-2-10-15,-4-53 16,2 43-16,-2-43 16,3 32-16,-3-32 15,2 26-15,-2-26 16,2 19-16,-2-19 16,1 13-16,1-10 15,-2-10-15,0-8 16,4-4-16,-1-3 15,3-6-15,-6 28 16,10-24-16,4 1 16,-14 23-16,19-17 0,-1 9 15,-18 8-15,19 3 16,-2 10-16,-17-13 16,13 20-16,-4 6 15,-4-1-15,-5-25 16,1 28-16,-1-28 15,-3 24-15</inkml:trace>
  <inkml:trace contextRef="#ctx0" brushRef="#br0" timeOffset="34929.2933">29577 4900 0,'0'0'0,"0"0"0,2 9 16,4 8-16,2 3 15,-8-20-15,11 18 0,9 0 16,5-5 0,-25-13-16,28 6 15,1-5-15,-29-1 0,28-6 16,-1-6-1,-27 12-15,22-20 0,-7-4 16,-7-3-16,-8 27 16,-2-22-16,2 22 15,-9-18-15,-3 11 16,-2 12-16,-3 10 16,7 10-16,-1 5 15,4 8-15,0 3 16,4 2-16,4-2 15,-1 1-15,2-2 16,3 1-16,-2-5 16,-3-36-16,2 33 15,-2-4-15,-9-8 16,-4-6-16,-14-5 16,-10-12-16,-6-7 15,2-12-15</inkml:trace>
  <inkml:trace contextRef="#ctx0" brushRef="#br0" timeOffset="35663.6035">29908 4365 0,'0'0'0,"-3"16"0,4 18 16,2 18-16,-4 15 15,-1 6-15,2-4 16,0-5-16,-3-11 0,3-53 15,-3 44-15,3-9 16,-1-5 0,1-30-16,0 25 0,0-25 15,0 16-15,0-16 16,2 12-16,-2-12 16,5 5-16,-5-5 15,5 1-15,-2-10 16,-3 9-16,0-16 15,-5-3-15,5 19 16,-12-15-16,12 15 16,-16-11-16,-2 9 15,-4 11-15,3 6 16,5 6-16,14-21 16,-9 22-16,4 0 15,12 0-15,4-7 0,8-4 16,5-7-1,8-4-15,1-5 0,1-3 16,1-2 0,-35 10-16,30-17 15,-3 2-15,-27 15 0,24-20 16,-8-1-16,-12-2 16,-4 23-16,-4-14 15,-8 5-15,-11 10 16,-4 8-16,-3 9 15,1 5-15,4 6 16,5 3-16,8-2 16,12-3-16,12-5 15,11-10-15,14-11 16,5-5-16</inkml:trace>
  <inkml:trace contextRef="#ctx0" brushRef="#br0" timeOffset="36101.0388">30503 4350 0,'0'0'0,"-2"7"0,-2 9 0,-5 14 15,-8 12-15,-6 16 16,-9 13-16,-9 10 16,-3 5-16,-8 4 15,3 0-15,-5-7 16,5-5-16,4-1 15,-1-3-15,5-3 16</inkml:trace>
  <inkml:trace contextRef="#ctx0" brushRef="#br0" timeOffset="36632.108">28225 5582 0,'0'0'0,"0"0"0,0 0 0,-2-3 16,2 1-16,2 11 15,-4 9-15,6 16 16,-4 13-16,-6 12 16,4 7-16,-6 5 15,-3-2-15,1-4 16,3-6-16,0-6 15,3-11-15,4-42 16,1 34-16,3-6 16,6-16-16</inkml:trace>
  <inkml:trace contextRef="#ctx0" brushRef="#br0" timeOffset="37225.7152">28484 5868 0,'0'0'0,"-5"10"0,-7 8 0,-5 9 16,-9 4-16,-4 7 15,-2-4-15,32-34 16,-33 30-16,1-10 15,32-20-15,-32 12 16,8-10-16,5-13 16,14-8-16,4-2 15,1 21-15,9-20 16,5 2-16,-14 18 16,20-9-16,0 12 15,4 9-15,-5 9 16,1 6-16,0 0 15,-1 0-15,-2-1 16,5-5-16,3-6 0,-2 0 16,2-5-16,5-8 15,-1-4-15,1-6 16,1-6-16,0-4 16,-4-4-16,-4-1 15,-7 0-15,-5 1 16,-6-3-16,-5 25 15,2-24-15,-5 6 16,3 18-16,-12-14 16,-3 7-16,-10 13 15,3 9-15,1 6 16,0 8-16,8 2 16,7 0-16,5 1 15,9-6-15,8-6 0,9-7 16,9-11-1,6-12-15</inkml:trace>
  <inkml:trace contextRef="#ctx0" brushRef="#br0" timeOffset="37538.1608">28902 5480 0,'0'0'0,"-1"11"0,0 8 0,-2 17 16,3 17-16,-5 13 15,3 0-15,-2 5 16,1-5-16,-2-3 15,-2-8-15,4-6 16,-1-8-16,0-4 16,4-37-16,-1 29 15,1-29-15,-2 26 0,2-26 16,-1 18-16</inkml:trace>
  <inkml:trace contextRef="#ctx0" brushRef="#br0" timeOffset="38006.828">28790 5961 0,'0'0'0,"0"0"0,6-4 16,14-4-16,13-4 15,8 2-15,7 0 16,-6 2-16,-2 0 15,-40 8-15,34-4 16,-34 4-16,29-5 16,-29 5-16,21-7 15,-21 7-15,16-4 16,-12 6-16,-13 4 16,-8 9-16,-6 7 0,-4 8 15,3 3-15,24-33 16,-15 33-16,7 0 15,9-5-15,9-6 16,6-7-16,-16-15 16,23 10-1,3-8-15,5-4 0,-31 2 16,30-9-16,-4-3 16,-6-5-16,-9-3 15,-10-1-15,-8-2 16,-10-1-16,-8 2 15,-9 3-15,34 19 16,-37-13-16,37 13 16</inkml:trace>
  <inkml:trace contextRef="#ctx0" brushRef="#br0" timeOffset="38631.7492">29296 5885 0,'0'0'0,"-1"12"0,1 5 15,3 11-15,4 4 16,-1 0-16,-6-32 16,8 30-16,-8-30 15,6 30-15,-6-30 16,6 24-16,-6-24 15,5 17-15,-5-17 16,3 9-16,1-14 16,-1-11-16,1-7 15,1-3-15,7-3 16,0 0-16,2 4 16,3 4-16,2 4 15,-1 8-15,3 5 16,0 6-16,1 6 0,-2 6 15,-2 4 1,-18-18-16,15 21 0,-3 1 16,-12-22-16,10 27 15,-10-27-15,9 25 16,-9-25-16,7 23 16,-7-23-16,15 18 15,2-13-15,4-7 16,2-12-16,-2-5 15,-2-4-15,-4-1 16,0 2-16,-15 22 16,12-24-16,-4 2 15,-8 22-15,4-23 16,-6 7-16,-12 3 16,-4 8-16,-6 5 15,-1 8-15,-1 7 16,2 11-16,11 3 15,5 8-15,9 4 0,14-3 16,19-2-16,16-10 16,15-7-16</inkml:trace>
  <inkml:trace contextRef="#ctx0" brushRef="#br0" timeOffset="39928.2725">30458 5166 0,'0'0'0,"0"0"0,0 0 0,2 0 16,5-3-16,17 0 16,7-2-16,6 0 15,13-2-15,3-1 0,4 0 16,2-1-16,2 0 15,-2 0-15,-3 4 16,-4 1-16,-5 2 16,-5 1-16,-6-1 15,-5 6-15,-31-4 16,26 5-16,-26-5 16,24 4-16,-24-4 15,17 4-15,-17-4 16,11 3-16,-11-3 15,9 2-15,-9-2 16,-1 1-16,1-1 16,-5 5-16,5-5 15,-5 7-15,-2 6 16,2 7-16,-2 5 16,0 3-16,-4 3 15,5 4-15,-3 3 16,1 10-16,2 7 0,-4 9 15,2 10-15,3 8 16,-2 8-16,1 4 16,-1 6-16,-2 0 15,3 2-15,0-4 16,4-2-16,0-4 16,0-3-16,0-2 15,2-8-15,-1-5 16,1-5-1,1-9-15,1-3 0,-2-6 16,0-51-16,1 42 16,2-6-16,-3-36 15,3 32-15,-3-32 16,4 19-16,-4-19 16,1 12-16</inkml:trace>
  <inkml:trace contextRef="#ctx0" brushRef="#br0" timeOffset="40506.2933">30646 7091 0,'0'0'0,"0"0"0,6-3 16,8 3 0,12 4-16,6 8 0,4 7 15,1 8-15,3 9 16,0 9-16,-4 3 16,1 2-16,-5 4 15,-4-4-15,1-1 16,-1-7-16,-6-8 15,4-5-15,-2-10 16,-24-19-16,21 16 16,-21-16-16,18 9 15,-2-9-15,0-7 16,-4-11-16,0-10 16,1-11-16,3-6 15,5-4-15,-3-4 16,4-4-16,0-1 0,5-2 15,2-9-15,5 1 16,3 1-16,5 3 16,1 5-16</inkml:trace>
  <inkml:trace contextRef="#ctx0" brushRef="#br0" timeOffset="41974.7054">30416 8304 0,'0'0'0,"0"0"0,7-3 0,3-9 15,7-2-15,-17 14 16,16-17-16,1-1 0,-17 18 16,11-20-16,-11 20 15,3-20-15,-9 5 16,-15 4-16,-8 9 16,-6 11-16,-8 13 15,-7 9-15,-6 11 16,-6 11-16,-1 9 15,5 10-15,5-1 16,16-1-16,15-1 16,16-7-16,14-9 15,16-9-15,7-7 16,12-8-16,9-10 16,6-8-16,4-7 15,2-9-15,-5-8 16,0-5-16,-6-7 15,-4-3-15,-7-4 16,-4-4-16,-9 0 0,-5-1 16,-9 0-16,-4 3 15,-8 3-15,-3 31 16,-6-26-16,-12 6 16,-12 10-16,0 10 15,-7 9-15,1 11 16,8 5-16,3 6 15,7 0-15,8-1 16,8-4-16,7-2 16,7-6-16,4-5 15,6-7-15,0-8 16,6-3-16,-1-6 16,-3-2-16,-1-4 15,-4 1-15,-3-2 16,-16 18-16,8-22 15,-8 22-15,5-15 16,-8 9-16,-4 9 0,-2 9 16,1 12-16,6 3 15,4 1-15,4 0 16,9-6 0,6-4-16,4-8 15,4-6-15,3-7 0,-1-9 16,-1-4-16,-7-2 15,-3-6-15,-6-3 16,-5 2-16,-7 0 16,-3 0-16,-8 0 15,-1 3-15,10 22 16,-13-20-16,13 20 16,-12-18-16,6 4 15,6 0-15,9 3 16,11 4-16,2 2 15,6-4-15,4 5 16,-1 7-16,-2-1 16,-5 7-16,-2 3 0,-9 7 15,-6 10-15,-3 7 16,-5 4 0,-3 6-16,1-2 0,3-44 15,-1 42-15,7-9 16,15-10-16,10-16 15,3-13-15</inkml:trace>
  <inkml:trace contextRef="#ctx0" brushRef="#br0" timeOffset="42380.807">31370 8167 0,'0'0'0,"-2"8"0,3 13 16,-7 18-16,1 16 0,0 8 16,-2 9-16,1 0 15,1-4-15,1-4 16,2-7-16,5-15 15,4-6-15,3-9 16,5-8-16,5-7 16,2-5-16,4-8 15,-1-6-15,0-7 16,-1-3-16,-2-7 16,-22 24-16,15-25 15,-8-3-15,-10-2 16,-8 3-16,-8 2 15,-7 8-15,-7 6 16,33 11-16,-44-1 16,44 1-16</inkml:trace>
  <inkml:trace contextRef="#ctx0" brushRef="#br0" timeOffset="42740.0963">31684 8577 0,'0'0'0,"0"0"0,0 0 0,-2 0 16,-6 4-16,-9 7 16,-2 5-16,-3 4 15,2 6-15,7 0 16,13-26-16,-6 25 15,10-1-15,13-2 16,4-7-16,7-7 16,7-5-16,-35-3 15,36-3-15,-2-4 16,-34 7-16,35-11 16,-10-5-16,-11-5 15,-10-2-15,-13 1 16,-8 1-16,-7 0 15,-6 5-15,-4 4 0,34 12 16</inkml:trace>
  <inkml:trace contextRef="#ctx0" brushRef="#br0" timeOffset="42958.7898">31898 8551 0,'0'0'0,"5"7"0,6 3 0,7 8 15,8 3-15,5 0 16,-2 1-16,-4 0 16,-25-22-16,26 20 15,-26-20-15,20 15 16</inkml:trace>
  <inkml:trace contextRef="#ctx0" brushRef="#br0" timeOffset="43146.2508">32024 8517 0,'0'0'0,"-3"5"0,-8 7 15,-3 8-15,-8 5 16,-5 9-16,2-1 16,-1-1-1,26-32-15,-27 29 0,27-29 16</inkml:trace>
  <inkml:trace contextRef="#ctx0" brushRef="#br0" timeOffset="43630.5088">32180 8577 0,'0'0'0,"3"7"0,1 5 15,6 2-15,-10-14 16,15 18-16,3-3 15,3-1-15,3-7 16,-24-7-16,23 1 16,-3-5-16,-20 4 15,22-12-15,-5-3 16,-2-5-16,-15 20 16,9-22-16,-9 22 15,7-24-15,-7 24 16,-1-22-16,1 22 15,-5-17-15,1 12 16,1 17-16,2 16 16,-4 7-16,2 12 15,-1 4-15,1 2 16,0 1-16,-4 0 16,2-3-16,1-2 15,-2-2-15,-3-4 0,0-6 16,-4-8-16,-3-9 15,-3-4-15,-4-8 16,-5-7-16,-7-4 16,-4-14-16,-3-14 15</inkml:trace>
  <inkml:trace contextRef="#ctx0" brushRef="#br0" timeOffset="43958.552">32509 8036 0,'0'0'0,"2"11"0,-1 12 0,2 21 0,-4 12 16,1 12-16,-2 1 16,-3 6-1,-2-5-15,2-5 0,3-9 16,2-56-16,-2 49 16,3-10-16,-1-39 15,5 35-15,1-10 16,5-8-16</inkml:trace>
  <inkml:trace contextRef="#ctx0" brushRef="#br0" timeOffset="44130.3784">32663 8546 0,'0'0'0,"0"0"0,0 4 15,0-4-15,-1 10 16,1-10-16,-1 16 16,-2 3-16</inkml:trace>
  <inkml:trace contextRef="#ctx0" brushRef="#br0" timeOffset="44302.2112">32638 8358 0,'0'0'0,"0"0"16,0 0-16,0 0 16,0 0-16,2 5 15</inkml:trace>
  <inkml:trace contextRef="#ctx0" brushRef="#br0" timeOffset="44614.6448">32948 8486 0,'0'0'0,"0"0"0,0 0 16,-3-3-16,3 3 15,-9-4-15,-7-1 16,-11 10-16,-5 6 16,-1 12-16,5 7 0,3 6 15,13 3-15,9-4 16,15-2-16,12-6 15,16-5-15,11-6 16,11-5-16</inkml:trace>
  <inkml:trace contextRef="#ctx0" brushRef="#br0" timeOffset="45426.9373">30545 9654 0,'0'0'0,"0"0"0,3-4 15,-3 4 1,6-13-16,-6 13 0,7-20 15,-5-5-15,-3-3 16,-9 2-16,-5 3 16,-7 2-16,-2 7 15,-4 6-15,-4 8 16,0 6-16,-6 8 16,-1 11-16,1 5 15,4 6-15,7 3 16,7 0-16,10-4 15,13-2-15,8-5 16,12-10-16,9-6 16,2-8-16,3-9 15,4-5-15,-1-2 16,-4-7-16,-6-1 0,-2-2 16,-7 1-16,-5 0 15,-16 21-15,13-24 16,-13 24-16,10-18 15,-7 7-15,0 11 16,-3 9-16,-4 12 16,-2 4-16,2 6 15,5-1-15,6-3 16,6 2-16,10-9 16,12-8-16,8-8 15</inkml:trace>
  <inkml:trace contextRef="#ctx0" brushRef="#br0" timeOffset="45786.2276">31254 9475 0,'0'0'0,"0"0"0,-3-4 16,-5-7-16,-9 0 15,-3 0-15,-6 1 16,-5 8-16,-5 7 16,-5 8-16,2 10 15,-6 10-15,6 5 16,8 3-16,9 2 15,10-5-15,13-4 16,12-6-16,11-6 16,8-6-16,8-7 15,6-7-15,2-7 16,5-10-16</inkml:trace>
  <inkml:trace contextRef="#ctx0" brushRef="#br0" timeOffset="45958.113">31497 9543 0,'0'0'0,"0"0"0,0 8 0,-1 13 16,1 4-16,0 1 16,3 7-16,0-4 15,-3-29-15,4 26 16,-4-26-16</inkml:trace>
  <inkml:trace contextRef="#ctx0" brushRef="#br0" timeOffset="46129.944">31540 9400 0,'0'0'0,"0"0"0,0 0 0,0 0 16,0 0-16,0 0 15</inkml:trace>
  <inkml:trace contextRef="#ctx0" brushRef="#br0" timeOffset="46645.3987">32006 9091 0,'0'0'0,"0"0"15,1 10-15,0 17 16,-2 10-16,-1 10 15,-4 9-15,0 3 16,2 1-16,1-4 0,-3 1 16,0-7-16,2-2 15,0-10-15,4-38 16,1 31-16,-1-31 16,1 24-16,-1-24 15,2 19-15,-2-19 16,2 9-16,0-8 15,-2-1-15,-1-8 16,-2-5-16,-5-8 16,-1-1-16,-4-1 15,-3 7-15,-6 2 16,-5 8-16,-3 7 16,-6 4-16,-3 8 15,-3 6-15,4 3 16,4 4-16,8 1 15,10-2-15,12-2 16,15-1-16,8-6 16,10-4-16,12-6 15,4-5-15,12-7 16,10-4-16</inkml:trace>
  <inkml:trace contextRef="#ctx0" brushRef="#br0" timeOffset="46786.0402">32444 9669 0,'0'0'0,"0"0"16,3 5-16,-3-5 16</inkml:trace>
  <inkml:trace contextRef="#ctx0" brushRef="#br0" timeOffset="61423.345">24540 4307 0,'0'0'0,"0"0"0,0 0 16,0-2-16,5-3 15,-5 5-15,11-5 16,4 0-16,5 0 16,-20 5-16,22-4 15,4 0-15,4 1 16,0 2-16,0 0 15,6 2-15,1 3 16,1-1-16,4 1 0,5-1 16,2 0-16,4 2 15,5-1-15,-4-1 16,5 0-16,3-2 16,6-2-16,2-2 15,2 1-15,7-3 16,1 0-16,7-3 15,6 0-15,2-1 16,6 0-16,2 0 16,0-2-16,6-1 15,4-1-15,0 1 16,5-2-16,1 1 16,5-3-16,-3 5 15,3-5-15,0 0 16,5 1-16,2 0 0,5-2 15,-3 6-15,5-3 16,3-1-16,-4 3 16,2-2-16,2-1 15,-6 0-15,-1 1 16,-1-1-16,-6 2 16,0 2-16,-3-3 15,0 6-15,-1-1 16,-5-2-16,-4 0 15,1 2-15,-1 0 16,-8 1-16,3-2 16,-4 3-16,0 2 15,-2-2-15,-7 1 16,-2 1-16,-6-1 16,-4-2-16,-7 1 15,-3-1-15,-6 1 16,-3 0-16,-4 0 0,-1-1 15,-3 3-15,-2-1 16,-3 0-16,1 1 16,0 1-16,-2 0 15,3 1-15,-4 2 16,-4-2-16,-1-2 16,-8-1-16,-6 4 15,-31 2-15,33-8 16,-4 4-16,-29 4 15,27-3-15,0-2 16,1 3-16,1 4 16,-4 4-16,0-2 15,0 0-15,-25-4 16,21 6-16,1 2 16,-1-4-16,-21-4 15,22 10-15,-2 1 16,-20-11-16,22 16 15,-1 3-15,-2 2 0,-4 6 16,-1-1-16,0 3 16,-4-1-16,2 5 15,-2-4-15,2 5 16,-2 1-16,0-1 16,0 0-16,-3 2 15,2 2-15,0 2 16,-4 7-16,-3 0 15,0 2-15,-2 1 16,1 3-16,-4-4 16,-1 5-16,-2-3 15,0 3-15,-3 1 16,4 1-16,3 4 16,-1 0-16,0 3 15,0-2-15,-2 2 16,1 1-16,-5 4 15,5-3-15,-2 2 0,0 2 16,-2 3-16,5-1 16,0 1-16,-1-3 15,3 1-15,2-3 16,2-2-16,0-6 16,3-2-16,-2-10 15,-1-5-15,2-4 16,-4-4-16,-1-34 15,2 32-15,-1-3 16,-1 1-16,-3-2 16,3-28-16,-3 25 15,-1-1-15,-10-2 16</inkml:trace>
  <inkml:trace contextRef="#ctx0" brushRef="#br0" timeOffset="61829.4488">31984 6318 0,'0'0'0,"0"0"0,9 6 0,7 4 16,17 10-16,3 3 15,6 6-15,-3 0 16,-4 5-16,-3-1 16,-1-2-16,0-1 15,-6-4-15,-1-4 16,-24-22-16,25 16 15,-6-5-15,-19-11 16,22 5-16,-4-5 0,1-7 16,-2-13-16,1-10 15,1-13-15,3-12 16,2-12-16,5-11 16,6-4-16,-1-8 15,-4 4-15</inkml:trace>
  <inkml:trace contextRef="#ctx0" brushRef="#br0" timeOffset="62548.0286">30191 3168 0,'0'0'0,"0"0"0,0 0 0,3-5 16,3-5-16,-6 10 15,3-14-15,-3-6 16,-5 1-16,5 19 16,-14-15-16,-12 7 15,-13 9-15,-4 9 16,-4 10-16,1 10 15,7 12-15,7 5 16,5 3-16,11 1 16,12 2-16,15-9 15,9-9-15,11-7 16,6-9-16,6-10 16,3-7-16,-2-8 15,3-8-15,-8 0 16,-4-8-16,-6-2 0,-7-4 15,-10 2 1,-8-3-16,-8-6 0,-9 2 16,-15 2-16,-6 5 15,-3 8-15,-2 8 16,39 10-16</inkml:trace>
  <inkml:trace contextRef="#ctx0" brushRef="#br0" timeOffset="62782.3464">30349 3092 0,'0'0'0,"5"4"0,12 6 15,3 12-15,15 7 16,3 1-16,1 5 0,-2-4 15,-5-3-15,-32-28 16,24 25-16,-4-3 16,-20-22-16,15 21 15,-15-21-15</inkml:trace>
  <inkml:trace contextRef="#ctx0" brushRef="#br0" timeOffset="62985.4224">30601 3131 0,'0'0'0,"0"0"0,-5 8 0,-13 28 16,-10 5-16,-2 5 15,-5 3-15,4-1 16,4-8-16,27-40 15,-19 33-15</inkml:trace>
  <inkml:trace contextRef="#ctx0" brushRef="#br0" timeOffset="63172.8671">30807 3112 0,'0'0'0,"-2"12"16,0 9-16,-1 10 16,1 3-16,1 2 15,1 0-15,0-36 16,0 32-16</inkml:trace>
  <inkml:trace contextRef="#ctx0" brushRef="#br0" timeOffset="63344.7009">30856 2906 0,'0'0'0,"0"0"0,0 0 0,4 0 16,7 1-16</inkml:trace>
  <inkml:trace contextRef="#ctx0" brushRef="#br0" timeOffset="64078.902">31276 2623 0,'0'0'0,"-3"13"0,1 15 16,-2 23-16,0 15 16,-1 9-16,0 1 15,2-4-15,-1-10 16,3-8-16,3-12 16,-2-42-16,1 33 15,-1-33-15,3 21 16,-3-21-16,2 11 15,1-4-15,-2-13 16,-1-3-16,-1-8 16,-5-1-16,-5-2 15,-4 6-15,-6 1 0,-4 4 16,-9 9 0,-7 7-16,-4 7 0,-1 9 15,2 3-15,10 3 16,9 1-16,10-2 15,16-4-15,16-4 16,11-7-16,12-7 16,9-8-16,6-6 15,5-7-15,2-8 16,0-3-16,-5-3 16,-6-5-16,-9-3 15,-7 4-15,-10 1 16,-9 3-16,-16 29 15,8-24-15,-10 6 16,-9 4-16,-9 11 16,-8 12-16,-1 10 0,-3 9 15,12 3-15,6 2 16,10 3-16,11-5 16,8-9-16,5-8 15,4-6-15,2-11 16,-4-7-16,-22 10 15,25-15-15,-3-3 16,-22 18-16,17-20 16,-17 20-16,10-15 15,-5 11-15,-7 15 16,-3 8-16,5 3 16,8-1-16,12-1 15,10-10-15,8-10 16</inkml:trace>
  <inkml:trace contextRef="#ctx0" brushRef="#br0" timeOffset="64375.7018">31804 2547 0,'0'0'0,"-1"8"0,1 9 16,-2 17-16,2 12 15,-4 16-15,0 11 16,0 6-16,-3 0 16,2-4-16,1-6 15,0-14-15,4-55 16,2 44-16,1-9 15,-3-35-15,7 28 16,-3-12-16</inkml:trace>
  <inkml:trace contextRef="#ctx0" brushRef="#br0" timeOffset="64656.9349">31773 3006 0,'0'0'0,"12"0"0,14-1 0,8 0 0,13-1 15,-6 0-15,-41 2 16,36-4-16,-36 4 16,25 0-16,-7 5 15,-8 8-15,-6 5 16,-6 12-16,-2 2 15,1 1-15,-3-3 16,6-30-16,-1 29 16,1-29-16</inkml:trace>
  <inkml:trace contextRef="#ctx0" brushRef="#br0" timeOffset="64797.4826">32015 2853 0,'0'0'0,"0"0"0,0 0 16,0 4-16,0-4 0</inkml:trace>
  <inkml:trace contextRef="#ctx0" brushRef="#br0" timeOffset="65172.3825">32363 2941 0,'0'0'0,"0"0"0,-2-1 0,-5 2 16,-13 6-16,-2 1 15,-7 9-15,1 2 16,1 9-16,6 2 16,4 3-16,11-3 0,7-4 15,6-3-15,10-8 16,4-5-16,4-6 16,3-8-16,3-8 15,-3-2-15,-2-5 16,-8 0-16,-5-7 15,-6-1-15,-8-1 16,-10 2-16,-12 2 16,-9 11-16,32 13 15,-32-8-15,32 8 16,-30 0-16</inkml:trace>
  <inkml:trace contextRef="#ctx0" brushRef="#br0" timeOffset="65500.4275">32509 2946 0,'0'0'0,"0"0"0,0 6 15,5 8-15,-2 8 16,1 3-16,-4-25 16,2 30-16,-2-30 0,5 28 15,-5-28-15,0 24 16,0-24-16,2 17 15,0-13-15,2-15 16,-6-6-16,6-8 16,3-5-16,4 1 15,5 1-15,5 3 16,9 4-16,3 13 16,5 8-16,-4 10 15,-1 11-15,-6 11 16,-6 7-16,-6 4 15,-6 6-15,-5-1 16,-5 0-16</inkml:trace>
  <inkml:trace contextRef="#ctx0" brushRef="#br0" timeOffset="117066.0627">3161 10043 0,'0'0'0,"0"0"0,7 0 15,4 3-15,10 3 16,5-2-16,5 1 0,5 3 16,3 0-16,8-2 15,6-1-15,5-1 16,2-3-16,8 3 15,9-4-15,7 0 16,4 3-16,12-6 16,3 0-16,8 5 15,9-4-15,9 2 16,7-1-16,7-1 16,3-1-16,7 1 15,6 3-15,5-1 16,5 2-16,0-1 15,2 1-15,0 1 16,2 2-16,-1-3 16,5 0-16,-2 1 15,-4 1-15,1 1 16,-6 3-16,0-4 0,-4 7 16,-4-3-16,-6 1 15,-8 0-15,-12 0 16,-14-1-16,-16-3 15,-17-2-15,-21 0 16,-64-3-16,49 0 16,-49 0-16,30-2 15,-30 2-15,15-5 16,-19-5-16</inkml:trace>
  <inkml:trace contextRef="#ctx0" brushRef="#br0" timeOffset="117550.2887">8734 8979 0,'0'0'0,"6"-4"0,-1-6 0,2-3 0,-7 13 16,14-17-16,-14 17 15,7-16-15,-7 16 16,3-14-16,-2 8 15,-9 13-15,-13 5 16,-9 12-16,-4 9 16,-10 10-16,-7 10 15,1 11-15,-5 8 16,0 10-16,7 8 16,8 3-16,11 3 15,11-6-15,15-6 0,14-9 16,8-8-16,14-8 15,4-5-15,7-8 16,-1-6-16,3-8 16,-2-10-1,1-12-15,-1-16 0,-3-13 16</inkml:trace>
  <inkml:trace contextRef="#ctx0" brushRef="#br0" timeOffset="117909.5754">9028 9164 0,'0'0'0,"0"0"0,1 2 16,4 8-16,-1 8 16,-2 13-16,-4 11 15,0 12-15,-2 7 16,0 3-16,2 3 16,2-6-16,-5-6 15,3-9-15,1-8 16,1-38-16,1 30 15,-1-2-15,0-28 16,1 25-16,5-11 16</inkml:trace>
  <inkml:trace contextRef="#ctx0" brushRef="#br0" timeOffset="118331.3762">9504 8927 0,'0'0'0,"0"0"0,0 0 15,0-4-15,-6-4 16,-5 3-16,-7 2 15,-1 7-15,-5 7 16,3 5-16,5 3 16,2 1-16,10-1 15,5 2-15,7-3 16,5 0-16,9-5 16,1-4-16,6-4 15,2-4-15,-1-7 16,-6-4-16,-2-1 15,-6-4-15,-1-6 16,-6-1-16,-5-6 16,-5-1-16,-7-1 0,-9 2 15,-7 4-15,-11 3 16,-4 9-16,0 4 16,39 8-16</inkml:trace>
  <inkml:trace contextRef="#ctx0" brushRef="#br0" timeOffset="118643.8075">9753 8656 0,'0'0'0,"9"14"0,16 18 16,12 17-16,10 20 16,6 16-16,-3 9 15,-8 8-15,-6 5 16,-7 3-16,-7-1 16,-12 4-16,-10-4 15,-8-4-15,-15-8 0,-7-6 16,-17-5-16,-11-2 15,-16 3-15,-14 2 16</inkml:trace>
  <inkml:trace contextRef="#ctx0" brushRef="#br0" timeOffset="131453.1959">11358 8295 0,'0'0'0,"0"0"0,8 0 16,13 2-16,6-1 15,11 1-15,5 4 16,7-3-16,5 4 16,5-1-16,7 1 15,7 1-15,5-2 16,9-2-16,7 1 15,5-2-15,7 0 16,9 0-16,5-1 16,4 1-16,11-3 15,3 4-15,4-3 16,5 5-16,-2 0 16,-1 1-16,-5-1 15,-2 2-15,-1 1 16,-1-2-16,-11 1 15,-6-4-15,-12 0 16,-13 0-16,-11 0 16,-12-2-16,-71-2 0,56 0 15,-56 0-15,40-1 16,-16-3-16,-19-3 16</inkml:trace>
  <inkml:trace contextRef="#ctx0" brushRef="#br0" timeOffset="138467.1293">2354 8265 0,'0'0'16,"0"0"-16,-3-3 0,3 3 0,-4-9 16,4 9-16,-3-9 15,3 9-15,-4-9 16,1 0-16,4-4 15</inkml:trace>
  <inkml:trace contextRef="#ctx0" brushRef="#br0" timeOffset="155306.7541">8556 18483 0,'0'0'0,"0"0"0,0 0 15,5 4-15,-5-4 16,8 5-16,-3 1 16,-5-6-16,-3 3 15,-11 1-15,-17 2 16,-11 0-16,-8-3 16,-12 1-16,-4-3 0,-3-4 15,-9-3-15,-4 1 16,-9-2-16,-6 1 15,-14 5-15,-8-3 16,-14 1-16,-8 2 16,-3 0-16,-10 3 15,-10-3-15,-2 7 16,-6-1-16,0 5 16,1-4-16,2 7 15,4-3-15,4 0 16,8 1-16,4 7 15,10-5-15,15-1 16,7 0-16,15 2 16,13-2-16,21 0 15,13-5-15,55-7 16,-42 12-16,13-3 0,29-3 16</inkml:trace>
  <inkml:trace contextRef="#ctx0" brushRef="#br0" timeOffset="156072.2236">10549 17202 0,'0'0'0,"0"0"0,0 0 15,1-1-15,-1 1 16,0-3-16,-8 6 16,-3 6-16,-7 8 15,-5 11-15,-13 12 16,-5 14-16,-4 10 15,-3 13-15,-6 9 16,10-3-16,8 0 0,5-3 16,6-1-16,5 4 15,6 0-15,11-8 16,9-12-16,11-10 16,12-17-16,10-9 15,11-13-15,9-12 16</inkml:trace>
  <inkml:trace contextRef="#ctx0" brushRef="#br0" timeOffset="156681.4104">10604 17458 0,'0'0'0,"4"-6"0,5-4 0,-9 10 16,17-13-16,3 1 15,5 3-15,-1 4 16,-1 3-16,-2 8 15,0 12-15,-1 3 16,-6 14-16,-3 8 16,-8 5-16,-7 4 15,-7 3-15,-8 2 16,-6-2-16,-5-4 16,-4-7-16,3-6 15,-3-6-15,3-5 16,4-4-16,27-23 15,-23 18-15,23-18 16,-21 13-16,6-9 0,15-4 16,-15-6-16,8-7 15,7 13-15,-1-18 16,6-4 0,-5 22-16,11-21 0,-11 21 15,17-14-15,0 6 16,6 10-16,-2 10 15,-5 3-15,-5 9 16,0 5-16,-2 2 16,0-3-16,-9-28 15,13 26-15,5-9 16,6-11-16</inkml:trace>
  <inkml:trace contextRef="#ctx0" brushRef="#br0" timeOffset="157103.2162">11108 17281 0,'0'0'0,"0"0"0,-5-1 0,-7 4 16,-4 6-16,-2 1 16,-1 4-16,7 6 15,6 0-15,6-20 16,3 24-16,7 3 15,16 2-15,4-7 16,4-2-16,-1-7 16,-3-6-16,-30-7 0,25-1 15,-3-6-15,-6-6 16,-4-6-16,-8-2 16,-5-8-16,-6 3 15,-10 1-15,-7 1 16,-5 7-16,-1 5 15,30 12-15</inkml:trace>
  <inkml:trace contextRef="#ctx0" brushRef="#br0" timeOffset="157415.6091">11357 17107 0,'0'0'0,"6"8"0,4 10 16,8 19-16,3 20 15,3 15-15,4 8 16,-3 16-16,-1 5 0,-10 7 15,-8 3-15,-13 1 16,-11-2-16,-20 0 16,-15-3-16,-21-2 15,-15 1-15,-13-6 16,-8-10-16</inkml:trace>
  <inkml:trace contextRef="#ctx0" brushRef="#br0" timeOffset="175473.7327">1855 4091 0,'0'0'0,"5"-3"0,9-2 0,2-4 16,7 0-16,9 1 16,3 2-16,-2 0 15,4 5-15,1-2 16,-2 1-16,2 2 16,8 3-16,-1-4 15,7 3-15,1-3 16,11 4-16,4-6 15,3 2-15,10 0 16,7-2-16,2 0 16,7 1-16,7 0 15,3-1-15,3 1 16,4 2-16,2-5 16,3 0-16,4 2 15,5 1-15,7-3 16,5-1-16,6-6 0,6 3 15,4-3 1,7 3-16,4 1 0,-2-2 16,5 3-16,0-2 15,-1 0-15,-3 4 16,2-5-16,1 2 16,-3 0-16,-1-1 15,-7-1-15,-5 3 16,-10 2-16,-12 0 15,-11 3-15,-15 4 16</inkml:trace>
  <inkml:trace contextRef="#ctx0" brushRef="#br0" timeOffset="176848.4221">18682 4227 0,'0'0'0,"0"0"0,6-2 0,-6 2 0,15-5 15,9-3-15,9 1 16,2 2-16,1 4 15,0 3-15,3 0 16,3 2-16,5 2 16,3-1-16,7 1 15,8-3-15,3 2 16,4-5-16,4 0 16,7-1-16,2-2 15,9 0-15,2 1 16,8-3-16,6 3 15,3 0-15,2 0 16,5-2-16,-1-2 16,4 2-16,6-2 15,4-1-15,5 0 16,-3 2-16,3 0 16,4 1-16,1-1 0,5 5 15,-2-2-15,7 0 16,-9 1-16,3-3 15,-4-1-15,-1 3 16,-2-3-16,0 4 16,-6-1-16,1-1 15,-7-1-15,-4 4 16,-3 1-16,-5 0 16,-13 3-16,-11-1 15,-15 3-15,-77-6 16,59 4-16,-59-4 15,46 3-15,-20 5 16</inkml:trace>
  <inkml:trace contextRef="#ctx0" brushRef="#br0" timeOffset="191266.7628">21325 11549 0,'0'0'0,"0"0"0,0 0 0,7-2 16,-7 2-16,10-4 0,-10 4 15,9-4-15,-14 1 16,-19 2 0,-18 3-16,-20 2 0,-9 0 15,-3 1-15,-3-4 16,2-1-16,1-3 15,-2-1-15,-2-3 16,-6 3-16,-8 3 16,-7 1-16,-3 0 15,-2 5-15,0-5 16,1 0-16,0-1 16,-2 1-16,-2-5 15,2 2-15,5-4 16,7 4-16,8 2 15,15-1-15,8 1 16,8 1-16,54 0 16,-44-4-16,10 2 0,34 2 15</inkml:trace>
  <inkml:trace contextRef="#ctx0" brushRef="#br0" timeOffset="249126.9141">10935 6325 0,'0'0'0,"0"0"0,3 1 0,5 1 16,9 2-16,6 5 16,-1 1-16,3 0 15,8 0-15,1-1 16,6-3-16,4 1 15,5-1-15,2-4 0,6 3 16,7-2-16,7-3 16,6-2-16,10 1 15,2-5-15,8 3 16,12 3-16,0-2 16,1-1-16,2 2 15,4-1-15,-1 1 16,4 2-16,1 0 15,-1-3-15,0 0 16,3 0-16,-7-4 16,4 4-16,-7 0 15,3-1-15,-3 6 16,-3-3-16,-2 2 16,0 2-16,-2 0 15,-10-3-15,-3 0 16,-8-1-16,-10 2 15,-9-2-15,-8 1 16,-7-1-16,-7-1 16,-43 1-16,34 0 0,-34 0 15,29-3-15,-29 3 16,23-5 0,-23 5-16,14-6 0,-14 6 15,6-8-15,-9-2 16,-15 1-16</inkml:trace>
  <inkml:trace contextRef="#ctx0" brushRef="#br0" timeOffset="249939.2509">11381 8268 0,'0'0'0,"0"0"0,3 0 0,4 0 16,10 0-16,5 4 15,7-3-15,4 1 16,8-1-16,8 1 16,9-3-16,7 1 0,15-1 15,6 0-15,16-1 16,9 0-16,6-3 15,7 2-15,7 4 16,9 0-16,2 5 16,3-1-16,5 3 15,0-1-15,0-2 16,3-3-16,-3 3 16,-3-1-16,-3 0 15,-4-2-15,-10 0 16,-6-1-16,-11-2 15,-18-3-15,-10 0 16,-19-3-16,-66 7 16,47-5-16,-47 5 15,32-10-15,-13-1 16,-15-3-16,-10 3 16,-17 5-16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2.98804" units="1/cm"/>
          <inkml:channelProperty channel="Y" name="resolution" value="650.78448" units="1/cm"/>
          <inkml:channelProperty channel="T" name="resolution" value="1" units="1/dev"/>
        </inkml:channelProperties>
      </inkml:inkSource>
      <inkml:timestamp xml:id="ts0" timeString="2024-03-26T08:04:18.0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20091 10525 0,'0'0'0,"0"0"0,7-3 16,4-2-16,10 0 15,7 1-15,8 1 16,4 3-16,9 1 16,12 0-16,7-1 15,9-2-15,14 0 16,15-4-16,8-1 16,11-4-16,12-1 15,9 2-15,12 3 16,9-3-16,7-2 15,9 1-15,3 2 16,2-3-16,3 6 0,-1 5 16,-3 2-16,-1-1 15,0 6-15,-4 1 16,-6-2-16,-8 1 16,-14 0-16,-14 0 15,-22-3-15,-14-3 16,-19 2-16,-85-2 15,66-4-15,-66 4 16,47-3-16,-24-4 16,-37 0-16</inkml:trace>
  <inkml:trace contextRef="#ctx0" brushRef="#br0" timeOffset="406.1224">20726 10608 0,'0'0'0,"0"0"0,4 1 0,17-1 16,19 1-16,22 0 16,21-4-16,17 3 15,22 4-15,14 1 16,12-2-16,12 3 16,8-2-16,3-2 15,11 0-15,6-2 16,6-2-16,0 3 15,8 1-15,1-2 16,5 3-16,-8 0 16,-1 4-16,-9 0 15,-16 0-15,-11 2 16,-15 0-16,-20-2 16,-24 0-16,-22 2 0,-82-9 15,56 7-15,-32-6 16</inkml:trace>
  <inkml:trace contextRef="#ctx0" brushRef="#br0" timeOffset="70607.5009">2188 2942 0,'0'0'0,"0"0"0,6 0 0,8-1 15,5 0-15,3 1 16,5 0-16,-1 0 16,-4 0-16,4 0 15,1 1-15,-2 0 16,2 1-16,7 0 15,0 0-15,7-1 0,2-2 16,7 1-16,3 1 16,5 2-16,2-1 15,3 0-15,3-2 16,2 0-16,1 0 16,2 0-16,3 0 15,3 0-15,3 1 16,3-1-16,1 0 15,4-1-15,3 0 16,1 1-16,0 1 16,4 4-16,2-3 15,1 1-15,6 0 16,-2-2-16,2-1 16,8 0-16,1 0 15,-2-3-15,3 1 16,4 0-16,0-1 15,6 0-15,-2 1 0,5 2 16,-5-3 0,3 3-16,1-3 0,-1 2 15,0-5-15,2 4 16,-1-2-16,-1-1 16,2 1-16,-1-1 15,0 0-15,-1 1 16,1-2-16,-1 1 15,1 1-15,-2-2 16,-1 2-16,5 0 16,-2 0-16,-2-1 15,1 0-15,-4 4 16,-1-4-16,-3 2 16,1 1-16,-1 2 15,-2-2-15,2 3 16,0-1-16,-2-1 15,-5 2-15,1-3 0,-2 2 16,-1 1 0,0-1-16,0 0 0,-2-1 15,-8 2 1,0-3-16,-6-1 0,-5 2 16,0-3-16,-7-1 15,-7 2-15,-5 2 16,-3-3-16,-11 1 15,-12-1-15,-43 4 16,38-5-16,-38 5 16,25-3-16,-25 3 15,14-2-15,-9 3 16,-20 8-16</inkml:trace>
  <inkml:trace contextRef="#ctx0" brushRef="#br0" timeOffset="86088.1148">5014 6517 0,'0'0'0,"0"0"0,9-2 0,17 0 15,14-1-15,9 2 16,9 2-16,9 1 16,-1-1-16,8 3 15,10-3-15,9 0 16,7 2-16,5 0 16,6 4-16,7-3 15,10 3-15,5-2 16,5-1-16,-1 1 15,0-2-15,7 0 16,4 1-16,-5 2 16,0 0-16,1-3 15,-7 1-15,-10 0 16,-10-3-16,-17 0 0,-20 0 16,-80-1-1,65-1-15,-65 1 16,46-3-16,-18-1 0,-17-2 15,-27 4-15</inkml:trace>
  <inkml:trace contextRef="#ctx0" brushRef="#br0" timeOffset="86494.2874">5138 6757 0,'0'0'0,"14"-2"0,20-6 0,20 0 16,22-2-16,14-3 15,18 1-15,12-1 16,17 0-16,12-1 16,14 0-16,5-1 15,6 2-15,3 1 16,2 4-16,1 2 16,3 1-16,-8 2 15,-8 6-15,-14-1 16,-17 6-16,-22 2 15,-21 5-15,-25-2 16,-19 1-16,-20 3 16,-20 3-16</inkml:trace>
  <inkml:trace contextRef="#ctx0" brushRef="#br0" timeOffset="94445.4546">6067 5065 0,'0'0'0,"0"0"0,0 0 15,0-2-15,0 2 16,3-7-16,0-7 15,-3 14-15,3-21 16,1-2-16</inkml:trace>
  <inkml:trace contextRef="#ctx0" brushRef="#br0" timeOffset="238535.5276">12970 8311 0,'0'0'0,"0"0"0,0 0 0,1-2 0,4-3 16,-5 5-16,11-5 0,4 2 15,-15 3-15,19 0 16,2 2-16,4 4 16,-1 4-1,1 0-15,0-1 0,2-1 16,1 0-16,8 0 15,3-1-15,3-1 16,4 1-16,4-2 16,3 0-16,8-1 15,-2 0-15,6-3 16,5-1-16,4-1 16,-1-3-16,3 2 15,0-4-15,1 0 16,0-3-16,0 1 15,1-2-15,2-1 16,-2-1-16,0 0 16,2-4-16,0 3 15,-1-1-15,-5-2 0,-4-2 16,-4 0-16,-3 2 16,-5-3-16,-6-3 15,-3 0-15,-9-2 16,-2-1-16,-7-2 15,-3 2-15,-3-4 16,-3 0-16,-11 0 16,-1 0-16,-5-2 15,-5 1-15,-4-2 16,-6 3-16,-9-3 16,-4 2-16,-8-3 15,-8-1-15,-6 1 16,-10 0-16,-4 0 15,-7 2-15,-10 2 16,-3 0-16,-5 1 16,-7 3-16,-5 6 15,-2 1-15,-8 2 16,0 4-16,-4 6 16,-1 0-16,-6 7 0,-1 1 15,-1 8-15,2 7 16,1 1-16,-2 8 15,7 6-15,-1 7 16,4 8-16,4 5 16,7 7-16,2 8 15,17 3-15,6 3 16,16 4-16,15-1 16,18-2-16,18 0 15,12-4-15,18-3 16,10-7-16,23-6 15,14-9-15,19-9 16,17-9-16,19-6 16,10-9-16,11-5 15,6-4-15,6-6 16,6-3-16,3 1 16,-3 0-16</inkml:trace>
  <inkml:trace contextRef="#ctx0" brushRef="#br0" timeOffset="248798.6292">14922 4021 0,'0'0'0,"0"0"0,0 0 0,-3-4 16,1-1-16,-6 0 15,-4 4 1,-6 5-16,-7 10 15,-11 6 1,-7 10-16,-7 12 0,-5 11 16,-4 10-16,7 8 15,10 2-15,13 5 16,11-5-16,16-5 16,18-10-16,13-4 15,14-9-15,8-9 16,9-10-16,2-4 15</inkml:trace>
  <inkml:trace contextRef="#ctx0" brushRef="#br0" timeOffset="249564.0744">15296 4310 0,'0'0'0,"0"0"0,0 0 16,-3-6-16,-9 0 15,-4-4-15,-9 9 0,-8 1 16,-3 9 0,-7 6-16,3 12 15,-6 2-15,2 4 0,10 8 16,4 3-16,12-2 16,12 4-16,11-7 15,9-1-15,13-10 16,8 0-16,10-10 15,12-10-15,4-8 16,0-4-16,1-10 16,-2-8-16,-2-5 15,-5-6-15,-2-2 16,-6-4-16,-6 2 16,-7 1-16,-32 36 15,24-31-15,-12 1 16,-13 4-16,-11 5 15,-8 9-15,-13 10 16,-1 10-16,-2 7 0,1 8 16,4 3-16,5 2 15,9 2-15,8-2 16,4-3-16,5-25 16,7 21-16,12-4 15,2-9-15,10-3 16,0-11-16,0-5 15,-8-3-15,2-6 16,-25 20-16,22-20 16,-22 20-16,16-19 15,-16 19-15,10-12 16,-5 15-16,-6 15 16,1 5-16,1 8 15,7-4-15,10-4 16,12-9-16,8-11 15</inkml:trace>
  <inkml:trace contextRef="#ctx0" brushRef="#br0" timeOffset="249892.1152">15934 3812 0,'0'0'0,"1"7"0,-1 18 16,-1 27-16,-3 17 15,4 8-15,1 4 16,-3 1-16,2-6 15,0-6-15,0-7 16,-2-7-16,2-56 16,-1 44-16,2-7 0,-1-37 15,3 35-15,-3-35 16</inkml:trace>
  <inkml:trace contextRef="#ctx0" brushRef="#br0" timeOffset="250704.4239">15927 4391 0,'0'0'0,"12"-1"0,8-3 16,13 0-16,14 0 15,2 1-15,7 2 16,-5-3-16,-6 2 15,-45 2-15,37-4 16,-37 4-16,28-5 16,-28 5-16,19-9 15,-12-2-15,-17-3 16,-6 4-16,-5 6 16,-3 4-16,-6 9 0,3 9 15,-3 8 1,3 5-16,6 1 0,3 1 15,18-33-15,-11 28 16,9-2-16,2-26 16,5 22-16,9-8 15,9-12-15,3-5 16,1-8-16,-2-8 16,-6-5-16,-19 24 15,17-22-15,-17 22 16,12-20-16,-12 20 15,7-18-15,-7 18 16,0-4-16,2 15 16,-1 10-16,7 0 15,7 1-15,5-8 16,1-8-16,5-9 16,5-11-16,0-4 15,0-10-15,-3-5 0,3-6 16,-5-7-16,2-3 15,-10-8 1,-2-1-16,-10-4 0,-2-2 16,-4 2-16,-3-1 15,2 6-15,-10 7 16,11 50-16,-7-41 16,7 41-16,-5-33 15,5 33-15,-4-20 16,-1 12-16,-1 19 15,-1 16-15,3 14 16,-8 21-16,1 8 16,-1 8-16,0 6 15,-2-5-15,7-7 16,2-10-16,3-8 16,2-54-16,4 41 15,6-8-15,5-7 0,6-13 16,6-7-16</inkml:trace>
  <inkml:trace contextRef="#ctx0" brushRef="#br0" timeOffset="251391.7511">16754 4301 0,'0'0'0,"0"0"0,0 8 15,1 8-15,-1-16 16,5 18-16,2 4 16,-7-22-16,14 16 15,4-8-15,3-9 16,-3-11-16,2-4 16,0-8-16,-7-1 15,-6 0-15,-7 25 16,8-24-16,-8 24 15,2-17-15,-3 10 16,-2 14-16,-1 12 0,-2 12 16,1 6-16,2 4 15,3 2-15,3 1 16,-1-1-16,4 0 16,2-1-16,-6 2 15,-4 0-15,0-3 16,-5-3-16,7-38 15,-13 33-15,-3-7 16,16-26-16,-25 20 16,-2-12-16,3-12 15,7-10-15,9-11 16,10-7-16,10-8 16,13-3-16,5-3 15,6-3-15,6 2 16,-2-3-16,2 2 15,-6 3-15,-3-5 16,-10 6-16,-5 2 0,-18 42 16,10-36-16,-7 6 15,-3 30-15,-9-22 16,-8 11-16,17 11 16,-21 2-16,5 12 15,3 8-15,14 4 16,11 3-16,8-4 15,7-2-15,3-2 16,-7-1-16,-23-20 16,22 23-16,-8 0 15,-6 8-15,-14-8 16,-6-3-16,-13-5 16,-8-4-16,-2-10 15</inkml:trace>
  <inkml:trace contextRef="#ctx0" brushRef="#br0" timeOffset="251704.1787">17299 3713 0,'0'0'0,"-1"6"16,0 13-16,-1 21 0,4 12 16,-5 13-16,-1 8 15,0 4-15,1-3 16,-5-2-16,5-11 16,0-10-16,2-10 15,1-41-15,1 33 16,4-11-16,5-3 15,6-9-15,10-13 16,8-9-16</inkml:trace>
  <inkml:trace contextRef="#ctx0" brushRef="#br0" timeOffset="251891.6623">17250 4163 0,'0'0'0,"0"0"0,2 0 16,5-4-16,17-2 15,9-4-15,18-4 16</inkml:trace>
  <inkml:trace contextRef="#ctx0" brushRef="#br0" timeOffset="252188.433">17404 3586 0,'0'0'0,"6"9"0,11 11 15,9 14-15,6 15 0,-4 13 16,-5 14-16,-5 4 16,-5 10-16,-9 6 15,-10 1-15,-7-3 16,-15-5-16,-9-5 16,-9-8-16,-7-2 15,-15 8-15,-8 4 16</inkml:trace>
  <inkml:trace contextRef="#ctx0" brushRef="#br0" timeOffset="287991.1636">6096 8179 0,'0'0'0,"0"0"0,10 2 0,6 2 16,13 4-16,5 2 15,3-3-15,-2 0 0,4-1 16,-1-1-16,3 0 16,6 0-16,0 0 15,6-1-15,1-2 16,4 0-16,3 0 15,3-1-15,2 2 16,-1 1-16,3 0 16,0 1-16,2-1 15,1-4-15,-2 0 16,-1 0-16,3-2 16,1-2-16,-1 1 15,0-2-15,1-1 16,-4-2-16,0-2 0,-1 0 15,-4-2-15,-2 1 16,0-3-16,-4-1 16,3 0-16,-8 0 15,3 0-15,-8-4 16,-1 2-16,0-1 16,-3-3-16,-11-4 15,-1 0-15,-8 0 16,-3-2-16,-6-2 15,-4-1-15,-4-1 16,-5 0-16,-5-5 16,-9 1-16,-10-3 15,-5 2-15,-10-4 16,-10 1-16,-5-1 16,-10 2-16,-7-2 15,-6 5-15,-4 0 16,-8 1-16,-7 3 0,-2 3 15,-9 3-15,-1 3 16,-3 5-16,0 3 16,-1 0-16,1 8 15,1 2-15,2 8 16,2 3-16,4 6 16,8 4-16,-1 1 15,6 3-15,4 6 16,2-1-16,-1 6 15,1 3-15,-2 5 16,6 0-16,5 5 16,5-1-16,8 3 15,9-1-15,5 2 16,11-3-16,5 0 16,12 2-16,4-1 15,8 1-15,9-3 16,9 1-16,12-2 15,12 3-15,10-5 16,10 0-16,10-1 16,8-2-16,7-7 0,8-3 15,7-7-15,5-7 16,9-4-16,3-2 16,8-9-1,4-6-15,4-6 16,2-3-16,-2-3 0,0 3 15,-8-1-15,-11 0 16,-11 2-16,-7 1 16,-16-1-16,-76 15 15</inkml:trace>
  <inkml:trace contextRef="#ctx0" brushRef="#br0" timeOffset="291865.1896">25365 7597 0,'0'0'0,"0"0"0,4-8 0,2-13 15,-1-4-15,-3-1 16,-3-5-16,-5 4 16,-9 2-16,-8-1 15,-15 3-15,-7 1 16,-12 4-16,-8 2 0,-9 7 15,-9-1-15,-7 6 16,-5-1-16,-1 3 16,1 3-16,-4 5 15,2 6-15,-2 3 16,0 9-16,5 5 16,5 6-16,9 5 15,9 9-15,14 5 16,13 6-16,14 4 15,8 4-15,15 3 16,9 2-16,13-1 16,13-6-16,14-4 15,9-5-15,18-6 16,8-6-16,13-6 16,6-5-16,9-9 15,2-8-15,9-9 16,-5-7-16,6-8 0,-8-6 15,-2-7-15,-3-5 16,-5-5-16,-9-5 16,-8-5-16,-5-4 15,-12-8-15,-13-1 16,-7-2-16,-12-3 16,-15-5-16,-13-5 15,-12-4-15,-15 1 16,-18-4-16,-15 1 15,-18 7-15,-18 2 16,-20 7-16,-19 13 16,-22 12-16,-25 27 15,-21 32-15,-26 42 16</inkml:trace>
  <inkml:trace contextRef="#ctx0" brushRef="#br0" timeOffset="300019.4959">12416 6273 0,'0'0'0,"0"0"0,0 0 0,0 0 0,0 0 15,1 1-15,2 2 16,0 9-16,2 9 16,-7 5-16,2 9 15,-3 9-15,2 9 0,-4 10 16,4 3-16,1 4 15,-2 3 1,1-4-16,1-4 0,0-3 16,0-7-16,0-55 15,1 44-15,-1-44 16,2 35-16,1-17 16</inkml:trace>
  <inkml:trace contextRef="#ctx0" brushRef="#br0" timeOffset="300347.5403">12887 6192 0,'0'0'0,"-5"10"0,2 12 0,3 18 16,-7 18-16,0 10 15,3 6 1,-3 1-16,1 0 16,3-5-16,1-9 0,1-7 15,1-54-15,2 46 16,1-7-16,-2-3 15,-1-36-15,3 31 16,-3-31-16,-3 26 16</inkml:trace>
  <inkml:trace contextRef="#ctx0" brushRef="#br0" timeOffset="300550.6066">12497 6772 0,'0'0'16,"12"-3"-16,11-3 0,20-3 16,11 0-16,11 2 15,5 1-15,0 5 16</inkml:trace>
  <inkml:trace contextRef="#ctx0" brushRef="#br0" timeOffset="301144.2222">13119 6910 0,'0'0'0,"0"0"0,0-6 0,4-6 15,11-3-15,2 1 16,7 1-16,1 7 15,3 2-15,-5 11 16,0 7-16,-1 9 16,-6 8-16,-5 12 15,-13 2-15,-10 3 16,-9 0-16,-7-4 16,-4-7-16,-6-3 15,-2-4-15,-1-6 16,-2-6-16,1-6 15,3-9-15,6-5 16,8-8-16,9-6 0,4-14 16,10-7-16,4-4 15,8-3-15,-10 44 16,15-36-16,6 10 16,7 10-16,1 11 15,0 8-15,3 7 16,-7 5-1,5 3-15,0 5 0,3 1 16,-3 2-16,4-4 16,2-1-16,1-3 15,5-8-15,2-5 16</inkml:trace>
  <inkml:trace contextRef="#ctx0" brushRef="#br0" timeOffset="301675.311">14030 6184 0,'0'0'0,"-1"-6"0,1 6 16,-4-12-16,-5-6 15,-13-1-15,-1 4 16,-7 8-16,-9 9 16,-1 14-16,-2 11 15,-2 8-15,-2 15 16,6 10-16,-1 8 15,12 3-15,12 4 16,12 1-16,12-6 16,11-10-16,9-5 15,6-10-15,10-13 0,1-4 16,6-8-16,-2-8 16,-2-8-16,-2-7 15,-2-9-15,1-8 16,-1-8-16,-3-9 15,-8-4-15,-5-5 16,-5-6-16,-6-7 16,-9-3-16,-10-3 15,-10-7-15,-11 3 16,-16 3-16,-13 3 16,-17 9-16,-14 11 15,-13 15-15,-14 23 16,-12 22-16</inkml:trace>
  <inkml:trace contextRef="#ctx0" brushRef="#br0" timeOffset="307345.8097">12922 8736 0,'0'0'0,"0"0"0,4 5 0,1 10 15,-4 3-15,2 11 0,1 6 16,0 3-16,-7 8 16,3 3-16,3-2 15,-1 4-15,-1-1 16,6-4-16,-4 0 16,-5-7-16,3-3 15,1-6-15,2-3 16,-4-27-16,2 22 15,-2-22-15,3 21 16,-3-21-16,3 17 16,-1-7-16</inkml:trace>
  <inkml:trace contextRef="#ctx0" brushRef="#br0" timeOffset="307736.3678">13226 8752 0,'0'0'0,"5"6"0,-1 7 0,1 14 16,3 8-16,-2 10 16,-4 8-16,4 4 15,-6-3-15,5 1 16,-4-7-16,2-4 16,-1-7-16,-2-37 15,1 31-15,-1-31 16,-1 26-16,1-26 15,1 21-15,-1-21 16,-1 19-16,1-19 16,-2 14-16</inkml:trace>
  <inkml:trace contextRef="#ctx0" brushRef="#br0" timeOffset="308001.9001">12940 9141 0,'0'0'0,"13"-1"0,5-6 0,17-2 16,22-5-16,9 4 16,4 0-16,-3 4 15,-3 1-15</inkml:trace>
  <inkml:trace contextRef="#ctx0" brushRef="#br0" timeOffset="308876.689">13533 9104 0,'0'0'0,"0"0"0,0 0 0,3-1 15,7-1-15,8-2 16,4 0 0,9 3-16,3 1 0,5 2 15,7 1-15,2-1 16,1-2-16,2 1 16,0-1-16,-6 1 15,-5-1-15,-40 0 16,35 0-16,-35 0 15,30 0-15,-30 0 16,24-1-16,-24 1 16,18 0-16,-10 0 15,-8 0-15</inkml:trace>
  <inkml:trace contextRef="#ctx0" brushRef="#br0" timeOffset="309517.1577">14811 8999 0,'0'0'0,"0"0"0,2-1 0,-2 1 0,2-7 15,-2 7-15,7-10 16,-7 10-16,10-14 15,-10 14-15,6-16 16,-5-2-16,-7 2 16,6 16-16,-13-19 15,-10 5-15,-6 2 16,-2 7-16,-6 5 16,-4 9-16,2 11 15,-7 8-15,5 13 16,7 4-16,5 5 15,8 4-15,11-2 16,13-4-16,8-5 16,9-9-16,6-2 15,8-9-15,6-2 16,5-6-16,1-6 16,6-7-16,-4-8 15,-2-4-15,-5-7 16,-4-6-16,-3-2 0,-7-4 15,-4-3-15,-7-2 16,-3-3-16,-4-2 16,-11-2-16,-6 1 15,-12 1-15,-11 5 16,-10 8-16,-10 7 16</inkml:trace>
  <inkml:trace contextRef="#ctx0" brushRef="#br0" timeOffset="310017.074">15470 8830 0,'0'0'0,"0"0"0,0 3 0,-2 11 16,2 8-16,0 14 15,-3 11-15,1 6 16,0 2-16,2 2 0,-4-1 15,6-7-15,-1-4 16,1-6-16,-2-39 16,3 33-16,-3-33 15,3 28-15,-3-28 16,4 23-16,1-7 16,-1-14-16,-1-10 15</inkml:trace>
  <inkml:trace contextRef="#ctx0" brushRef="#br0" timeOffset="310329.4949">15816 8794 0,'0'0'0,"0"0"0,0 3 0,-3 16 16,6 11-16,-7 10 16,5 15-16,1 6 15,-1-3-15,-4 0 0,6-4 16,-2-11 0,-1-43-16,0 38 0,2-7 15,1-5-15,-3-26 16,1 23-16,-1-23 15,-1 18-15</inkml:trace>
  <inkml:trace contextRef="#ctx0" brushRef="#br0" timeOffset="310501.2946">15521 9110 0,'0'0'0,"19"-4"0,23 1 0,21 1 16,29 6-16,18 6 16</inkml:trace>
  <inkml:trace contextRef="#ctx0" brushRef="#br0" timeOffset="365597.5813">15105 6011 0,'0'0'0,"0"0"0,-5 9 0,-5 24 15,-11 10-15,-1 13 32,-7 11-32,-10 7 0,-5 8 15,-6 3-15,-2 2 0,-11-2 0,0-3 16,-2-7-16,2-2 31,-1-3-31,1-3 0,7-9 0,6-6 16,8-7-16,10-9 15,32-36-15</inkml:trace>
  <inkml:trace contextRef="#ctx0" brushRef="#br0" timeOffset="391841.2215">21400 10477 0,'0'0'0,"0"0"0,0 0 0,-7-1 15</inkml:trace>
  <inkml:trace contextRef="#ctx0" brushRef="#br0" timeOffset="406150.2424">11157 18548 0,'0'0'0,"0"0"0,8 3 0,-8-3 15,7 3-15,-7-3 16,8 5-1,-7-1-15,-10-5 0,-15 0 16,-7-1-16,-7-2 16,-7 1-16,-5 2 15,-3-1-15,-9 1 0,-5-3 16,-5 0-16,-4-2 16,-2 3-16,-2 1 15,-5 0-15,-4 2 16,-5 0-16,-5 1 15,-9 0-15,-4 5 16,-7 0-16,-5 1 16,0-1-16,-1 3 15,-4 0-15,1-2 16,-4 3-16,-2 3 16,0 1-16,-1 3 15,3 1-15,-4 1 16,-2 1-16,8 0 15,4-3-15,-1-1 16,8-3-16,1 1 16,1-1-16,4 1 0,10-6 15,6 3 1,6-3-16,8-2 0,-3-1 16,6 1-16,6-1 15,3-1-15,-1-9 16</inkml:trace>
  <inkml:trace contextRef="#ctx0" brushRef="#br0" timeOffset="430425.6382">16196 16681 0,'0'0'0,"0"0"0,0 0 16,2-4-16,-2 4 16,1-3-16,-1 3 15,2-3-15,-8-4 16,-11 1-16,-3 4 15,-12-2-15,-10 1 16,-4 0-16,-3 2 16,-5 0-16,-4-4 15,-8 3-15,-3-1 16,-7 2-16,-5-1 16,-3 1-16,-7-2 15,-3-1-15,-5 1 16,-5-6-16,-5 1 0,-4-2 15,0 1-15,-1-4 16,1 0 0,3 1-16,1-3 0,5 3 15,11-2-15,13 1 16,13 2-16,16 4 16,51 7-16,-41-5 15,41 5-15,-32-2 16,32 2-16,-23-1 15</inkml:trace>
  <inkml:trace contextRef="#ctx0" brushRef="#br0" timeOffset="430847.4053">16038 16686 0,'0'0'0,"0"0"0,-5 0 0,-16 1 15,-20-1-15,-14-4 16,-13-1-16,-15 5 16,-8-2-16,-9 7 15,-9-2-15,-8 2 16,-6-1-16,-6-6 16,-11-2-16,-2-4 15,-3-3-15,-1-3 16,-2 0-16,0 2 15,7-2-15,12 4 16,14 8-16,17 9 0,14 6 16</inkml:trace>
  <inkml:trace contextRef="#ctx0" brushRef="#br0" timeOffset="589155.51">2055 2847 0,'0'0'0,"10"1"0,0-4 15,9 4-15,11-4 16,3 3-16,4 1 15,0 1-15,8-2 16,0 3-16,7-1 16,3 3-16,3-1 15,-2-2-15,12-1 16,-1-3-16,7 0 16,8-2-16,2 0 15,4-2-15,4 2 0,5-3 16,2 0-16,4-1 15,3 2-15,0-2 16,4-1-16,-1 0 16,3 0-16,4 1 15,5 1-15,1-1 16,2 3-16,4-3 16,2 0-16,0 1 15,-1-1-15,4 1 16,-7-3-16,4 1 15,0 3-15,3-3 16,1 4-16,1-1 16,4 2-16,-5 1 15,2 3-15,-1 2 16,0-2-16,0 1 16,1 3-16,3 0 15,2 0-15,-1 2 0,2 0 16,-1-3-16,-6 3 15,2 2-15,1-5 16,0 2-16,0 0 16,3-1-16,-3 2 15,0 0-15,2 1 16,0-2-16,-4-1 16,3-1-16,-4 2 15,-5 0-15,-2-1 16,-8-2-16,-5 2 15,-5 1-15,-3-4 16,-2 3-16,-6 1 16,-1-8-16,-1 6 15,-8-1-15,-4 0 16,-11-2-16,-11-3 16,-13 2-16,-50 1 15,38 0-15,-14 0 0,-18 9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2.98804" units="1/cm"/>
          <inkml:channelProperty channel="Y" name="resolution" value="650.78448" units="1/cm"/>
          <inkml:channelProperty channel="T" name="resolution" value="1" units="1/dev"/>
        </inkml:channelProperties>
      </inkml:inkSource>
      <inkml:timestamp xml:id="ts0" timeString="2024-03-26T08:15:15.9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2276 2590 0,'0'0'0,"0"0"0,3 1 0,-3-1 16,12-3-16,5-4 0,10 3 15,9 0-15,1 5 16,4 2-16,1 1 15,1 0-15,6 1 16,3-1-16,0 3 16,9-3-16,-1 0 15,10-1-15,-1 1 16,5-3-16,4 3 16,5-2-16,5 3 15,3-3-15,10-1 16,7-1-16,7 3 15,1-6-15,12 0 16,-4 2-16,4-2 16,4 0-16,1-2 15,4 0-15,0 0 16,5 0-16,0-2 0,3 1 16,0 2-16,6 0 15,2 1-15,4 3 16,-1-4-16,-3 3 15,3-4-15,-1 5 16,3-3-16,-1 0 16,3 2-16,0-2 15,-2-2-15,-2 1 16,-4 1-16,2-1 16,-3 0-16,-3 2 15,0-1-15,0 1 16,-6 0-16,-1 2 15,1-1-15,-4 1 16,-7 0-16,3 0 16,-2 3-16,0 1 15,-6 0-15,-3 2 16,-4-4-16,-9 3 16,-5-1-16,-6-6 0,-11 2 15,-13 0-15,-10-1 16,-65 1-16,51 0 15,-51 0-15,36-1 16,-36 1-16,25-2 16,-25 2-16,14-1 15,-10 4-15</inkml:trace>
  <inkml:trace contextRef="#ctx0" brushRef="#br0" timeOffset="17279.4091">4997 7818 0,'0'0'0,"0"0"0,-2-3 16,2 3-16,-3-8 15,3 8-15,-1-7 0,1 7 16,0-5-16,6-1 15,8 3 1,7 6-16,4 0 0,4 4 16,6-1-16,7 4 15,3-1-15,10 0 16,8-3-16,10 3 16,9-2-16,14-1 15,5 2-15,9-7 16,10 2-16,11-1 15,12 2-15,5 0 16,8-2-16,8-1 16,7-1-16,3 6 15,12-4-15,-1 2 16,4 4-16,-1 1 16,5 0-16,-3 0 15,-2 4-15,-6-1 16,-7 4-16,-14-4 15,-17 1-15,-11 1 16,-14-3-16,-22-3 0,-14 2 16,-22-1-16,-61-9 15,44 5-15,-44-5 16,29 4-16,-19 3 16,-18 11-16,-21 0 15</inkml:trace>
  <inkml:trace contextRef="#ctx0" brushRef="#br0" timeOffset="28465.6148">11353 6012 0,'0'0'0,"0"0"0,6-1 0,5 0 16,12-5-16,2-1 0,4 2 16,3 1-16,3 1 15,3 2-15,0-2 16,9 1-16,6 1 15,5-1-15,12 1 16,1 1-16,12-4 16,-2 1-16,-1 2 15,0-3-15,3 1 16,-2 2-16,-2-1 16,-2-1-16,-12 3 15,-9-1-15,-56 1 16,43-1-16,-43 1 15,32-2-15,-14 0 16,-21 0-16,-18-3 16</inkml:trace>
  <inkml:trace contextRef="#ctx0" brushRef="#br0" timeOffset="28903.0311">11294 6071 0,'0'0'0,"14"-1"0,7-3 15,16 1-15,19 0 16,10 2-16,7 1 16,8 1-16,7 3 15,2 0-15,3 0 16,0 0-16,1-1 16,0-4-16,0-3 15,-2-2-15,-3 2 0,-2-4 16,-10 1-16,-2 1 15,-12-1-15,-8-1 16,-55 8-16,45-4 16,-45 4-16,30-9 15,-13 1-15,-24 8 16</inkml:trace>
  <inkml:trace contextRef="#ctx0" brushRef="#br0" timeOffset="35011.7155">11067 6220 0,'0'0'0,"0"0"0,2 4 16,0 20-16,-4 11 15,0 13-15,2 9 0,-3 10 16,-1 0-16,2 3 15,-4-2-15,2-8 16,-2-9-16,-2-8 16,8-43-16,-7 34 15,7-34-15,-3 23 16,3-23-16,-4 18 16,4-18-16,-2 10 15,2-12-15,0-14 16,2-10-16,7-10 15,2-6-15,5-7 16,7 2-16,1 1 16,4 7-16,4 6 15,-32 33-15,36-21 16,-1 7-16,4 17 16,-5 9-16,-8 9 15,1 7-15,-8 8 0,-7 2 16,-5 3-16,-5 4 15,-2-4-15,-4-1 16,4-40-16,-3 32 16,3-32-16,0 27 15</inkml:trace>
  <inkml:trace contextRef="#ctx0" brushRef="#br0" timeOffset="35792.8833">11530 6692 0,'0'0'0,"0"0"0,11 4 15,8-1-15,12-2 16,3-1-16,11-3 15,-4-4-15,-5-2 16,1-1-16,-9-4 16,-7 0-16,-7-2 0,-4-2 15,-10 18-15,4-20 16,-8 0-16,-7 1 16,-7 2-16,-8 7 15,-7 10-15,-5 5 16,-4 10-16,-3 7 15,4 11-15,6 8 16,9 6-16,9 3 16,14 2-16,10-6 15,14-10-15,6-8 16,8-6-16,7-10 16,9-7-16,3-5 15,11-13-15,-3-3 16,7-6-16,-6-2 15,-4-3-15,-8-1 16,-8 0-16,-10-2 0,-5 1 16,-10 2-16,-8 1 15,-10 26-15,2-27 16,-11 7-16,-16 0 16,-6 7-16,-2 8 15,-6 10-15,5 5 16,7 11-16,3 6 15,4 0-15,20-27 16,-12 32-16,9-2 16,12-5-16,7-9 15,4-7-15,8-8 16,0-7-16,0-5 16,-28 11-16,28-18 15,-4-2-15,-24 20 16,17-25-16,-17 25 15,13-18-15,-6 7 16,-4 12-16,-3-1 16,2 14-16,1 7 0,14 8 15,6-7-15,6-8 16,10-10-16,4-10 16,-1-10-16</inkml:trace>
  <inkml:trace contextRef="#ctx0" brushRef="#br0" timeOffset="36089.6846">12616 6119 0,'0'0'0,"-2"12"0,3 16 16,-1 19-16,-1 11 16,-1 7-16,-6 6 15,1-1-15,0-6 16,2-1-16,-1-7 0,2-9 16,0-8-1,4-2-15,0-3 0,0-34 16,5 30-16,-5-30 15,6 27-15</inkml:trace>
  <inkml:trace contextRef="#ctx0" brushRef="#br0" timeOffset="36261.5395">12422 6606 0,'0'0'0,"19"0"0,18-4 0,26-2 15,44-2-15,21 4 16,10-2-16</inkml:trace>
  <inkml:trace contextRef="#ctx0" brushRef="#br0" timeOffset="48994.4432">15084 7577 0,'0'0'0,"0"0"0,0 0 0,0-4 16,0 4-16,2-9 16,-2 9-16,3-8 15,-3 8-15,3-9 16,-3 9-16,3-5 16,-3 5-16,6-4 15,-6 4-15,11 0 16,6 4-16,16-1 15,1 0-15,9-1 16,7 0-16,7-2 0,6-2 16,15 0-16,8-2 15,7-3-15,10-1 16,9 0 0,8-1-16,8 5 15,11-5-15,6 5 0,7-2 16,5 1-16,6-1 15,7 2-15,4 2 16,-3 1-16,-3-2 16,10 4-16,-9 0 15,-8-2-15,-4 0 16,-13 1-16,-16-5 16,-8 5-16,-13 0 15,-17-2-15,-16 1 16,-12 1-16,-62 0 15,44-1-15,-44 1 16,32 2-16,-11 1 16,-12 7-16,-19 4 0</inkml:trace>
  <inkml:trace contextRef="#ctx0" brushRef="#br0" timeOffset="122439.1085">2477 9231 0,'0'0'0,"0"0"0,4-1 0,-4 1 16,12-4-16,4 0 16,-16 4-16,29 2 0,4 2 15,12 2-15,-4 2 16,3-4-16,3-1 15,2-2-15,0 0 16,6 4-16,6-3 16,5-2-16,6 2 15,7-4-15,6 2 16,0-2-16,11 2 16,5-3-16,3 1 15,5-2-15,5 1 16,3-1-16,-1-3 15,4 0-15,6 1 16,-3 4-16,0 1 16,5-2-16,-1-3 15,4 1-15,5-3 16,1 2-16,-2 1 16,3 1-16,1-2 15,3 2-15,0 2 16,1 0-16,-6-1 0,4-1 15,-5 3-15,7-1 16,0 0-16,-3-2 16,1 3-16,-2 2 15,1-2-15,-1 1 16,2 0-16,-3-3 16,3 4-16,1 1 15,-1-2-15,-4 1 16,-2 2-16,6-2 15,-2-4-15,1 2 16,6 4-16,1-6 16,2 0-16,1 3 15,1-4-15,-3 2 16,-1 4-16,4-3 16,0-1-16,1 0 15,1-4-15,-2 0 16,-2 2-16,-1 0 0,-2 3 15,0-6-15,3 7 16,-3-3-16,-5 3 16,-3 3-16,-13-2 15,-9 1-15,-9-1 16,-18-5-16,-15 3 16,-74 1-16,61-6 15,-61 6-15,44-4 16</inkml:trace>
  <inkml:trace contextRef="#ctx0" brushRef="#br0" timeOffset="177495.1446">5109 13884 0,'0'0'0,"0"0"0,8 2 0,12-2 15,10 1-15,8 1 16,7-1-16,10 0 16,6-1-16,7 0 15,13 0 1,7-2-16,9-3 0,11-1 16,6-3-16,9 2 15,6-4-15,8-1 16,14 0-16,9 3 15,5 2-15,5 1 16,6 3-16,1 1 16,-2-2-16,7 4 15,-2 0-15,4 2 16,6 4-16,1 2 16,2 1-16,-8 1 15,-5 0-15,-10 3 16,-8 2-16,-12-4 15,-4 3-15,-13-2 16,-6-3-16,-11 1 0,-13-2 16,-16-4-16,-15-2 15,-15-1-15,-57-1 16,43 0-16,-43 0 16,31-2-16,-31 2 15,17-1-15,-13-5 16,-20 1-16,-20 3 15</inkml:trace>
  <inkml:trace contextRef="#ctx0" brushRef="#br0" timeOffset="197710.7433">13162 11668 0,'0'0'0,"0"0"0,5 4 15,9 5-15,4 4 16,7 5-16,12 2 16,5 1-16,9-2 0,6 1 15,14-2-15,5 2 16,10-4-16,5-2 16,2-4-16,5-2 15,2-5-15,7-2 16,-1-2-16,1-2 15,-3-4-15,-6-2 16,-3-6 0,-5-6-16,-7-4 0,-7-7 15,-8-2-15,-9-9 16,-11-6-16,-11-2 16,-8-6-16,-10-2 15,-9 1-15,-13-6 16,-8-3-16,-11 1 15,-10-2-15,-6-4 16,-5 5-16,-9 0 16,-3 1-16,-6 7 0,-8 4 15,-4 3-15,-2 4 16,-8 4-16,-1 7 16,-6 4-16,0 8 15,-7 7-15,0 7 16,1 9-16,-1 10 15,1 9-15,3 10 16,0 10-16,2 7 16,1 9-16,3 10 15,2 8-15,0 6 16,9 6-16,8 3 16,12 1-16,14-1 15,16-3-15,18-3 16,19-2-16,14-4 15,17-6-15,21-5 16,22-9-16,20-12 16,18-2-16,9-9 15,7-4-15,7-5 16,-3-2-16,-7-5 0,-7-7 16,-15-4-16</inkml:trace>
  <inkml:trace contextRef="#ctx0" brushRef="#br0" timeOffset="198679.3736">15911 15172 0,'0'0'0,"13"-3"0,12-7 16,5-6-16,6-5 15,-4-3-15,-7-1 16,-12-7-16,-8-3 16,-7-3-16,-9-8 15,-9-3-15,-6-3 16,-13 2-16,-10-2 15,-4 2-15,-7-2 16,-8 5-16,-8 3 16,-10 5-16,-6 7 15,-9 3-15,-3 8 16,-8 8-16,-6 10 16,-1 8-16,2 10 15,5 13-15,6 2 16,5 14-16,10 9 15,12 10-15,7 9 16,13 12-16,13 8 16,16 6-16,20 11 0,18 2 15,15-2-15,20 2 16,14-1-16,20-6 16,14-5-16,12-7 15,6-15-15,10-14 16,-3-15-16,5-14 15,-1-12-15,3-16 16,-6-11-16,3-8 16,-10-13-16,-12-11 15,-5-8-15,-12-16 16,-7-10-16,-8-9 16,-13-10-16,-12-6 15,-14-8-15,-16-7 16,-11-2-16,-19-2 15,-18-3-15,-15 0 16,-22-1-16,-17 0 16,-21 6-16,-13 7 0,-25 18 15,-19 13-15,-24 18 16</inkml:trace>
  <inkml:trace contextRef="#ctx0" brushRef="#br0" timeOffset="221409.828">16578 12721 0,'0'0'0,"0"0"0,0 0 16,0-2-16,0 2 15,-3-6-15,-2-5 16,5 11-16,-8-14 0,-6-1 15,-2 4 1,-4 6-16,-10 5 16,-7 11-16,-8 9 15,-7 8-15,-2 9 0,1 7 16,10 1-16,4 4 16,10-1-16,13-1 15,12-3-15,7-2 16,14-5-16,11-5 15,7-4-15,8-4 16,8-8-16,7-7 16</inkml:trace>
  <inkml:trace contextRef="#ctx0" brushRef="#br0" timeOffset="222097.1466">16664 12922 0,'0'0'0,"0"0"0,0 0 0,3-3 15,-3 3-15,5-10 16,-6-2-16,1 12 15,-7-13 1,-4 4-16,-15 5 0,-4 8 16,-6 8-16,-5 12 15,3 5-15,7 1 16,11 4-16,10 1 16,8-3-16,14-3 15,6 4-15,11-7 16,6-2-16,10-7 15,0-4-15,7-9 16,-3-4-16,1-8 16,-3-3-16,-8-3 15,-6-2-15,-9-5 16,-4 0-16,-5 0 0,-15 21 16,8-22-1,-8-2-15,-13 4 0,-9 8 16,-3 7-16,-4 6 15,2 9-15,27-10 16,-23 13-16,5 2 16,18-15-16,-13 21 15,10-1-15,11-1 16,-8-19-16,13 15 16,5-4-16,6-11 15,-24 0-15,25-3 16,-1-7-16,-24 10 15,23-13-15,-23 13 16,15-12-16,-15 12 16,9-6-16,-9 10 15,0-4-15,-2 14 16,0 8-16,4 2 16,9-4-16,14-4 15,7-7-15,2-7 0</inkml:trace>
  <inkml:trace contextRef="#ctx0" brushRef="#br0" timeOffset="222409.612">17178 12539 0,'0'0'0,"-2"7"0,-2 11 15,5 19-15,0 12 16,-2 9-16,-5 5 16,3 0-16,1 0 15,-1-2-15,3-9 16,0-7-16,1-3 15,-2-6-15,1-7 16,0-29-16,-2 27 0,2-27 16,-4 21-16,0-11 15</inkml:trace>
  <inkml:trace contextRef="#ctx0" brushRef="#br0" timeOffset="223206.2825">17074 13027 0,'0'0'0,"0"0"16,8-4-16,11 2 15,20-2-15,5 1 16,9 2-16,0 2 16,-2-2-16,-4 2 15,-6-1-15,-41 0 16,33 0-16,-33 0 15,30-3-15,-30 3 16,24-3-16,-13-5 16,-11 8-16,1-9 15,-11 1-15,-13 2 0,-4 7 16,0 7-16,-5 5 16,6 6-16,26-19 15,-18 21-15,6 3 16,9 2-16,10-1 15,3-6-15,5-2 16,5-5-16,-20-12 16,21 6-16,5-5 15,-26-1-15,26-1 16,-26 1-16,24-9 16,-24 9-16,19-13 15,-19 13-15,11-12 16,-7 3-16,-4 9 15,-6-3-15,0 9 16,6-6-16,-2 11 16,6 3-16,-4-14 15,13 10-15,7-5 0,3-8 16,3-9-16,-4-5 16,-1-7-16,3-5 15,-6-4-15,-1-5 16,-3-8-16,-2-4 15,-4-2-15,0-2 16,-4-2-16,0 3 16,-4 2-16,-3 4 15,3 47-15,-3-39 16,3 39-16,-5-31 16,5 31-16,-2-22 15,0 12-15,0 17 16,-4 15-16,0 10 15,-1 11-15,1 10 16,0 5-16,0 2 16,0 3-16,6-6 15,4-1-15,2-4 16,3-6-16,1-8 0,-10-38 16,12 33-16,1-7 15,4-5-15,4-8 16,-5-11-16,2-9 15</inkml:trace>
  <inkml:trace contextRef="#ctx0" brushRef="#br0" timeOffset="223987.3631">17891 13030 0,'0'0'0,"0"0"0,2 8 15,1 5-15,4 7 16,-7-20-16,14 20 16,3 0-16,-17-20 15,19 17-15,2-9 16,-21-8-16,17-1 16,0-8-16,-4-6 15,-13 15-15,9-22 16,-9 22-16,7-23 15,-7 23-15,6-22 0,-6 22 16,3-16-16,-4 9 16,-5 13-16,2 14 15,-1 7-15,1 8 16,0 6-16,4 3 16,-1 5-16,3 1 15,-4 0-15,-2 0 16,-2-1-16,0-2 15,0-4-15,-2 0 16,8-43-16,-11 34 16,-4-6-16,-6-7 15,-2-8-15,3-14 16,-1-5-16,4-7 16,7-7-16,1-8 15,13-5-15,1-2 16,10-6-16,9 1 15,5-2-15,6-2 16,8-1-16,4 3 16,-5-3-16,4 3 0,-9 3 15,-6 2 1,-5 6-16,-26 31 0,21-28 16,-21 28-16,9-23 15,-9 23-15,3-19 16,-10 7-1,7 12-15,-15-4 0,0 7 16,3 11-16,9 5 16,8 6-1,6 2-15,6 3 0,0 1 16,3 2-16,-20-33 16,19 30-16,-2-2 15,-17-28-15,10 25 16,-10-6-16,-15-7 15,-6-6-15,-8-12 16,-3-8-16</inkml:trace>
  <inkml:trace contextRef="#ctx0" brushRef="#br0" timeOffset="224315.4454">18372 12475 0,'0'0'0,"2"8"16,2 14-16,5 9 15,-1 13-15,-1 10 16,-6 3-16,3 6 15,-4 0-15,2 0 16,-3-3-16,0-2 16,3-6-16,2-6 0,2-5 15,6-5 1,3-4-16,4-6 16,2-2-16,1-9 0,8-6 15,7-7-15</inkml:trace>
  <inkml:trace contextRef="#ctx0" brushRef="#br0" timeOffset="224487.2548">18353 13046 0,'0'0'0,"0"0"0,7-3 15,20-1-15,16 0 16,12 2-16</inkml:trace>
  <inkml:trace contextRef="#ctx0" brushRef="#br0" timeOffset="224799.6866">18579 12454 0,'0'0'0,"11"12"0,7 3 15,14 18-15,8 11 16,3 16-16,2 8 15,-3 11-15,-8 7 16,-7 4-16,-8-1 16,-12-5-16,-12-7 15,-15-8-15,-10-4 16,-15-3-16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2.98804" units="1/cm"/>
          <inkml:channelProperty channel="Y" name="resolution" value="650.78448" units="1/cm"/>
          <inkml:channelProperty channel="T" name="resolution" value="1" units="1/dev"/>
        </inkml:channelProperties>
      </inkml:inkSource>
      <inkml:timestamp xml:id="ts0" timeString="2024-03-26T08:20:36.4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12992 2182 0,'0'0'0,"10"1"0,12-4 16,11-5-16,12 3 15,9 0-15,7-1 16,-1 2-16,7-1 15,-3 3-15,1 0 16,4 1-16,1 0 0,5 1 16,1 0-16,1-6 15,4 3-15,8-3 16,3 0-16,3 3 16,8-6-16,4 4 15,4-3-15,3 1 16,5 0-16,7-1 15,3 2-15,1-1 16,5 2-16,3-5 16,4 5-16,7-4 15,2 4-15,3-1 16,2 3-16,2-7 16,0 4-16,5 1 15,4 1-15,3-6 16,7 8-16,3-2 15,-1-2-15,-3 5 16,5-6-16,3 5 0,-1 2 16,5 1-16,0 1 15,5-4-15,1 5 16,3 4-16,4-5 16,2-4-16,1 9 15,-1-4-15,-1 1 16,0-1-16,-2 4 15,0-2-15,-2-3 16,1 2-16,-6 2 16,-3-4-16,-3 7 15,-5-2-15,-3 5 16,-10-1-16,-12 3 16,-10-1-16,-15 6 15,-18 1-15,-11 3 16,-24-2-16,-19 3 15</inkml:trace>
  <inkml:trace contextRef="#ctx0" brushRef="#br0" timeOffset="44099.8168">2208 2752 0,'0'0'0,"0"0"0,9-5 16,8 4-16,9 0 16,2-2-16,8 0 15,-3 2-15,6-2 16,3 2-16,10 0 15,3 1-15,9-3 16,4-2-16,3 0 16,11 0-16,3-2 15,8 3-15,5-1 16,5 0-16,7 0 0,3-2 16,4 3-16,6 0 15,3 1-15,5 2 16,1 0-16,1-4 15,3 4-15,4 1 16,2-3-16,0-1 16,7 1-16,1-2 15,3 1-15,5-2 16,3-1-16,8 2 16,2-1-16,3 0 15,6-1-15,1 0 16,-4-1-16,3 1 15,2 0-15,-2 5 16,-1-2-16,-3-1 16,-5 1-16,-3 2 15,-9-2-15,-4-1 0,-8 1 16,-6 3 0,-15-4-16,-19 4 0,-14 6 15,-21 1-15,-18 8 16</inkml:trace>
  <inkml:trace contextRef="#ctx0" brushRef="#br0" timeOffset="80060.8137">3523 10096 0,'0'0'0,"0"0"0,0 0 16,1 0-16,2-1 15,-3 1-15,9-1 16,5 1-16,8 3 16,5 1-16,5-2 15,3 1-15,7 0 16,7 0-16,9-3 15,7 2-15,9-4 0,8-2 16,12 4 0,9-5-16,13 3 0,7-5 15,11 1 1,8-4-16,13 3 0,7-1 16,13 0-16,2 4 15,11-1-15,4 2 16,2 2-16,3 2 15,3-1-15,5 6 16,-2-4-16,-5 0 16,2 1-16,-5 1 15,-8-2-15,-10 4 16,-12-2-16,-16-1 16,-20-3-16,-19-1 15,-20-6-15,-20 3 16,-70 4-16,52-2 15,-52 2-15,36-5 16,-16 0-16,-23-3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2.98804" units="1/cm"/>
          <inkml:channelProperty channel="Y" name="resolution" value="650.78448" units="1/cm"/>
          <inkml:channelProperty channel="T" name="resolution" value="1" units="1/dev"/>
        </inkml:channelProperties>
      </inkml:inkSource>
      <inkml:timestamp xml:id="ts0" timeString="2024-03-26T08:22:43.7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1903 3543 0,'0'0'0,"0"0"0,3-2 16,11-6-16,4 2 16,3 1-16,1 1 15,3 3-15,-2 0 16,0 1-16,2 0 16,2 0-16,2 0 15,6 0-15,5 0 16,-2-2-16,11 4 15,-4-2-15,7 0 16,0-2-16,3-2 16,6 3-16,1-1 15,3-2-15,7 1 16,2 3-16,1-1 16,5-1-16,3 1 15,4-2-15,6 1 16,-1-5-16,4 4 0,1 0 15,3-1-15,-3 2 16,-2 1-16,5-2 16,1-3-16,5 3 15,5 1-15,-5-5 16,2 5-16,1-1 16,2 2-16,-1-2 15,3 1-15,-2 0 16,-2-1-16,3 1 15,2 3-15,1-3 16,1 2-16,4 0 16,-3-2-16,1 0 15,2-1-15,-1 3 16,0-1-16,-1 1 16,4 0-16,-5 1 15,4-1-15,2 6 0,-3-5 16,-5 0-16,0 1 15,0-1-15,0 1 16,-3-1-16,-3 2 16,-1-2-16,-1 1 15,-4-1-15,2 1 16,-5 3-16,-3-2 16,0 0-16,-4-2 15,-3 0-15,-5 3 16,1 0-16,-8-1 15,-3 0-15,-6 1 16,-4-3-16,-4 0 16,-4 1-16,-11-1 15,-46-1-15,44 1 16,-44-1-16,36 0 16,-36 0-16,28 1 15,-28-1-15,19-1 16,-13 5-16,-17 4 0</inkml:trace>
  <inkml:trace contextRef="#ctx0" brushRef="#br0" timeOffset="22885.6974">14352 7926 0,'0'0'0,"0"0"0,-3-4 16,-5 2-16,-11 9 15,-7 6-15,-13 15 16,-12 18-16,-12 16 16,-4 15-16,-1 14 0,4 4 15,10 4-15,21-3 16,14-5 0,18-5-16,13-11 0,15-10 15,10-15 1,13-11-16,8-16 0,2-19 15</inkml:trace>
  <inkml:trace contextRef="#ctx0" brushRef="#br0" timeOffset="23354.3528">14429 8082 0,'0'0'0,"-2"8"0,5 12 15,-7 23-15,1 14 0,3 12 16,0 5 0,-4 1-16,0 0 0,3-4 15,-5-3 1,-3-10-16,9-58 0,-7 51 15,7-51-15,-7 37 16,7-37-16,-8 25 16,4-13-16,5-18 15,2-13-15,2-12 16,8-10-16,2-8 16,6-4-16,4 0 15,6 6-15,5 10 16,-2 13-16,5 10 15,-3 13-15,1 10 16,-7 12-16,-5 10 16,-4 5-16,-5 4 15,-12 4-15,3-3 16,-9-3-16,0 1 0,-1-5 16,1 0-16,1-6 15,11-8-15</inkml:trace>
  <inkml:trace contextRef="#ctx0" brushRef="#br0" timeOffset="24104.1504">15086 8662 0,'0'0'0,"8"1"0,7-2 16,10-1-16,6 0 16,6-1-16,-1-3 15,-36 6-15,37-8 16,-6-5-16,-11-7 16,-10-2-16,-10 22 15,4-23-15,-11-1 0,-6 2 16,-9 0-1,-5 12-15,-7 6 0,-4 8 16,-9 10-16,4 11 16,-2 10-16,9 12 15,17 1-15,10 5 16,9-4-16,19-5 16,5-9-16,12-3 15,13-14-15,8-7 16,8-10-1,8-8-15,2-9 0,0-7 16,-2-6-16,-5-3 16,-6-3-16,-10-4 15,-15 3-15,-13 4 16,-24 32-16,18-28 16,-12 1-16,-12 2 15,-12 5-15,-9 7 16,-14 6-16,-1 9 15,-3 8-15,3 9 16,7 5-16,11 3 16,11 0-16,11-3 0,10 0 15,14-5-15,7-3 16,1-8-16,5-1 16,-1-9-16,0-7 15,-6-4-15,-28 13 16,25-16-16,-25 16 15,16-17-15,-16 17 16,10-14-16,-5 5 16,-7 11-16,-2 12 15,-1 10-15,4 5 16,8 2-16,7-3 16,12-4-16,13-13 15,7-10-15</inkml:trace>
  <inkml:trace contextRef="#ctx0" brushRef="#br0" timeOffset="24385.3402">16255 8070 0,'0'0'0,"-2"12"0,-1 13 16,1 21-16,-2 10 16,-4 11-16,2 9 15,1 3-15,-2-6 16,1-1-16,4-6 16,3-11-16,6-9 15,5-11-15,7-7 16,4-10-16,11-13 15,4-13-15</inkml:trace>
  <inkml:trace contextRef="#ctx0" brushRef="#br0" timeOffset="24572.7985">16124 8445 0,'0'0'0,"0"0"0,9 1 0,23 0 16,19-4-16,13 2 15,11 0-15,5-3 16</inkml:trace>
  <inkml:trace contextRef="#ctx0" brushRef="#br0" timeOffset="24869.6105">16445 7824 0,'0'0'0,"10"10"0,18 20 15,9 19-15,12 16 16,3 22-16,0 16 16,-4 10-16,-4 9 15,-15 12-15,-18 5 16,-20-4-16,-15 3 16,-20 2-16,-24 7 15,-24 17-15</inkml:trace>
  <inkml:trace contextRef="#ctx0" brushRef="#br0" timeOffset="47630.3396">3179 10103 0,'0'0'0,"11"-3"0,8-2 0,10 2 16,9 2-16,11-3 15,7 3-15,5 3 16,7 0-16,6-1 16,6 1-16,9 2 15,3 0-15,7-1 16,6 0-16,7-2 16,6 1-16,4-1 15,5-2-15,5 2 16,5-2-16,5-2 15,7 1-15,4 1 16,6 1-16,4 2 16,2 2-16,6 0 0,-3-1 15,4 1-15,-6 0 16,-2-1-16,-6-1 16,-1-2-16,-8 0 15,-1-1-15,-2-2 16,-2 3-16,-3 0 15,-6 1-15,-4 0 16,-11 0-16,-15-1 16,-11-3-16,-13-1 15,-16-1-15,-13-2 16,-52 7-16,37-9 16,-37 9-16,25-6 15,-25 6-15,13-5 16,-15 2-16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2.98804" units="1/cm"/>
          <inkml:channelProperty channel="Y" name="resolution" value="650.78448" units="1/cm"/>
          <inkml:channelProperty channel="T" name="resolution" value="1" units="1/dev"/>
        </inkml:channelProperties>
      </inkml:inkSource>
      <inkml:timestamp xml:id="ts0" timeString="2024-03-28T04:46:38.8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8445 12364 0,'0'0'0,"0"0"0,0 0 0,1-1 0,-1 1 15,4-1-15,5-3 16,10 1-16,1 2 16,6 1-16,4 1 0,0 2 15,1 3-15,8-2 16,9 3-16,0-2 15,12 1-15,5-3 16,6 1-16,7 0 16,10 1-16,2 0 15,11-5-15,10 1 16,8 2-16,3-3 16,8-3-16,7 3 15,3-1-15,6 1 16,4-3-16,9 2 15,3-2-15,5 1 16,9 0-16,-3-1 16,7 0-16,8 3 15,-3-2-15,-1 2 16,1 4-16,-3 2 16,1-1-16,1 2 0,-1 1 15,1-2-15,4-1 16,-1 7-16,2-7 15,1 1-15,-4 5 16,6-7-16,-4 5 16,-1-2-16,3 4 15,1-2-15,-9-4 16,1 6-16,-5-2 16,-5-4-16,-7 2 15,-10 3 1,-7-4-16,-11 0 0,-12 1 15,-15 0-15,-6-2 16,-19 3-16,-16-3 16,-18-2-16,-52-3 15,41 0-15,-41 0 16,27-1-16,-15-4 0</inkml:trace>
  <inkml:trace contextRef="#ctx0" brushRef="#br0" timeOffset="38134.5998">16765 8450 0,'0'0'0,"10"-1"0,18-3 0,7-1 0,19-3 15,8 1-15,-3 1 0,0 1 16,-3-1-16,-13 2 15,-43 4-15,34-4 16,-34 4-16,26-4 16,-26 4-16,18-1 15,-18 1-15,10 0 16,-10 0-16</inkml:trace>
  <inkml:trace contextRef="#ctx0" brushRef="#br0" timeOffset="38539.3059">17817 7817 0,'0'0'0,"0"0"0,1 6 0,-2 20 0,4 9 16,-4 12-16,9 12 15,-7 8-15,-2 4 16,-1 5-16,-3 2 15,-4-6-15,8-1 16,-1-11-16,1-6 16,4-7-16,3-8 15,-2-7-15,-4-32 16,-2 26-16,2-26 16,-2 23-16,-5-11 0,-3-18 15</inkml:trace>
  <inkml:trace contextRef="#ctx0" brushRef="#br0" timeOffset="38814.8781">18024 7884 0,'0'0'0,"0"0"0,0 0 0,1 11 16,3 23-16,-7 15 16,-2 16-16,-1 11 15,3 4-15,0-3 16,2-8-16,4-10 16,-2-8-16,3-11 0,-4-40 15,4 34-15,0-3 16,-4-31-16,3 28 15,-3-28-15,2 21 16</inkml:trace>
  <inkml:trace contextRef="#ctx0" brushRef="#br0" timeOffset="38998.2627">17860 8405 0,'0'0'0,"17"-4"0,14 0 0,19-1 16,14 3-16,10 1 16</inkml:trace>
  <inkml:trace contextRef="#ctx0" brushRef="#br0" timeOffset="39491.5255">18277 8603 0,'0'0'0,"7"-7"0,7-6 0,2-5 16,7 4-16,8 2 0,-1 8 15,2 6-15,0 8 16,-5 6-16,-1 8 16,-9 11-16,-11 7 15,-12 8-15,-12 3 16,-4-4-16,-10-8 15,-3-6-15,0-12 16,2-5-16,0-8 0,-3-4 16,0-6-1,9-7-15,-1-6 16,9-8-16,10-8 0,3-2 16,12 4-16,3 1 15,6 8-15,5 10 16,8 9-1,1 6-15,5 8 16,-1 4-16,2 2 0,5 1 16,1-2-16,4-4 15,4-4-15</inkml:trace>
  <inkml:trace contextRef="#ctx0" brushRef="#br0" timeOffset="39953.725">19412 7825 0,'0'0'0,"0"0"0,-7-10 0,-7-3 0,-21-4 16,-11 11-16,-10 5 16,-7 13-16,-10 17 15,6 17-15,1 14 16,5 17-16,4 13 16,26 8-16,13 0 15,15-9-15,19-13 16,14-12-16,8-11 15,11-15-15,5-12 16,4-11-16,3-12 16,1-13-16,4-13 15,6-13-15,-1-5 0,-2-9 16,-9-7 0,-10-7-16,-13-10 0,-8-4 15,-14-5 1,-19 0-16,-22 0 15,-21 6-15,-20 13 16,-26 14-16,-18 17 16,-28 26-16</inkml:trace>
  <inkml:trace contextRef="#ctx0" brushRef="#br0" timeOffset="48207.0724">5219 9054 0,'0'0'0,"0"0"0,0 0 0,0-3 0,0 3 16,-4-4-16,4 4 15,-6-3-15,6 3 16,-11-5-16,-2 2 15,13 3-15,-20-5 16,1 1-16,19 4 16,-24-4-16,3 3 15,21 1-15,-28 0 16,4 5-16,-2 4 0,0-1 16,5 2-16,-1 4 15,4-1-15,-3 1 16,21-14-16,-20 18 15,-1 0-15,-1 4 16,0-3-16,1 2 16,3 0-16,1-1 15,-1 0-15,1 2 16,2 1-16,-2 3 16,0 0-16,2 1 15,-1 1-15,7 1 16,-2-3-16,4 1 15,7-27-15,-5 27 16,3 2-16,-3 3 16,5-32-16,0 32 15,1 0-15,-1 1 16,3-3-16,0-4 16,2-1-16,-5-25 0,4 27 15,1-1-15,1 3 16,-6-29-1,10 30-15,2-2 0,5-2 16,0 1-16,-17-27 16,19 21-16,2 1 15,3-2-15,2-1 16,3 2-16,0-7 16,3 1-16,-2 1 15,4-3-15,0-1 16,1-2-16,3 1 15,2 1-15,-3-1 16,-1 1-16,5-1 16,-1 2-16,-1-3 15,4 1-15,-2 0 16,2-1-16,1-2 16,1 0-16,0 1 15,1-1-15,2 0 16,-1-2-16,4 2 0,-1-4 15,-3 2 1,2 1-16,1-3 0,-1 1 16,0-2-16,0 1 15,2-2-15,3-1 16,0 3-16,-2-1 16,3 0-16,-2-2 15,2 2-15,-2-3 16,1 3-1,0 1-15,-2 0 0,2-1 16,-3-2-16,3 2 16,-1-2-16,-2 0 15,0 1-15,-2 0 16,1-1-16,-1 1 16,-4 1-16,3-3 15,0 2-15,-1-1 16,-2 0-16,0-3 0,-2 2 15,-3-1-15,4-2 16,-4 1 0,4 0-16,-4-2 0,0 2 15,-4-2-15,2-1 16,-5 1 0,3-1-16,-2-2 15,3 0-15,-4 0 0,0-1 16,-1 0-16,-3 1 15,1-1-15,0 1 16,-3-2-16,5 1 16,-2-2-16,1 1 15,-4 0-15,0-1 16,1-1-16,-3 1 16,-1-1-16,-24 11 15,25-9-15,-1-3 16,0 1-16,0-2 15,-24 13-15,25-12 16,-4 0-16,-21 12 0,19-15 16,0 0-1,-19 15-15,21-16 16,-4-2-16,-17 18 0,18-16 16,-18 16-16,17-17 15,1-3-15,-18 20 16,13-18-16,-1 0 15,-12 18 1,13-19-16,-2 2 0,-11 17 16,9-17-16,0-1 15,-9 18-15,10-18 16,-4-2-16,-6 20 16,8-19-16,-5-1 15,-3 20-15,5-21 16,-3 3-16,-2 18 15,1-18-15,2 0 16,-3 18-16,4-18 16,-1 0-16,-3 18 15,2-20-15,3 0 16,-5 20-16,-5-22 16,2 1-16,0-2 15,3 23-15,-7-20 0,1 0 16,6 20-16,-5-23 15,-3 3-15,8 20 16,-5-23-16,-1 3 16,6 20-16,-5-24 15,0 1-15,5 23 16,-4-20 0,-3-2-16,7 22 0,-8-22 15,2 0-15,6 22 16,-11-24-16,3 3 15,8 21-15,-12-24 16,4 0-16,-1 1 16,9 23-16,-7-22 15,-1 0-15,8 22 16,-7-21-16,7 21 16,-8-20-16,-2-1 15,10 21-15,-7-19 0,7 19 16,-8-20-16,0 4 15,8 16 1,-11-16-16,-4 3 16,-4 0-16,-3 3 0,1 1 15,-3 0-15,-1-1 16,1 3-16,-4 0 16,-4 4-16,1-5 15,-3 3-15,-6 0 16,1-1-16,-1-2 15,-2 5-15,-4-1 16,-2 1-16,-1-3 16,-2-1-16,1 3 15,0-1-15,-2-2 16,-2 3-16,-2-3 16,-5 1-16,3-1 15,-6-1-15,3-1 16,-2 2-16,-1-1 15,2 0-15,-3-2 0,1 2 16,-2 0-16,-1 1 16,-2 1-1,-2-1-15,-2 0 0,3-1 16,0 3-16,-4 0 16,3 0-16,-2-1 15,0-2-15,3 3 16,-3 3-16,-1-2 15,-3 1-15,-3 3 16,2-1-16,5-1 16,0 3-16,0 3 15,2 2-15,2 4 16,2-3-16,2 0 16,8-3-16,0 3 15,4-1-15,-2 3 16,6-1-16,-1 5 15,50-13-15,-47 10 16,5 2-16,6 4 16,9 3-16,6 1 15,4 5-15,-6 10 0</inkml:trace>
  <inkml:trace contextRef="#ctx0" brushRef="#br0" timeOffset="76447.1253">21790 14487 0,'0'0'0,"0"0"0,9 4 0,13 0 0,4 3 0,8 3 16,5 1-16,2 2 15,1-1-15,3-1 16,6-2-16,4 0 15,3-3-15,6 0 16,1-2-16,4 0 16,5 1-16,4-1 15,-5-1-15,5 3 16,2-1-16,2 0 16,-4-3-16,10 3 15,-2-3-15,6 0 0,2-2 16,0 0-16,-2 4 15,8-1-15,-5-1 16,2-1 0,0-2-16,0 4 0,-4-2 15,5 1-15,-6-2 16,1-2-16,4 3 16,-3 0-16,2-1 15,2 0-15,-4 1 16,4-1-16,0 0 15,-2 2-15,5-2 16,-2 0-16,2 2 16,-3-2-16,1 2 15,-6-1-15,5 1 16,3-3-16,2 3 16,-2-2-16,-2 0 0,-1 4 15,-1-2-15,2 0 16,-5 0-16,0-2 15,-2 1-15,-2-2 16,-7 1-16,4-4 16,-5 2-16,0-2 15,-3-2-15,1 0 16,-7-5-16,-3 3 16,-2-4-16,-1-3 15,-7-2-15,-5-1 16,-6-1-16,-4-2 15,-6 1-15,-4-6 16,-5 1-16,-5-5 16,-4 2-16,-4-4 15,-6-1-15,-6-4 16,-4 2-16,-4-5 16,-7-2-16,-7-3 15,-2 1-15,-8-1 16,-6-2-16,-7 1 15,-1-2-15,-10 6 16,-3-3-16,-7 0 16,-5 5-16,-8-1 15,-9 2-15,-4 0 0,-4 4 16,-8 2-16,-2 5 16,-5 1-16,-6 6 15,1 0-15,-8 0 16,-5 4-16,-4 4 15,-1 4 1,2 3-16,-3 2 0,5 3 16,-1 2-16,-1 5 15,4-2-15,-2 6 16,4-2-16,-3 1 16,-7 1-16,0-4 15,3-2-15,-1-1 0,2 1 16,3 3-16,-3-5 15,7 5 1,0-2-16,2-1 0,2 2 16,3 1-1,0-2-15,-2-1 16,3 1-16,0-1 0,-1 2 16,-2 0-16,6 3 15,-1-3-15,3 2 16,3-1-16,2-1 15,-2 4-15,2-2 16,-1 5-16,-2 1 16,3 3-16,4-5 15,4 3-15,1 2 16,7 1-16,4 4 16,8 2-16,-2 1 15,5 4-15,6 4 16,10-1-16,9 3 15,12 4-15,5 1 16,9 3-16,7 4 16,10 1-16,7-3 15,11 6-15,10 1 16,8-6-16,7 1 0,11-7 16,13-7-16,13-2 15,12-1-15,15-8 16,8-4-16,19-1 15,8-5-15,15 2 16,0 2-16,12-2 16,0 5-16,-1 4 15</inkml:trace>
  <inkml:trace contextRef="#ctx0" brushRef="#br0" timeOffset="129694.6454">3629 9826 0,'0'0'0,"0"0"16,0 0-16,1 0 0,-1 0 0,4 3 16,-4-3-16,5 1 15,5 4-15,-10-5 16,11 7-16,-11-7 15,16 7-15,3 4 16,-19-11-16,30 14 16,-1-3-16,2 4 15,4-5-15,-4-2 0,1 0 16,2-2-16,2-3 16,0 4-16,8-2 15,2 1-15,5-3 16,-3-1-16,1 1 15,3 0-15,-1-3 16,5 2-16,-1 0 16,-4-3-16,3-1 15,4-1-15,-5-1 16,2 2-16,2-1 16,-5-1-16,1-2 15,-2 0-15,0-2 16,-2-1-16,-4-1 15,4 1-15,-6 0 16,0-3-16,3 2 16,-2-3-16,-1 2 15,1-4-15,0 0 16,-1-2-16,0 0 16,-5 2-16,-5-2 15,-6-1-15,4 2 16,-3-4-16,-3 1 0,-2 0 15,-3-1-15,-20 20 16,14-20-16,0-3 16,-8-5-16,3-1 15,-9 29-15,-1-31 16,-4-2-16,-6-4 16,-5 1-16,-6-1 15,-3 4-15,-5 3 16,0 1-16,-6 0 15,-4 0-15,-5 1 16,-1 0-16,-4 5 16,-3 2-16,0 0 15,-3 3-15,-4 0 16,-1 0-16,-6 2 16,-3 3-16,4 3 15,-5 1-15,0 4 0,2 0 16,-1 2-1,-5 2-15,4 2 16,-4 3-16,5 2 0,-3 2 16,1 1-16,3 4 15,-3 1-15,0 3 16,3 4-16,2 2 16,-1 2-16,4 3 15,10 2-15,3 0 16,1 3-16,6 3 15,2 2-15,7 3 16,5 6-16,8 2 16,9 2-16,8-1 15,8 1-15,9 0 16,15-3-16,15 1 16,7-4-16,10-1 15,16-4-15,8-6 16,10-5-16,14-6 15,13-6-15,6-5 16,12-3-16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2.98804" units="1/cm"/>
          <inkml:channelProperty channel="Y" name="resolution" value="650.78448" units="1/cm"/>
          <inkml:channelProperty channel="T" name="resolution" value="1" units="1/dev"/>
        </inkml:channelProperties>
      </inkml:inkSource>
      <inkml:timestamp xml:id="ts0" timeString="2024-03-28T04:49:18.7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2635 2902 0,'0'0'0,"9"-3"0,5-2 0,7-3 0,10-1 16,3 1-16,6 0 0,6 4 15,0 2-15,5 4 16,5 2-16,6-1 15,7-1-15,14-1 16,7-1-16,10 2 16,3 3-16,4-1 15,8-1-15,0-1 16,8 1-16,6-3 16,4-4-16,10 4 15,2-4-15,6-1 16,6 1-16,3 1 15,3-4-15,4 3 16,13-2-16,3 2 16,7 1-16,0 3 15,9-3-15,-6 5 0,-1-2 16,-2 1-16,4 1 16,2 2-16,2 0 15,0 5-15,2-4 16,2-1-16,-5 2 15,-2-1-15,-4-3 16,-3 2-16,-12 0 16,-11 0-16,-9 2 15,-18-2-15,-14 0 16,-15-2-16,-25-2 16,-21 0-16,-63 0 15,46 1-15,-18 3 16,-17 7-16</inkml:trace>
  <inkml:trace contextRef="#ctx0" brushRef="#br0" timeOffset="28402.8975">17811 9600 0,'0'0'0,"0"0"0,4 1 0,3 2 0,9 1 0,0 3 16,12 3-16,3-3 15,4 2-15,5-1 16,2 0-16,1 0 16,8-2-16,5-4 15,8 3-15,3-5 16,13 1-16,4-4 0,9-1 16,3 0-16,6-1 15,11-4-15,12 2 16,2-2-1,1-3-15,6 1 0,1 0 16,3-3-16,3 3 16,7 3-16,5 1 15,-3-3-15,2 3 16,3 2-16,-10-4 16,4 5-16,-8-3 15,-6 4-15,-4 0 16,-2 2-16,-2 0 15,-7 2-15,-2 0 16,-5-2-16,-6 5 16,-12-3-16,-9-1 15,-14 0-15,-17-1 16,-55 1-16,45-1 0,-45 1 16,28-3-16,-28 3 15,17-4-15,-16 1 16</inkml:trace>
  <inkml:trace contextRef="#ctx0" brushRef="#br0" timeOffset="29185.6565">21831 17302 0,'0'0'0,"-9"-2"0,-23 2 0,-13-1 15,-28 0-15,-19-1 16,-20-3-16,-8 1 15,-8 3-15,0 3 16,-5 1-16,-10 1 0,-6 0 16,-5 2-16,1 0 15,7-4-15,1 1 16,-1-2-16,18-5 16,13 0-16,8-1 15,14 2-15,11 0 16,7-1-16,10 0 15,7-1-15,11 1 16,47 4-16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2.98804" units="1/cm"/>
          <inkml:channelProperty channel="Y" name="resolution" value="650.78448" units="1/cm"/>
          <inkml:channelProperty channel="T" name="resolution" value="1" units="1/dev"/>
        </inkml:channelProperties>
      </inkml:inkSource>
      <inkml:timestamp xml:id="ts0" timeString="2024-03-28T04:51:05.1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3487 2866 0,'0'0'0,"12"-3"0,11-2 0,13-5 0,14-1 16,5 4-16,8-1 16,2 2-16,8 4 15,-3 5-15,-1-1 16,7 2-16,3 0 16,2 0-16,8 3 15,2-4-15,0 1 0,9 0 16,2 2-16,4-1 15,1 1-15,4-3 16,6-1-16,-1 3 16,5-3-16,6 1 15,-1-4-15,6-2 16,8 2-16,2-4 16,4 3-16,4 0 15,1-1-15,-3-2 16,7 3-16,-3-2 15,0 1-15,5 0 16,2 1-16,-2 1 16,0-2-16,1 3 15,0-2-15,-4-3 16,3 1-16,-1 1 16,-3-2-16,1 0 15,-3 4-15,1 1 0,-3-4 16,-3 2-16,3-3 15,-4 3-15,-1-2 16,2-1-16,-4-2 16,-3 2-16,0 0 15,-1 1-15,-1-1 16,-2 3-16,-2-4 16,-1 3-16,1 1 15,-8 0-15,5-1 16,-1 1-16,-2 2 15,-6 0-15,-6-1 16,-6 2-16,-1-1 16,-12 0-16,-6 1 15,-13-1-15,-7-3 16,-70 3-16,55-4 16,-6 0-16,-49 4 15,37-4-15,-37 4 16,26-3-16,-15 6 0</inkml:trace>
  <inkml:trace contextRef="#ctx0" brushRef="#br0" timeOffset="33147.8847">3429 8116 0,'0'0'0,"0"0"0,0 0 0,1-1 0,-1 1 0,6-4 16,8 0-16,5 1 16,2 0-1,-21 3-15,25 0 0,2 1 16,8 1-16,-4 1 16,7 1-16,0 0 15,1-2-15,2-1 16,11 4-16,-1-2 15,9 0-15,2-1 16,6 0-16,5-1 16,7 5-16,4-3 15,2-1-15,6 0 16,5 1-16,-3 0 16,12 0-16,1 1 0,2-1 15,8-1 1,0-1-16,1 0 15,2-2-15,1 2 0,1 0 16,2-1-16,0 1 16,4-1-16,-3 3 15,8-2-15,0 4 16,1-3-16,2 2 16,0 0-16,4 0 15,-5 3-15,3 2 16,0-2-16,-9 4 15,5 2-15,1-4 16,-9 1-16,-2 3 16,1-2-16,-8-1 15,-7 1-15,-8-2 16,-6-1-16,-12-2 16,-7-3-16,-9 1 15,-12-2-15,-56-2 16,48 2-16,-48-2 0,38-2 15,-17-2-15,-27-3 16</inkml:trace>
  <inkml:trace contextRef="#ctx0" brushRef="#br0" timeOffset="33854.5678">3549 8239 0,'0'0'0,"7"0"0,9 1 0,9 4 0,15 2 16,11 1 0,8-1-16,14 0 0,6-4 15,11-1-15,6-3 16,4-1-16,9 0 16,10-5-16,7-1 15,12-2-15,9-5 16,8 2-16,9 2 15,12-2-15,5 2 0,8 1 16,8 3-16,5 5 16,7-1-1,3 5-15,1 1 16,-1 2-16,5-4 0,-10 3 16,-3 3-16,-7-3 15,-12 1-15,-6 1 16,-6-3-16,-12 1 15,-12-1-15,-11 1 16,-20-1-16,-14-1 16,-14-1-16,-90-1 15,68 3-15,-68-3 16,46 1-16,-23 0 16,-49 2-16</inkml:trace>
  <inkml:trace contextRef="#ctx0" brushRef="#br0" timeOffset="36555.0427">6409 9369 0,'0'0'0,"0"0"0,3-4 0,-3 4 0,6-9 15,4-4-15,-10 13 16,7-18-16,-7 18 16,7-19-16,-7-2 15,-10 1-15,-10 5 16,-4 7-16,-11 6 15,-8 9-15,-5 8 16,-6 11-16,-6 10 16,-4 8-16,6 10 15,4 6-15,14 6 16,13-1-16,11-2 16,14-3-16,19-5 15,11-11-15,13-3 16,13-8-16,2-9 15,10-10-15,3-8 16,-3-8-16,-5-7 0,-5-6 16,-15-7-16,-14-2 15</inkml:trace>
  <inkml:trace contextRef="#ctx0" brushRef="#br0" timeOffset="36918.3787">6110 8815 0,'0'0'0,"0"0"0,2 10 0,-1 18 16,3 12-16,-2 10 0,-4 4 16,-2-4-1,4-4-15,-1-5 0,0-7 16,1-34-16,3 28 15,-3-28 1,3 27-16,-3-27 0,4 21 16,0-14-16</inkml:trace>
  <inkml:trace contextRef="#ctx0" brushRef="#br0" timeOffset="37196.7146">6456 8637 0,'0'0'0,"0"0"0,1 5 0,-1 16 0,-3 12 0,-2 14 15,-1 7 1,-2 2-16,-1-1 0,0-3 15,4-6-15,-2-5 16,7-41-16,-4 36 16,4-36-16,0 30 15,0-30-15,-3 23 16,-2-13-16</inkml:trace>
  <inkml:trace contextRef="#ctx0" brushRef="#br0" timeOffset="37664.154">6297 8264 0,'0'0'0,"0"0"0,-5-6 0,-4-6 0,-7 1 0,-6 2 16,-2 11-16,-7 12 16,-1 8-16,-2 12 15,3 7-15,-2 8 16,10 4-16,11 2 16,11-4-16,6-4 15,15-10-15,10-11 16,2-9-16,5-9 15,3-8-15,2-5 16,-1-7-16,2-4 16,-1-2-16,-3-9 15,-8-2-15,-3-4 16,-11-5-16,-4-3 16,-13-5-16,-9 0 15,-7 2-15,-8 0 0,-7 9 16,-9 5-16,-7 9 15,-7 12-15,-3 9 16</inkml:trace>
  <inkml:trace contextRef="#ctx0" brushRef="#br0" timeOffset="38145.4821">6813 9585 0,'0'0'0,"0"0"0,0 0 0,-4-3 16,4 3-1,-5-6-15,4 1 0,10 5 16,9 0-16,16 6 16,12 1-16,16 1 15,7-1-15,6 1 16,-1-4-16,-7-1 16,-9-2-16,-58-1 15,48 2-15,-48-2 16,40-2-16,-40 2 15,24-2-15,-4-3 16,-20 5-16</inkml:trace>
  <inkml:trace contextRef="#ctx0" brushRef="#br0" timeOffset="38588.7645">8094 9352 0,'0'0'0,"0"0"0,-12-1 0,-17 0 0,-18 4 15,-9 6-15,-4 10 16,-1 10-16,7 10 15,8 8-15,11 7 16,9 0-16,10-2 16,16-4-16,14-6 15,14-7-15,7-10 0,8-5 16,6-7-16,2-7 16,0-6-16,3-5 15,-4-6 1,-6-4-16,-4-8 0,-8-3 15,-11-9-15,-10-4 16,-10-6-16,-9-3 16,-6-2-16,-17 1 15,-3 6-15,-8 4 16,-4 13-16,46 26 16,-46-19-16</inkml:trace>
  <inkml:trace contextRef="#ctx0" brushRef="#br0" timeOffset="38860.3292">8483 9354 0,'0'0'15,"-1"15"-15,-3 16 0,1 11 0,-6 11 16,0 5-16,-7 0 0,9-4 16,0-5-16,3-6 15,-1-6 1,5-37-16,0 35 0,5-5 16,-5-30-16,3 29 15,5-10-15,4-12 16</inkml:trace>
  <inkml:trace contextRef="#ctx0" brushRef="#br0" timeOffset="39127.4269">8837 9286 0,'0'0'0,"0"0"0,0 6 0,-3 23 16,-6 11-16,0 12 16,-3 8-16,1 3 15,8-2-15,-5-2 0,0-9 16,5-4-16,3-8 16,0-38-16,-2 31 15,3-2-15,-1-29 16,0 26-16,-1-10 15</inkml:trace>
  <inkml:trace contextRef="#ctx0" brushRef="#br0" timeOffset="39293.9635">8447 9682 0,'0'0'0,"23"-3"0,27 1 0,37-1 0,29 7 16,19 5-16</inkml:trace>
  <inkml:trace contextRef="#ctx0" brushRef="#br0" timeOffset="53215.0936">11113 7967 0,'0'0'0,"9"1"0,12 2 0,7-1 0,20 3 15,11-2-15,14 3 0,7 0 16,10-2-16,12 2 16,7-3-16,9 1 15,6-4 1,0 0-16,3 1 0,4 0 16,1 1-16,-1 1 15,-9-2-15,-13 1 16,-11-1-16,-16-1 15,-13 2-15,-16-3 16,-53 1-16,42 0 16,-42 0-16,27-1 15,-20 0-15,-28-3 16,-20-2-16,-21-1 16,-14 0-16</inkml:trace>
  <inkml:trace contextRef="#ctx0" brushRef="#br0" timeOffset="53615.1012">11105 8056 0,'0'0'16,"0"0"-16,8 0 0,5-1 0,31 0 0,18-2 15,15 2-15,17-6 16,15 5-16,12-1 16,10 0-16,14-1 15,-1-1-15,8-3 16,4 3-16,1-1 15,1 3-15,-5 0 16,-5 3-16,-12-5 16,-13 6-16,-16-1 15,-19 5-15,-9 1 0,-79-6 16,57 5 0,-57-5-16,37 7 0,-18 6 15,-28 15-15</inkml:trace>
  <inkml:trace contextRef="#ctx0" brushRef="#br0" timeOffset="61317.5549">16292 8407 0,'0'0'0,"0"0"0,0 0 0,1-1 0,-1 1 0,2-3 16,-2 3-16,4-3 15,1-1-15,-5 4 16,10 0-16,3 3 15,-13-3-15,24 2 16,1 2-16,6-3 16,8 0-16,4-2 15,4 0-15,7 2 16,6-1-16,7 0 16,13-2-16,6-2 15,7-1-15,6 1 16,1-4-16,8 8 15,7-3-15,-2-1 16,11 2-16,-1-1 16,4-1-16,3 1 0,7 1 15,3 1-15,2 1 16,5 2-16,1-7 16,0 5-16,6-1 15,-3 0-15,-5 0 16,4 2-16,-6-1 15,-3-1-15,-2 1 16,-13 1-16,1-1 16,-4 2-16,-4 1 15,-4-1-15,-3 1 16,-8-2-16,-3 2 16,-11 1-16,-8-1 15,-14-5-15,-13 1 16,-55 1-16,44-3 15,-44 3-15,36-3 16,-36 3-16,23-1 0,-23 1 16,14-4-1,-8 3-15,-16 6 16</inkml:trace>
  <inkml:trace contextRef="#ctx0" brushRef="#br0" timeOffset="84682.9674">2908 11487 0,'0'0'0,"0"0"0,0 0 0,2 0 0,8-1 15,8 1-15,2 3 16,4-1-16,0 3 16,6 0-16,6 2 15,2-1-15,4 2 16,6-2-16,5 0 16,9-1-16,3 2 15,5-2-15,9 1 0,0 1 16,8-2-16,6 2 15,11 1-15,0 1 16,7-1-16,3 1 16,4-2-1,5-3-15,8 3 0,4-5 16,10 0-16,1-2 16,3-2-16,0 4 15,4-2-15,3-2 16,0 2-16,-4-2 15,7 1-15,-2-1 16,-2 0-16,4 1 16,4-2-16,-4-1 15,2 0-15,-2 2 16,0 1-16,4 1 16,-4-4-16,2-1 15,-2-1-15,-1 1 16,3 3-16,0-2 0,2 2 15,-1-3-15,2 0 16,-3 0 0,5 0-16,1-1 0,7-4 15,0 1-15,1 3 16,0-3-16,0 1 16,-4 1-16,-2-1 15,-1 1-15,-3 0 16,2-1-16,2 2 15,-6-1-15,4 3 16,-6 0-16,4 1 16,3 2-16,-8 1 15,-3 0-15,2 0 16,-4 4-16,-9 1 16,-2-3-16,-6 2 15,-16-3-15,-9-1 16,-16-5-16,-18 1 15,-79 4-15,61-7 16,-61 7-16,43-8 16,-43 8-16,26-7 15,-17 2-15</inkml:trace>
  <inkml:trace contextRef="#ctx0" brushRef="#br0" timeOffset="112289.5427">14223 14571 0,'0'0'0,"0"0"0,0 0 0,0 1 0,4 7 16,4 9-16,2 4 15,1 7-15,3 0 16,-14-28 0,16 27-16,0-5 0,-16-22 15,18 18-15,-18-18 16,12 13-16,-12-13 16,14 5-16,3-9 15,7-13-15,9-13 16,17-11-16,15-10 15,21-10-15,15-7 16,7 3-16,-1 4 16,-11 9-16</inkml:trace>
  <inkml:trace contextRef="#ctx0" brushRef="#br0" timeOffset="124315.293">6619 14317 0,'0'0'0,"0"0"0,0 0 0,0-3 0,0 3 16,1-5-16,6 2 16,-7 3-16,13-4 15,5 3 1,3 4-16,2 2 15,8 6 1,-3 3-16,-28-14 0,25 13 16,-2 1-16,-23-14 15,21 18-15,-3 3 16,-18-21-16,14 23 16,-3 4-16,-5 1 15,-6-1-15,0-27 16,-2 27-16,-7-1 15,-4 2-15,1-3 16,-4-1-16,-2-1 0,3 1 16,15-24-1,-13 22-15,0-1 0,13-21 16,-8 23-16,3-3 16,5-20-1,-5 21-15,10-1 0,5 2 16,2-2-1,-12-20-15,16 19 0,1-1 16,-17-18-16,13 20 16,-13-20-16,14 19 15,-1 1-15,-13-20 16,6 22-16,0-1 16,-6-21-16,-1 23 15,-3 1-15,4-24 16,-9 24-16,1 1 15,-2 0-15,10-25 16,-8 23-16,2 1 16,3 1-16,5 0 15,-2-2-15,7 0 16,0-3-16,5 3 0,2 1 16,8-1-16,-1 4 15,0 0-15,-3-2 16,-2 2-16,-5 0 15,-3-2-15,-6-2 16,-5-4-16,-4 2 16,-4-2-16,1 1 15,-3 1-15,3 2 16,-5-3-16,3 6 16,1 0-16,2 5 15,3 4-15,6-1 16,8 1-16,5 1 15,0 2-15,5-1 16,-3 2-16,4 1 16,3 3-16,-5 5 0,-2-1 15</inkml:trace>
  <inkml:trace contextRef="#ctx0" brushRef="#br0" timeOffset="146714.2067">20607 16991 0,'1'0'0,"-1"0"0,0-1 0,-2 0 0,-10 1 15,-10-1-15,-10-3 16,-8 0-16,-6-4 16,-11 3-16,-7-3 0,-9 0 15,-3-1-15,-9-3 16,-3 2 0,-5-2-16,-8 1 0,-7 0 15,-6-2 1,-12-2-16,-7-1 0,-5 3 15,5 0-15,-1 2 16,1 0-16,10 4 16,-1 4-16,9 2 15,5 2-15,10 2 16,11 3-16,8-1 16,13 0-16,12 0 15,5-1-15,51-4 16,-41 5-16,41-5 15,-33 5-15,33-5 16,-27 4-16,27-4 16,-15 4-16,15-4 15,-9 4-15,9-4 16,-9 4-16,1 1 0</inkml:trace>
  <inkml:trace contextRef="#ctx0" brushRef="#br0" timeOffset="160917.6516">27123 17580 0,'0'0'0,"0"0"0,0 0 0,7 0 16,-7 0-16,11-7 0,-11 7 16,14-3-1,-14 3-15,13-4 0,-13 4 16,9-2-16,-6-1 16,-10 2-16,-12 2 15,-8-3-15,-17 2 16,-8 0-16,-14 1 15,-11 4-15,-10 0 16,-9 1-16,-7-1 16,-8-2-16,1 2 15,-4-2-15,3-4 16,-9 1-16,-4-2 16,-10-1-16,1-2 0,-2 3 15,-1 2-15,4-6 16,4 2-1,5 2-15,7 0 0,12-1 16,8 8-16,11 0 16,10 6-16</inkml:trace>
  <inkml:trace contextRef="#ctx0" brushRef="#br0" timeOffset="169718.1945">17624 12561 0,'0'0'0,"0"0"0,11 4 0,7 1 0,11-2 16,4-3-16,4-3 15,-2-2-15,5-3 0,-9-1 16,1-2-16,-5-3 16,-5-2-16,-22 16 15,21-17-15,-9-1 16,-8-4-16,-4-1 15,-9 0-15,-7 5 16,-2 0-16,-8 8 16,-5 5-16,-7 5 15,-2 5-15,-3 6 16,1 8-16,1 8 16,4 9-16,5 3 15,12 5-15,8 1 16,11-3-16,8-1 15,9-6-15,7-5 0,9-4 16,9-7 0,7-7-16,6-7 0,9-10 15,-1-12 1</inkml:trace>
  <inkml:trace contextRef="#ctx0" brushRef="#br0" timeOffset="170007.4883">18272 11944 0,'0'0'0,"0"0"0,1 8 0,0 19 0,-4 16 15,2 12-15,1 14 16,-3 8-16,-3 5 16,3 0-16,1-2 15,-5-7-15,4-9 16,2-11-16,-2-12 16,3-8-16,9-3 0,-9-30 15,4 22 1,0-4-16,-2-15 0</inkml:trace>
  <inkml:trace contextRef="#ctx0" brushRef="#br0" timeOffset="170701.292">18185 12468 0,'0'0'16,"10"-1"-16,18-3 0,10-2 0,19-1 0,11-2 16,1 1-16,0-3 15,-7 1-15,-8-6 16,2-2-16,-11-5 16,-1-3-16,-9-4 15,-4-3-15,-10-1 16,-3-3-16,-7 4 15,-5-1-15,-10 3 16,-8 2-16,-12 7 16,-4-2-16,-3 9 15,31 15-15,-34-9 0,-1 8 16,-2 15-16,7 15 16,4 17-16,-1 13 15,0 12-15,4 11 16,1 3-16,7 0 15,7-8-15,-1-9 16,2-14-16,5-8 16,2-46-16,-3 39 15,3-39-15,-4 30 16,4-30-16,-1 24 16,1-24-16,-1 15 15,0-13-15,-2-16 16,5-9-16,2-5 15,4-8-15,3 0 16,8 4-16,3 6 16,-22 26-16,25-17 0,5 9 15,1 8 1,-8 9-16,-1 8 0,-4 7 16,-7 7-16,-5 0 15,-2 2-15,-4-33 16,-2 34-16,0-2 15,2-32 1,0 33-16,2-3 0,6-9 16,8-12-16</inkml:trace>
  <inkml:trace contextRef="#ctx0" brushRef="#br0" timeOffset="171134.5689">19247 12722 0,'0'0'0,"0"0"0,-1-6 0,-2-6 16,1-8-16,-3 1 16,-3-3-16,-1 1 0,-6 6 15,-4 5-15,-6 6 16,-4 4-16,-4 11 15,-3 9-15,-1 7 16,7 2-16,6 3 16,9-5-16,15-27 15,-7 25-15,11-4 16,11-3-16,6-6 16,2-6-16,4-7 15,1-6-15,-1-3 16,-5-3-16,-22 13 15,19-15-15,-19 15 16,13-18-16,-13 18 16,7-14-16,-2 8 15,-5 12-15,-1 10 16,-5 8-16,8 2 16,3 1-16,2-1 0,9-5 15,3-1 1</inkml:trace>
  <inkml:trace contextRef="#ctx0" brushRef="#br0" timeOffset="171564.1033">19443 12598 0,'0'0'16,"0"0"-16,2 3 0,0 11 0,7 6 0,-3 3 16,0 4-16,-6-27 15,9 31-15,-3-4 16,-6-27-16,5 26 16,-5-26-16,2 22 15,-2-22-15,-1 15 16,1-15-16,0 8 15,-1-11-15,3-11 0,2-5 16,1-5 0,4-1-16,0 1 15,5 2-15,-14 22 0,20-21 16,1 9-16,-21 12 16,21-3-16,0 11 15,-2 13-15,-6 6 16,-13-27-16,14 30 15,-5 2-15,-2 3 16,-7-35-16,2 29 16,-2-2-16,0-27 15,2 25-15,-2-25 16</inkml:trace>
  <inkml:trace contextRef="#ctx0" brushRef="#br0" timeOffset="172364.7004">20139 12753 0,'0'0'0,"0"0"0,2-2 0,2-8 0,-3-3 15,-5-2-15,-4-5 16,8 20-16,-15-19 0,-8 4 15,-9 2 1,-3 7-16,-4 6 0,39 0 16,-35 12-16,1 8 15,34-20 1,-26 26-16,12 5 0,13 1 16,8-5-16,12-4 15,4-7-15,0-7 16,-23-9-16,28 4 15,-2-7-15,-26 3 16,28-10-16,-5-2 16,-1-5-16,-22 17 15,17-20-15,-17 20 16,11-15-16,-7 5 16,-3 9-16,-4 10 15,5 7-15,-2-16 0,2 20 16,5-1-1,13 0-15,7-7 0,0-9 16,3-6-16,-1-5 16,3-10-16,-4-3 15,0-7-15,2-6 16,-5-4-16,-1-7 16,2-1-16,-8-6 15,0-4-15,-5 1 16,-2-7-16,-2 1 15,-3 2-15,-4 3 16,-5 5-16,3 51 16,-3-42-16,3 42 15,-7-37-15,7 37 16,-10-30-16,6 17 16,3 18-16,-4 12 15,0 18-15,-4 10 16,3 13-16,-2 3 15,-2 6-15,0-5 0,4 0 16,-4-2-16,-2-2 16,5-4-1,2-1-15,4-7 0,7-7 16,6-2-16,11-5 16,10-8-16,14-1 15,13-7-15,10-7 16</inkml:trace>
  <inkml:trace contextRef="#ctx0" brushRef="#br0" timeOffset="181091.5371">4209 9317 0,'0'0'0,"0"0"0,-2-4 0,-2-8 16,4 12-16,-13-14 16,-2-4-16,-12 5 15,-9 7-15,-8 9 16,-4 11-16,-12 9 16,-1 10-16,5 6 15,1 7-15,10 12 16,7 2-16,12 9 15,10-4-15,16-3 16,11-8-16,13-6 16,8-13-16,12-5 15,5-10-15,11-10 16,4-8-16,3-15 16,0-14-16,-11-8 0</inkml:trace>
  <inkml:trace contextRef="#ctx0" brushRef="#br0" timeOffset="181371.975">4411 9217 0,'0'0'0,"0"0"0,2 4 0,0 17 15,0 4-15,1 14 16,1 10-16,-1 8 16,-3 5-16,-5-1 15,-1 3-15,3-2 16,-6-5-16,5-8 16,4-49-16,-7 39 15,7-39-15,-1 34 16,3-10-16,8-18 15</inkml:trace>
  <inkml:trace contextRef="#ctx0" brushRef="#br0" timeOffset="181644.3754">4722 9253 0,'0'0'0,"2"7"0,-4 11 0,-2 19 0,3 11 15,-2 8-15,0 10 16,-3-3-16,3-5 16,0-5-16,3-6 15,-3-7-15,3-40 16,0 36-16,0-36 15,0 32-15,-3-10 16</inkml:trace>
  <inkml:trace contextRef="#ctx0" brushRef="#br0" timeOffset="181815.4263">4479 9601 0,'0'0'0,"0"0"0,10-2 0,18-7 0,15 4 15,9-1-15,3 3 0,0 3 16</inkml:trace>
  <inkml:trace contextRef="#ctx0" brushRef="#br0" timeOffset="182356.3522">4870 9879 0,'0'0'0,"0"0"0,1-5 0,4-6 0,-5 11 0,14-12 16,2 1-16,7 3 0,0 6 16,1 2-1,-24 0-15,22 9 16,-2 9-16,-20-18 16,7 27-16,-6 3 0,-8 0 15,7-30 1,-17 23-16,-3-7 0,20-16 15,-22 14-15,22-14 16,-17 9-16,17-9 16,-12 5-16,11-9 15,10-1-15,-9 5 16,19-8-16,4 8 16,4 8-16,-3 8 15,-3 8-15,-7 6 16,-8 2-16,-4 0 15,-9 1-15,-5-4 16,-8-5-16,-1-6 16,-12-4-16,0-1 15,-5-7-15,0-6 16,-5-6-16,1-1 16,4-13-16,3-3 0,6-6 15,12-9-15</inkml:trace>
  <inkml:trace contextRef="#ctx0" brushRef="#br0" timeOffset="182715.6367">5107 9611 0,'0'0'0,"0"0"0,0 0 0,0 0 16,5 3-16,16-1 15,11 1-15,12 0 0,12-4 16,6 1-16,3-5 15,0 2-15,-8-2 16,-1-1-16,-6 1 16,-6-2-16,-44 7 15,35-3-15,-35 3 16,25-1-16,-9 4 16,-16 7-16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2.98804" units="1/cm"/>
          <inkml:channelProperty channel="Y" name="resolution" value="650.78448" units="1/cm"/>
          <inkml:channelProperty channel="T" name="resolution" value="1" units="1/dev"/>
        </inkml:channelProperties>
      </inkml:inkSource>
      <inkml:timestamp xml:id="ts0" timeString="2024-03-28T04:54:46.2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2555 4852 0,'0'0'0,"0"0"0,0 0 0,3-3 15,-3 3-15,3-6 16,10 0-16,5 1 16,3 1-16,6 3 15,1 1-15,4 1 16,-1 0-16,6 1 15,5 0-15,2-1 16,5-1-16,4 0 0,5-1 16,7-1-16,5-2 15,3 2-15,9-2 16,4 1-16,12-2 16,9 3-16,3 0 15,10-4-15,8 6 16,5-7-16,6 3 15,8 1-15,2 2 16,4-2-16,9-2 16,4 4-16,4 2 15,2-1-15,5-2 16,5 4-16,8-2 16,0 3-16,3 3 15,-4-2-15,4 0 16,-3 3-16,0-1 15,-7 1-15,0-3 0,-3 3 16,-7-3-16,-9 0 16,-12 1-16,2-3 15,-13 0-15,-19 1 16,-15-4-16,-22 0 16,-85 1-16,57-1 15,-57 1-15,41 0 16</inkml:trace>
  <inkml:trace contextRef="#ctx0" brushRef="#br0" timeOffset="12120.4727">11859 8828 0,'0'0'0,"0"0"0,9-2 0,9-3 0,8 1 16,6 1-16,4 3 16,-3 1-16,3 0 0,0 0 15,2-2-15,1 0 16,3 3 0,2 0-16,3-1 0,-3-1 15,5 1-15,3-1 16,-2 0-16,-2 0 15,8-1-15,5 0 16,-1-1-16,2 3 16,1 0-16,-1 0 15,-5 0-15,4-1 16,-1 0-16,2 0 16,-1 0-16,3 0 15,2 1-15,-3-1 16,2 1-16,-2-1 15,2 1-15,-1 0 16,-4 2-16,4-1 0,0 0 16,3 1-1,-5 0-15,4-1 16,1 2-16,3-2 16,-3 1-16,2 2 0,1-4 15,-1 1-15,-1 1 16,-5-3-16,5 2 15,-4-1-15,-2-1 16,4 0-16,-4 1 16,0-1-16,2 3 15,-3-3-15,-3 2 16,0 1-16,-2 0 16,-6-2-16,1 1 15,-51-2-15,49 1 16,-6-1-16,-43 0 15,38 0-15,-38 0 16,34 0-16,-34 0 16,23 2-16,-23-2 15,15 0-15,-10 5 0,-13 9 16</inkml:trace>
  <inkml:trace contextRef="#ctx0" brushRef="#br0" timeOffset="30915.363">12686 7286 0,'-1'-12'0,"-2"-6"0,3 18 0,-7-21 16,-3 4-16,-11 6 15,-11 11-15,-11 10 16,-10 6-16,-7 12 16,-1 6-16,7 2 15,9 7-15,11 5 16,14 0-16,13-4 16,16 0-16,12-7 15,17-14-15,14-8 16,9-9-16,13-10 15,3-7-15</inkml:trace>
  <inkml:trace contextRef="#ctx0" brushRef="#br0" timeOffset="31404.2912">13137 7383 0,'0'0'0,"-1"-6"0,-3-5 0,-1-5 0,-3-3 0,-4-1 16,-2 2-16,-6 4 15,-1 5-15,-4 6 16,-2 8-16,-4 5 15,0 11-15,5 9 16,0 5-16,6 1 16,6 0-16,9-3 15,12-4-15,9-6 16,6-5-16,6-9 16,1-4-16,7-6 15,-3-9-15,0-2 16,-2-4-16,-4-4 15,-27 20-15,20-20 16,-20 20-16,12-21 16,-12 21-16,5-15 15,-5 9-15,-5 15 16,0 7-16,1 8 0,8 2 16,1 1-16,13-7 15,7-14 1</inkml:trace>
  <inkml:trace contextRef="#ctx0" brushRef="#br0" timeOffset="31693.1094">13433 6763 0,'0'0'0,"0"9"0,2 14 0,-1 21 0,0 16 16,-6 11-16,4 2 16,-8 5-16,6-5 15,5-4-15,-2-6 0,0-10 16,3-11-16,-3-42 15,2 34-15,1-4 16,-3-30-16,7 26 16,-2-13-16</inkml:trace>
  <inkml:trace contextRef="#ctx0" brushRef="#br0" timeOffset="32540.4701">13287 7347 0,'0'0'0,"0"0"0,6-2 0,16-4 15,18 0-15,11 1 16,6 2-16,6 1 16,1-1-16,-4-4 15,-2 2-15,-5 0 16,-11-1-16,-42 6 15,39-7-15,-39 7 16,34-9-16,-34 9 0,26-7 16,-14-3-16,-13 0 15,-13 4-15,-9 1 16,-8 6-16,-4 6 16,1 4-16,-3 5 15,3 7-15,7 5 16,6 4-16,6-3 15,12-2-15,8-2 16,9-3-16,5-5 16,3-8-16,4-3 15,0-6-15,-1-4 16,-25 4-16,26-7 16,0-5-16,-2-5 15,-24 17-15,24-18 16,-24 18-16,15-17 0,-15 17 15,11-10 1,-8 8-16,0 9 16,-3-7-16,3 14 15,2 1-15,9-2 0,3-6 16,4-2-16,2-11 16,0-5-16,3-6 15,0-4-15,1-7 16,-1-6-16,0-7 15,-6-9-15,-1-5 16,-3-2-16,-2-4 16,-4-2-16,-5 1 15,-1 6-15,-5 6 16,-4 3-16,5 47 16,0-39-16,0 39 15,0-30-15,0 30 16,-1-20-16,6 16 15,-8 24-15,6 14 16,0 18-16,-5 10 16,-3 9-16,3 0 0,-7 0 15,5-6-15,-1-2 16,5-8-16,3-4 16,1-10-16,7-7 15,1-6-15,4 0 16,5-8-16,-1-6 15,7-9-15</inkml:trace>
  <inkml:trace contextRef="#ctx0" brushRef="#br0" timeOffset="33249.3319">14474 7263 0,'0'0'0,"0"0"0,-1 8 0,0 7 16,1-15-16,4 17 15,7 2-15,13-3 16,-1-7-16,6-7 16,-1-10-16,-7-5 0,0 0 15,-6-4-15,-3-4 16,-3 0-16,-9 21 15,10-22-15,-10 22 16,8-17-16,-4 7 16,0 12-16,-4 13 15,-1 10-15,-4 16 16,4 10-16,0 7 16,0 7-16,-4 2 15,1-6-15,-1-2 16,-5-11-16,3-7 15,7-41-15,-7 30 16,7-30-16,-10 24 16,-2-11-16,-4-11 15,1-9-15,7-12 16,3-9-16,12-7 16,7-7-16,12-5 0,2-2 15,9 1 1,-1 2-16,3 0 15,2 3-15,-3-2 0,-4 5 16,-4 1-16,-7 6 16,-8 4-16,-15 29 15,7-24-15,-7 5 16,-11 7-16,-7 8 16,-3 9-16,0 8 15,3 9-15,8 8 16,10-1-16,12 4 15,4-2-15,4 2 16,2-4-16,2-1 16,-24-28-16,18 25 15,-4-5-15,-11-2 16,-13-4-16,-7-4 16,-11-9-16,-9-8 15,0-10-15</inkml:trace>
  <inkml:trace contextRef="#ctx0" brushRef="#br0" timeOffset="33584.1645">15198 6662 0,'0'0'0,"0"0"0,4 12 16,-5 17-16,-2 18 16,1 14-16,-8 9 15,3 5-15,-2 0 16,-1 0-16,-3-4 16,7-8-16,3-5 15,5-13-15,-2-45 16,8 40-16,6-7 15,2-3-15,6-10 0,5-5 16,13-11 0,3-11-16</inkml:trace>
  <inkml:trace contextRef="#ctx0" brushRef="#br0" timeOffset="33736.0213">15078 7177 0,'0'0'0,"0"0"0,5 0 16,11-7-16,21 2 0,14-6 16,18 1-16,5-3 15</inkml:trace>
  <inkml:trace contextRef="#ctx0" brushRef="#br0" timeOffset="34011.4475">15574 6602 0,'0'0'0,"16"10"0,11 9 0,13 18 0,9 15 15,1 11-15,-1 9 0,-9 5 16,-12 2-16,-7 2 16,-18 2-16,-14 3 15,-17-1-15,-24 1 16,-18 2-16</inkml:trace>
  <inkml:trace contextRef="#ctx0" brushRef="#br0" timeOffset="34526.7636">12017 6639 0,'0'0'0,"0"0"0,1 6 0,-3 11 0,-6 14 16,-11 17-16,-11 16 0,-8 20 16,-1 11-16,-3 10 15,4 5-15,12-5 16,15-2-16,20-14 16,13-8-1,19-10-15,12-6 0,20-7 16,17-8-16,20-16 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2.98804" units="1/cm"/>
          <inkml:channelProperty channel="Y" name="resolution" value="650.78448" units="1/cm"/>
          <inkml:channelProperty channel="T" name="resolution" value="1" units="1/dev"/>
        </inkml:channelProperties>
      </inkml:inkSource>
      <inkml:timestamp xml:id="ts0" timeString="2024-03-28T04:56:55.6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2253 3991 0,'0'0'0,"7"-1"0,12 0 0,10-7 16,14 1-16,12-4 15,4 3-15,3 3 16,0 2-16,4 2 15,3 1-15,3 0 16,7 0-16,4 0 16,4 3-16,6-3 0,7 0 15,6 1-15,6-1 16,3-1-16,9 1 16,6 0-16,4-3 15,4 2-15,4-2 16,2 0-16,4 0 15,7-2-15,5 0 16,2 1-16,8-2 16,7 3-16,1-3 15,3 2-15,5 4 16,-5-2-16,4 3 16,-1 0-16,4 2 15,-1-2-15,1 1 16,-4-1-16,-1 2 15,-1 1-15,0 1 0,-6-2 16,0 4 0,-1-2-16,0 4 15,-8 0-15,-3-2 0,-7 2 16,-9 0-16,-12-3 16,-15-2-16,-8-1 15,-14-2-15,-12 0 16,-16 0-16,-71-1 15,58-1-15,-58 1 16,40-2-16,-16 5 16,-16 7-16</inkml:trace>
  <inkml:trace contextRef="#ctx0" brushRef="#br0" timeOffset="19283.0685">17209 8463 0,'0'0'0,"0"0"0,0 0 0,3 0 15,1 0 1,-4 0-16,11-2 0,-11 2 15,11-3-15,8 3 16,8-1-16,8-1 16,2-3-16,13-2 15,7 0-15,15 1 16,5 1-16,13-5 16,15 2-16,14-2 0,7 2 15,13 2-15,6 0 16,8-1-1,4 3-15,4 3 0,1-1 16,3 0-16,3 2 16,-3 1-16,-5 4 15,-2-1-15,-1 3 16,-6 0-16,-4 1 16,-11 0-16,-8 2 15,-16-2-15,-7 0 16,-14-3-16,-10-2 15,-81-3-15,66 1 16,-66-1-16,47-1 16,-47 1-16,33 0 15,-18-3-15,-19 2 16,-25-1-16</inkml:trace>
  <inkml:trace contextRef="#ctx0" brushRef="#br0" timeOffset="32592.2704">12147 5773 0,'0'0'0,"0"0"0,10-1 0,-10 1 15,10-7-15,-10 7 0,13-8 16,-13 8-16,20-10 16,4 4-16,1 4 15,6 7-15,-1 1 16,3 4-16,6 4 15,4 5-15,3-2 16,6 3-16,4-1 16,5 0-16,6-1 15,2 0-15,2 0 16,4-1-16,3-4 16,9 1-16,7-4 15,7-2-15,5-5 16,7 0-16,1-2 15,4-2-15,-2-2 16,5 2-16,-2-3 16,2 1-16,1 1 0,-1-2 15,5-1-15,-2-2 16,-1 0 0,-3-4-16,-8 1 0,0 0 15,-6-1-15,-5-4 16,-5 1-16,-2-2 15,-9-3-15,-6-1 16,-2-4-16,-1-1 16,-7-3-16,-3-2 15,-3 1-15,-7-3 16,-7-3-16,-2-1 16,-4 0-16,-10 0 15,-1-3-15,-7-1 16,-2-7-16,-7 4 15,-1-4-15,-6 2 16,-7-2-16,-6 0 0,-7-1 16,-7-1-1,-7-5-15,-8 5 0,-5-3 16,-5 1-16,-4 1 16,-6 4-16,-2-3 15,-9 3-15,-7 1 16,-6 3-16,-5-5 15,-4 5-15,-7 3 16,-1-3-16,-4 5 16,-7 3-16,-4-3 15,4 4-15,-6 2 16,1 4-16,-5 6 16,0 3-16,-3 1 15,5 5-15,-4 0 16,1 1-16,2 4 15,0 6-15,-4 1 0,6 3 16,-4 1 0,-3 6-16,-1 3 0,4 4 15,0 0-15,6 5 16,3 1-16,3 3 16,3 4-16,6 2 15,5 4-15,-1 4 16,2 3-16,4 3 15,6 7 1,3 4-16,3 6 0,7 0 16,4 3-16,11 2 15,6 0-15,12 0 16,2 4-16,17-4 16,8-1-16,12-4 15,5-7-15,14 4 16,10 0-16,5-5 15,12-1-15,10-3 16,10-4-16,8-5 16,10 0-16,15-6 0,1-4 15,11-5 1,4-5-16,9 0 0,1-7 16,5-4-16,4-2 15,3-3-15,0-2 16,-2-2-1</inkml:trace>
  <inkml:trace contextRef="#ctx0" brushRef="#br0" timeOffset="43919.8165">2423 9789 0,'0'0'0,"0"0"0,8 0 0,15-2 0,6 0 15,10 1-15,4-3 16,8 0-16,2 7 0,8 0 16,-1 0-16,4 2 15,9-3 1,0-1-16,6 3 0,4 3 15,7-3-15,4 2 16,2 0-16,4-2 16,7 1-16,1-3 15,3-1-15,13 0 16,4-1-16,3 2 16,1-1-16,9 2 15,-2-3-15,4 0 16,0 0-16,9 2 15,3-3-15,1 0 16,6-1-16,2 0 16,1 0-16,2 1 15,3 1-15,-1 1 0,-1 1 16,1 0-16,-5 0 16,8-4-16,-3 5 15,-2 1-15,0-4 16,2-2-16,1 2 15,0-5-15,3 2 16,-3 1-16,1-1 16,-5 0-16,6-1 15,-7-1-15,-3-1 16,1 0-16,-1-2 16,-1 4-16,-3-2 15,-1 1-15,-7 3 16,-9-2-16,-8 4 15,-13-1-15,-17-2 16,-16-1-16,-87 4 16,72-2-16,-72 2 0,54-2 15,-54 2 1,34-3-16,-14 2 16,-14 8-16</inkml:trace>
  <inkml:trace contextRef="#ctx0" brushRef="#br0" timeOffset="63569.4942">9069 14484 0,'0'0'0,"0"0"0,0 0 0,4 0 16,-4 0-16,6 0 0,-6 0 15,4 0-15,-4 0 16,2 0-16,-9 0 16,-17 0-16,-4 0 15,-15-1-15,-9 0 16,-8-5-16,-12 2 15,-8-1-15,-12-3 16,-19-3-16,-13 3 16,-5-1-16,-9-1 15,-5 2-15,-8 0 16,-7 2-16,-7 0 16,-7 2-16,2 1 15,-1 1-15,-8 6 16,-5 3-16,-2 3 15,7 0-15,16 2 16,21-3-16,10-2 16,18 3-16,14-1 0,14 0 15,11 1-15,13 0 16,62-10-16,-46 9 16</inkml:trace>
  <inkml:trace contextRef="#ctx0" brushRef="#br0" timeOffset="65567.7497">13087 12201 0,'0'0'0,"0"0"0,6 4 0,4 4 0,7 2 0,9 0 16,2 4-1,8 2-15,0 0 0,3 2 16,12-1-16,5-2 15,1 2-15,5 1 16,5-7-16,0 2 16,1 2-16,6-4 15,-4-2-15,0-2 16,4-2-16,-3-5 16,-2-2-16,0-3 15,0-2-15,-1-3 16,-1-4-16,-5-1 15,-3-3-15,-5-2 16,-5-2-16,-2 0 16,-2-4-16,-3-4 15,-5-3-15,0 2 0,-5-5 16,-6-5-16,2-2 16,-4-1-16,-9 0 15,-6-2-15,0 5 16,-2-5-16,-5 0 15,-5 0-15,-4-3 16,-3 0 0,-5 2-16,-10 2 0,1 2 15,-9-2-15,-4 5 16,-4-3-16,2 3 16,-8 1-16,-6 1 15,2 4-15,-6 4 16,-6 0-16,-1 6 15,-2 1-15,-5 5 16,-4 2-16,-1 8 0,-5 4 16,0 2-1,-5 8-15,0 5 0,2 6 16,-4 4-16,2 5 16,0 5-16,5 3 15,-1 4 1,7-1-16,0 9 0,6 1 15,6 4-15,2 3 16,7 10-16,2 3 16,8 2-16,6 1 15,10 0-15,9-2 16,13-1-16,15-1 16,5 2-16,11-4 15,15-1-15,10-4 16,8-5-16,13-5 15,12-6-15,6-6 16,13-4-16,5-7 16,2 0-16,0-6 15,5-6-15,-2-7 0,-5-2 16,-2-8-16,-10-7 16,-10-9-16</inkml:trace>
  <inkml:trace contextRef="#ctx0" brushRef="#br0" timeOffset="94373.1212">8540 14537 0,'0'0'0</inkml:trace>
  <inkml:trace contextRef="#ctx0" brushRef="#br0" timeOffset="106955.318">20818 17112 0,'0'0'0,"0"0"0,0 0 0,0 0 0,5 1 16,8 0-1,5-2-15,7 1 0,7-1 16,7-3 0,3 2-16,8-2 0,0-2 15,0 1-15,6-5 16,4 3-16,-3-3 16,0 0-16,2 1 15,1 4-15,-5-7 16,1 3-16,2 1 15,2-2-15,-1 2 16,3-2-16,-5-1 16,-4 0-16,0-3 15,-1 1-15,-6 4 16,2-4-16,-3 2 16,-1-4-16,0 2 0,1 3 15,-1-2 1,1 4-16,0-1 0,-2 4 15,1 0-15,0 4 16,-1 0 0,1 4-16,1-1 0,0 2 15,-4 3-15,-2-2 16,-2 5-16,-3 3 16,-4 1-16,-2 1 15,-2 3-15,-6 0 16,-2 6-16,-6-1 15,-4 1-15,-1 0 16,-5 1-16,-2 1 16,2 1-16,-2 2 15,-1 4-15,2 0 16,-3 1-16,1 5 0,1-3 16,0-2-1,1 7-15,0-4 16,2 1-16,0 1 0,1 1 15,1-5-15,-1 1 16,2-4 0,-1-2-16,-5-30 0,11 28 15,-2 2-15,2 0 16,-11-30-16,10 28 16,-10-28-16,9 24 15,-9-24-15,5 20 16,-5-1-16</inkml:trace>
  <inkml:trace contextRef="#ctx0" brushRef="#br0" timeOffset="135882.3222">26660 15619 0,'0'0'0,"0"0"0,0 0 0,-1-4 0,1 4 16,0-5-16,0 5 15,3-6-15,2-5 0,3-2 16,2-3-16,3 0 15,4 4-15,4-1 16,4 4-16,3 3 16,4 5-16,3 5 15,0 8-15,2 9 16,-1 15-16,-5 3 16,-10 9-16,-9 5 15,-11 3-15,-10 0 16,-6 1-16,-6-3 15,-9-2-15,-5-3 16,-5-4-16,-2-4 16,-1-8-16,2-5 15,1-10-15,40-18 16,-37 11-16,6-8 16,-1-14-16,11-11 15,12-9-15,3-5 0,12-5 16,3 1-16,8 6 15,2 7 1,5 11-16,-1 7 16,4 9-16,0 11 0,1 7 15,-1 7-15,-5 3 16,-2 7-16,-2 1 16,-1 3-16,-3 0 15,0-4-15,-2-2 16,-1-3-16,2-5 15,4-1-15,-17-24 16,19 18-16,7-7 16,9-13-16,2-8 15</inkml:trace>
  <inkml:trace contextRef="#ctx0" brushRef="#br0" timeOffset="136306.9922">27208 16059 0,'0'0'0,"0"0"0,0 0 0,0 0 0,0 0 0,0 0 16,0 0-16,3 2 15,8 2-15,11 0 16,13-1-16,7 0 15,10-1-15,0 5 16,1-2-16,-6 0 16,-47-5-16,44 7 0,-8 0 15,-36-7 1,31 4-16,-31-4 16,21 4-16,-12 1 0,-9-5 15</inkml:trace>
  <inkml:trace contextRef="#ctx0" brushRef="#br0" timeOffset="136771.3783">27914 15966 0,'0'0'0,"0"0"0,1 4 0,-1 14 0,2 9 16,-4 15-16,5 13 15,-4 9-15,-2 11 16,-1 3-16,-2-1 16,-1 1-16,1-10 15,1-5-15,-2-5 16,-1-3-16,0-6 15,8-49-15,-7 42 0,7-42 16,-7 35-16,3-16 16,2-20-1,1-19-15,2-14 16</inkml:trace>
  <inkml:trace contextRef="#ctx0" brushRef="#br0" timeOffset="137102.6039">27889 15933 0,'0'0'0,"0"0"0,2 0 0,9-3 16,11 4-16,7 6 15,6 4-15,7 9 16,-7 4 0,-5 8-16,-3-3 15,-11 2-15,-5-2 0,-8 2 16,-6-6-16,-9-3 16,-2-5-16,-6 0 15,-4-4-15,-3-4 0,4-2 16,-2-6-1,25-1-15,-20-9 0</inkml:trace>
  <inkml:trace contextRef="#ctx0" brushRef="#br0" timeOffset="137504.8688">28253 16068 0,'0'0'0,"0"0"0,0 0 0,2 0 0,8 1 16,5 3-16,7 4 15,3 6-15,3 5 16,-5 5-16,-3 0 15,-5 5-15,-9-1 0,-5-1 16,-6-2-16,5-25 16,-12 23-16,12-23 15,-15 19-15,15-19 16,-17 14-16,17-14 16,-16 8-16,6-9 15,3-10-15,9-11 16,4-9-1,10-8-15,7-5 0,8 0 0,-31 44 16,36-38 0,0 11-16,-3 17 15</inkml:trace>
  <inkml:trace contextRef="#ctx0" brushRef="#br0" timeOffset="137977.6981">28879 16236 0,'0'0'0,"0"0"0,1-7 0,-1-7 15,0 14-15,-2-19 16,-1-2-16,-5 0 16,8 21-16,-14-17 15,-5 6-15,-11 12 16,-4 8 0,2 12-16,0 6 0,7 4 15,8 5-15,7-2 16,11 0-16,8-4 0,6-3 15,6-5-15,8-4 16,2-8-16,2-4 16,-2-7-16,0-2 15,-6-7-15,-5-6 16,-6-3-16,-6-6 16,-4-3-16,-3 0 15,-10-1-15,-9 0 16,-9 3-16,-8 3 15,35 23 1,-35-17-16</inkml:trace>
  <inkml:trace contextRef="#ctx0" brushRef="#br0" timeOffset="138319.3862">29145 16140 0,'0'0'0,"0"0"0,0 5 0,0 9 0,0 13 0,-4 13 0,-1 14 15,-1 11-15,3 12 16,-1 0-1,-3 3-15,-1-4 16,1-4-16,-2-6 16,2-6-16,4-10 0,3-50 15,-2 41-15,2-41 16,-1 33-16,1-16 16,-2-24-16,0-19 15,0-16-15</inkml:trace>
  <inkml:trace contextRef="#ctx0" brushRef="#br0" timeOffset="138627.6218">29098 16059 0,'0'0'0,"7"0"0,7 0 0,11 2 0,14 9 0,8 10 16,3 9 0,0 6-16,-9 5 15,-7 1-15,-12-1 0,-12-4 16,-10-4-16,-11-3 16,-8-5-16,-7-9 15,-3 0-15,0-7 16,1-4-16,-5-6 15,3-4-15,2-12 16,7-5-16,9-6 16,11-2-16</inkml:trace>
  <inkml:trace contextRef="#ctx0" brushRef="#br0" timeOffset="139103.6451">29872 16289 0,'0'0'0,"0"0"0,-1-4 0,0-9 0,1 13 0,-2-16 15,-4-2-15,6 18 16,-13-19-16,-9 7 15,-11 9 1,-6 14-16,-4 8 0,0 8 16,7 2-16,7-1 15,10-2-15,9 0 16,9-1-16,9-1 16,7-2-16,6-6 15,4-4-15,3-4 16,-2-5-16,3-3 0,-6-7 15,-23 7 1,23-10-16,-4-6 16,-19 16-16,15-23 0,-15 23 15,9-23-15,-9 23 16,3-21-16,-5 5 16,-1 13-16,-5 13 15,5 10-15,6 8 16,5 3-16,7 1 15,13-3-15,5-7 16</inkml:trace>
  <inkml:trace contextRef="#ctx0" brushRef="#br0" timeOffset="139621.5608">30059 16229 0,'0'0'0,"0"0"0,0 2 0,5 10 0,3 7 16,0 7-1,0 3-15,1 5 16,-2 1-16,3-3 0,-10-32 15,6 30-15,-6-30 16,6 24-16,-6-24 16,4 18-16,-4-18 15,1 11-15,-1-11 16,0 4-16,1-8 16,1-12-16,2-10 15,1-3 1,2-1-16,5-1 0,0 4 15,5 5-15,-17 22 16,20-17-16,1 6 16,6 10-16,-4 10 15,2 9-15,-4 6 16,-3 4-16,-4 3 0,-4-2 16,-1-1-16,-9-28 15,6 26-15,-5-2 16,-1-24-16,-4 23 15,4-23-15,-5 20 16,5-20-16,-4 14 16</inkml:trace>
  <inkml:trace contextRef="#ctx0" brushRef="#br0" timeOffset="140060.6463">30820 16400 0,'0'0'0,"0"0"0,4-4 0,-2-5 0,-3-4 16,1-5-16,-1-2 15,1 20-15,-6-21 0,-5 3 16,-3 2-1,-9 6-15,-3 8 0,-6 9 16,0 8 0,2 7-16,5 6 0,8 0 15,9-1-15,9 2 16,9 0-16,13-3 16,4-3-16,2-7 15,5-4 1,1-6-16,0-5 0,2 0 15,-3-7-15,-7-5 16,-5-6-16,-5-6 16,-6-6-16,-7-4 15,-12-1-15,0 2 16,-8-2-16,-14 3 16,-3 3-16,0 4 15,3 3-15</inkml:trace>
  <inkml:trace contextRef="#ctx0" brushRef="#br0" timeOffset="140388.6236">31206 15735 0,'0'0'0,"0"0"0,1 3 0,0 11 15,-1 14-15,0 11 16,-2 12 0,-1 12-16,2 6 0,-5 2 15,2 0-15,-3 1 16,0 0-16,3-5 15,5-6-15,-1-5 0,2-10 16,0-3-16,-4-2 16,2-41-1,-4 34-15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2.98804" units="1/cm"/>
          <inkml:channelProperty channel="Y" name="resolution" value="650.78448" units="1/cm"/>
          <inkml:channelProperty channel="T" name="resolution" value="1" units="1/dev"/>
        </inkml:channelProperties>
      </inkml:inkSource>
      <inkml:timestamp xml:id="ts0" timeString="2024-03-28T04:59:59.1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2368 3080 0,'0'0'0,"8"-1"0,10 0 0,16 0 15,14 1-15,10 0 16,11-2 0,6 4-16,5 1 0,10 4 15,7-3-15,7-3 16,17 1-16,4-5 15,6 3-15,7-2 16,14 2-16,4-1 16,5-4-16,10 1 0,4 3 15,6 2 1,8 2-16,11 0 0,-6-1 16,7 3-16,0-1 15,1 0-15,-3 0 16,-3 2-16,-4 0 15,-8 1-15,-8 1 16,-9-1-16,-15-2 16,-11 2-16,-6-4 15,-20 0-15,-12-1 16,-19-2-16,-15-1 16,-18 0-16,-6 2 15,-10 1-15,-3 6 16,-7 10-16</inkml:trace>
  <inkml:trace contextRef="#ctx0" brushRef="#br0" timeOffset="1110.6838">1901 11529 0,'0'0'0,"11"3"0,8-3 0,17-1 16,12 1-16,14 1 16,11-4-16,13 6 15,11-4-15,7 4 16,13-2-16,7 0 16,5 2-16,5-2 15,12-1-15,6 4 16,13-2-16,2 3 15,8 2-15,6 0 16,3 2-16,8 0 16,3 1-16,5 2 15,2 0-15,2-1 0,-2-3 16,1 0-16,1 3 16,-7-2-16,-3 1 15,0 3-15,-5-1 16,-7 0-16,-6-2 15,-5-1-15,-16 2 16,-9-1-16,-8 0 16,-14 1-16,-19-1 15,-17 1-15,-88-11 16,64 7-16,-64-7 16,44 4-16,-25 4 15,-31 2-15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2.98804" units="1/cm"/>
          <inkml:channelProperty channel="Y" name="resolution" value="650.78448" units="1/cm"/>
          <inkml:channelProperty channel="T" name="resolution" value="1" units="1/dev"/>
        </inkml:channelProperties>
      </inkml:inkSource>
      <inkml:timestamp xml:id="ts0" timeString="2024-03-28T05:01:54.6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10293 3063 0,'0'0'0,"0"0"0,0 0 0,0-1 16,0 1-16,2-3 15,8 1-15,6 3 16,7 1-16,7 2 16,9 0-16,4-1 15,9-1-15,8-4 16,4 1-16,4 1 15,7-5-15,5 0 16,7-2-16,7-1 0,7-2 16,6-4-16,10 0 15,12-4-15,10 0 16,6-2-16,13-3 16,5 1-16,6 2 15,6-7-15,9 1 16,11 1-16,11 0 15,7-4-15,12 3 16,2 1-16,7 1 16,8 1-16,7 4 15,5-6-15,9 7 16,3 0-16,7 1 16,3 6-16,7 7 0,2-4 15,4 7 1,-6 1-16,-3 4 15,-1 6-15,4 2 16,-7 5-16,-16 6 16,-8 1-16,-10-3 0,-16 3 15,-10 2-15,-17-2 16,-14 1-16,-25-3 16,-27-5-16,-133-17 15,108 12-15,-34-5 16,-24 2-16,-28 2 15,-28 4-15,-27 2 16</inkml:trace>
  <inkml:trace contextRef="#ctx0" brushRef="#br0" timeOffset="12183.843">3694 9360 0,'0'0'0,"0"0"0,0 0 0,4-3 0,7-4 16,-11 7-16,17-10 15,6 7-15,7 4 16,4 7-16,-1 8 16,3 1-16,2 5 15,6-1-15,5 1 16,4-1-16,4-1 15,5-1-15,7-2 16,9-3-16,7 2 16,8 3-16,7-5 15,11 2-15,1-1 0,7-4 16,4-1 0,1-3-16,0-3 0,0-1 15,1-4 1,-3-4-16,4-4 15,-4-5-15,5-5 0,-6-1 16,3-4-16,-5-5 16,1-5-16,-10-8 15,-3 2-15,-7-8 16,-10-1-16,-9-2 16,-2-6-16,-12-6 15,-3-3-15,-4-3 16,-7-5-16,-5-3 15,-9-3-15,-4-1 16,-11-4-16,-3-4 16,-8 1-16,-5-5 15,-7 1-15,-9-1 0,-6-1 16,-10 1 0,-4 0-16,-6-1 0,-6 0 15,-6 4 1,-8 0-16,-3 1 0,-12 5 15,-2 0-15,-7 2 16,3 3-16,-8 4 16,-1-1-16,-6 5 15,1 3-15,-3 2 16,-7 1-16,2 8 16,-3 2-16,-2 6 15,-3 3-15,2 3 16,-3 6-16,3 3 15,-4 1-15,0 4 16,1 6-16,1 4 16,-2 2-16,4 8 15,-1 1-15,1 4 16,2 3-16,2 4 0,4 3 16,4 3-1,3 5-15,-2-1 16,1 7-16,3-2 15,5 4-15,5 0 0,4 0 16,5 6-16,9 5 16,-3 3-16,5 1 15,0 6-15,2 5 16,4-3-16,2 6 16,4 3-16,5 0 15,-2 1-15,6 7 16,1-1-16,-1 3 15,4 1-15,3-1 16,4 2-16,5 2 16,4 5-16,5 3 15,2 0-15,5 6 16,3-1-16,3 2 16,5 1-16,3-2 0,4-1 15,3 1 1,3-3-16,1 0 0,4 0 15,2 0 1,0 3-16,-1-2 0,4 2 16,-4 0-1,0-4-15,4-2 0,-1-6 16,0-3-16,7-4 16,-1-3-16,9-6 15,2-3-15,10-4 16,1-5-16,5-4 15,3-3-15,6-6 16,8-3-16,3-5 16,13 0-16,5-5 15</inkml:trace>
  <inkml:trace contextRef="#ctx0" brushRef="#br0" timeOffset="41618.1331">16664 17888 0,'0'0'0,"13"2"0,17 3 0,12 4 0,18 4 15,9 1 1,0 6-16,7-5 0,3 4 16,2-4-16,2 5 15,-1-4-15,8 6 16,-2-2-16,0 4 16,2-3-16,5-1 15,-1 2-15,5 2 16,4 3-16,5 0 0,5 1 15,3-1 1,3-1-16,2-1 0,2-1 16,1 0-1,3 1-15,0-3 0,-3 1 16,-3-3-16,2-1 16,-2 1-16,1-2 15,-1 0-15,-1 0 16,1 1-16,-4 0 15,2-4-15,1-1 16,-6-3-16,-2-3 16,1-1-16,4-1 15,0-1-15,-7-2 16,-3-3-16,0 4 16,1-3-16,5-1 15,3-1-15,-2 0 16,-2-4-16,1 1 15,-2-1-15,5-5 16,-1 2-16,-9-2 0,0-1 16,-2 0-16,-2-1 15,0 1-15,5-8 16,1 2 0,-4-1-16,1-1 0,-9-8 15,3 4-15,-8-2 16,-2-1-16,4-4 15,6 0-15,-2-4 16,-6 3-16,2-4 16,-4-1-16,-1-2 15,1 2-15,-3-2 16,3 2-16,2-2 16,1 0-16,-3-2 15,5 0-15,-6-1 16,4 2-16,-3-3 15,-1-2-15,-2-3 0,3 0 16,-6-3 0,2 1-16,2-3 0,-3-7 15,0-1-15,-1-4 16,-2 1-16,-8 0 16,-4-4-16,2 0 15,-6 1-15,0-7 16,-1 0-16,0-1 15,-1-3-15,-3-2 16,-1 0-16,0-5 16,-5 0-16,0-3 15,-1-1-15,-4-2 16,-3-2-16,-3 0 16,-1-2-16,-4-1 15,-5-1-15,-1-2 16,4-2-16,-10 3 15,4-1-15,-3-1 16,-4 2-16,-5-4 16,-2 1-16,-6-2 0,0-6 15,-5 1-15,-6-1 16,-2-4-16,-7 3 16,-1-3-16,-5 1 15,-5-2-15,0 1 16,-3-9-16,-9-1 15,-1 2-15,-7 2 16,-2-3-16,0 1 16,-7-1-16,-4 0 15,-5-2 1,-5 2-16,-8 4 0,0-7 16,-10 7-16,-1-2 15,-7 3-15,-5-1 16,-5 3-16,-6 0 15,-1 4-15,-5 3 16,-5 3-16,-2 1 16,-6 5-16,-5-1 0,-3 8 15,-6 2-15,0 4 16,-2 4-16,-4 5 16,-1 2-16,-3 9 15,-6 2-15,1 7 16,-5 2-16,-3 7 15,-1-1-15,-6 7 16,-5 9-16,3 7 16,4 3-16,-10 9 15,4 4-15,0 2 16,3 3-16,1 9 16,-1 7-16,0 4 15,-1 4-15,1 4 16,-2 6-16,3 2 15,0 6-15,-1 5 16,1 4-16,2 3 16,-3 3-16,4 7 0,-2 2 15,-2 7-15,5 2 16,5 4-16,1 0 16,4 3-16,3 1 15,5 5-15,-2 1 16,2 7-16,3 1 15,2 9-15,5 4 16,5 6-16,4-1 16,6 6-16,2 2 15,2-1-15,3 4 16,4-1-16,-3-3 16,4 3-16,7-2 15,-6 2-15,8 4 16,1 5-16,7 4 15,8 2-15,4 4 16,6 0-16,5 2 16,0 4-16,2 0 15,6 1-15,2 3 0,3 5 16,2 1-16,5 1 16,7-3-16,3 6 15,12 0-15,12-2 16,9 0-16,19 2 15,13 1-15,12-4 16,13 2-16,13-4 16,8-8-16,11-5 15,9-2-15,15-5 16,9-1-16,16-1 16,13-5-16,14-1 15,10 2-15,10-5 16,5 1-16,0 0 15,1-8-15</inkml:trace>
  <inkml:trace contextRef="#ctx0" brushRef="#br0" timeOffset="44549.6552">10625 14083 0,'0'0'0,"0"0"0,5-7 0,1-11 0,1-4 16,-4-2-16,-3 24 16,3-29-16,-8-1 15,-3-2-15,-3 0 16,-6 2-16,-9 1 15,-2 4-15,-6 6 16,-8 4-16,-7 5 16,-4 7-16,-7 9 15,-3 10-15,-13 15 0,1 9 16,-1 15 0,-3 19-16,8 11 0,12 7 15,11 2 1,17-2-16,22-2 15,20-5-15,20-10 0,16-10 16,17-10-16,14-11 16,6-14-16,9-13 15,7-13-15,6-16 16</inkml:trace>
  <inkml:trace contextRef="#ctx0" brushRef="#br0" timeOffset="44847.3897">11018 13959 0,'0'0'0,"-1"14"0,1 20 0,-8 24 16,2 20-16,-3 16 16,-5 6-16,-3 6 0,4-10 15,-1-14 1,4-10-16,6-15 0,1-12 16,3-45-16,0 35 15,7-7-15,4-18 16</inkml:trace>
  <inkml:trace contextRef="#ctx0" brushRef="#br0" timeOffset="45119.9384">11445 14071 0,'0'0'0,"2"23"0,-4 22 0,-6 23 0,-3 15 15,-5 12-15,-2-2 0,0-6 16,4-9-16,5-7 16,1-13-1,6-12-15,2-46 16,-1 36-16,2-8 0,2-18 15,-4-20-15</inkml:trace>
  <inkml:trace contextRef="#ctx0" brushRef="#br0" timeOffset="45281.2126">11117 14433 0,'0'0'0,"19"-1"0,12-3 0,22-1 16,28 4-16,7 7 15</inkml:trace>
  <inkml:trace contextRef="#ctx0" brushRef="#br0" timeOffset="45813.8672">11434 14924 0,'0'0'0,"0"0"0,5-2 0,14-4 0,14-3 15,10 0-15,2 5 16,7 4-16,-8 8 15,-8 10-15,-11 9 16,-7 1-16,-14 9 16,-11 3-16,-14 1 15,-1-4-15,-10-5 16,1-4-16,-5-7 16,36-21-16,-37 19 15,37-19-15,-30 11 16,30-11-16,-27 6 15,14-12-15,18-10 16,16-1-16,12 4 16,4 9-16,1 8 15,-2 10-15,-8 11 0,-6 8 16,-8 6-16,-12 1 16,-11 5-1,-7-6-15,-14-6 0,-4-4 16,-12-9-16,-5-4 15,-10-4-15,5-7 16,1-3-16,3-8 16,8-6-16,8-10 15,8-10-15,11-13 16,13-14-16,13-1 16</inkml:trace>
  <inkml:trace contextRef="#ctx0" brushRef="#br0" timeOffset="46095.8789">11908 14700 0,'0'0'0,"0"0"0,4 0 15,11 0-15,19 1 0,23-2 16,18 1-16,19 0 16,6 0-16,0 0 15,-6-2-15,-17-1 16,-77 3-16,59-2 16,-18-1-16,-27 3 15,-23 0-15,-12 3 16</inkml:trace>
  <inkml:trace contextRef="#ctx0" brushRef="#br0" timeOffset="46434.8805">13366 14544 0,'0'0'0,"0"-9"0,0-6 0,-1-2 0,-9-2 15,-7-5-15,-8 4 16,-11 6-16,-5 7 16,-10 9-16,-6 14 15,-5 14-15,2 10 16,3 16-16,10 16 15,11 5-15,13-3 16,15 1-16,22-9 16,13-7-16,19-10 15,9-14-15,8-17 0,10-12 16,3-14-16</inkml:trace>
  <inkml:trace contextRef="#ctx0" brushRef="#br0" timeOffset="46753.3004">13125 13797 0,'0'0'0,"0"0"0,0 0 0,1 1 15,0 10-15,6 21 16,-2 10-16,-3 18 16,-2 12-16,-2 4 15,-5-3-15,3-5 0,4-68 16,-12 57-1,12-57-15,-8 42 0,6-18 16</inkml:trace>
  <inkml:trace contextRef="#ctx0" brushRef="#br0" timeOffset="46998.6589">13386 13792 0,'0'0'0,"2"25"16,3 22-16,-6 20 0,-3 9 15,-5-1-15,-2-7 0,-1-12 16,12-56-16,-5 42 15,1-13-15,0-16 16</inkml:trace>
  <inkml:trace contextRef="#ctx0" brushRef="#br0" timeOffset="47439.5843">13307 13021 0,'0'0'0,"0"0"0,-3-6 0,-8-5 0,11 11 16,-23-9-16,-8 5 15,-18 18-15,-5 14 16,-4 16-16,1 15 15,11 5-15,14 0 16,14 1-16,17 0 16,19-12-16,10-2 0,15-9 15,8-12-15,6-7 16,6-11-16,3-10 16,-3-8-16,-5-8 15,-4-9-15,-12-8 16,-12-1-16,-5-12 15,-13-8-15,-11-4 16,-9-3 0,-3 1-16,-10 3 0,-9 14 15,-6 8-15,-4 14 16,-11 19-16,-3 13 16</inkml:trace>
  <inkml:trace contextRef="#ctx0" brushRef="#br0" timeOffset="47752.0101">13417 14848 0,'0'0'0,"11"2"0,18-1 0,15 5 15,21-1-15,8 2 0,7-4 16,-5-2-16,-3 0 15,-13 0-15,-59-1 16</inkml:trace>
  <inkml:trace contextRef="#ctx0" brushRef="#br0" timeOffset="48178.7366">14605 14686 0,'0'0'16,"0"0"-16,0-4 0,-5-13 0,-6-1 15,-3-4-15,-11 5 0,-9 6 16,-9 12-16,-5 13 15,-6 15-15,-2 13 16,9 9-16,8 4 16,16 0-16,19 2 15,18-6-15,13-6 16,11-4-16,7-7 16,3-11-16,-1-6 15,4-9-15,-7-6 16,-2-9-16,-3-9 15,-9-8-15,-10-9 16,-8-9-16,-3-8 0,-15-7 16,-8 1-16,-4 0 15,-9 11 1,-8 10-16</inkml:trace>
  <inkml:trace contextRef="#ctx0" brushRef="#br0" timeOffset="48480.8359">15047 14533 0,'0'0'0,"0"0"0,5 7 0,-4 21 16,1 12-16,3 11 16,-8 12-16,4 3 0,-6 3 15,-3 1 1,4-6-16,1-5 16,-5-8-16,8-51 0,3 39 15,-3-39-15,1 30 16,6-10-16</inkml:trace>
  <inkml:trace contextRef="#ctx0" brushRef="#br0" timeOffset="48723.2142">15475 14593 0,'0'0'0,"-1"7"0,-1 19 0,-4 15 0,4 19 0,-3 8 15,-2 3-15,-1 0 16,2-4-16,-6-11 16,8-11-16,4-45 15,-3 35-15,3-35 16,0 25-16</inkml:trace>
  <inkml:trace contextRef="#ctx0" brushRef="#br0" timeOffset="48886.6475">15113 14861 0,'0'0'0,"15"0"16,24 4-16,31 3 0,40 3 0</inkml:trace>
  <inkml:trace contextRef="#ctx0" brushRef="#br0" timeOffset="65203.692">20720 16469 0,'0'0'16,"0"0"-16,0 0 0,1 0 0,-1 0 0,0 0 15,0 0-15,1 1 16,7 3-16,6 1 16,4 4-16,4 4 15,4 1-15,5 2 16,2 4-16,9 2 15,2 2-15,9 8 16,5 5-16,12 2 16,4 4-16,7 5 15,7 1-15,5 3 16,2 2-16,3-1 16,-3 3-16,-6-2 15,-3-6-15,-3-2 0,-7-2 16,-9-5-1,-6-4-15,-11-11 0,-50-24 16,40 18 0,-40-18-16,31 14 0,-31-14 15,19 5-15,-10-11 16,-26-13-16</inkml:trace>
  <inkml:trace contextRef="#ctx0" brushRef="#br0" timeOffset="65741.2227">20968 16265 0,'0'0'0,"0"0"0,6-3 0,-6 3 0,10-1 15,-10 1-15,16-2 16,-16 2-16,10-1 15,-6 0-15,-15 1 16,-12 2-16,-11-3 16,-8 4-16,-2-1 15,0-1-15,-4 3 16,5-1-16,3 0 16,40-3-16,-37 5 15,5 6-15,6 1 16,26-12-16,-17 20 0,9 2 15,10 12 1,13-1-16,8 4 0,10 5 16,9 4-16,6 2 15,11 5-15,-1 0 16,-4-1-16,0-4 16,-7-5-16,-12-3 15,-4-3-15,-5-2 16,-9-1-16,-6-1 15</inkml:trace>
  <inkml:trace contextRef="#ctx0" brushRef="#br0" timeOffset="103108.8137">22084 17747 0,'0'0'0,"0"0"0,0 0 0,3-2 0,-1-3 15,-2 5 1,2-12-16,-2-5 0,0-1 16,0 18-16,0-23 15,-4 0-15,-6-1 16,-2 3-16,12 21 16,-19-18-16,-6 5 15,-10 3-15,0 9 16,2 3-16,33-2 15,-30 8-15,10 3 16,7 7-16,8 5 16,7 5-16,3 4 15,9-2-15,9 3 16,4 1-16,7-4 16,2 2-16,-3-3 15,-4 2-15,-29-31 16,19 27-16,-7-3 15,-6 0-15,-10-8 0,-7-5 16,-8-1 0,-7-3-16,-1-3 0,-5-2 15,-1-5-15,0-1 16,5-5 0,28 9-16,-30-13 0,10-2 15,10-6-15</inkml:trace>
  <inkml:trace contextRef="#ctx0" brushRef="#br0" timeOffset="103390.9515">22283 17879 0,'0'0'0,"0"0"0,1 2 0,0 12 0,-1 11 16,-2 7-16,-2 13 15,-3 10-15,-5 7 16,-5 4-16,1 4 16,-5-1-16,4-12 15,1-5-15,2-9 0,14-43 16,-9 34-16,9-34 15,-8 24-15,8-12 16,4-16-16</inkml:trace>
  <inkml:trace contextRef="#ctx0" brushRef="#br0" timeOffset="103727.8663">22266 17804 0,'0'0'0,"0"0"0,7 0 0,11 3 16,10 6-16,9 1 15,2 5-15,-1 4 0,-5 2 16,0 3-16,-8 5 15,-9-4-15,-5 1 16,-12 1-16,-14-4 16,-4-5-16,-7-4 15,-6-4-15,-2-2 16,4-4-16,-3-7 16,3 0-16,30 3 15,-22-11-15</inkml:trace>
  <inkml:trace contextRef="#ctx0" brushRef="#br0" timeOffset="104277.6341">22679 17448 0,'0'0'0,"0"0"0,6 1 0,12 0 0,-18-1 15,22 2-15,7 5 16,3 4-16,1 3 15,-5 9-15,-4 0 16,-10 3-16,-14-26 16,3 24-16,-3-24 15,-4 25-15,-8-6 16,12-19-16,-21 18 16,-2-7-16,23-11 15,-24 6-15,24-6 0,-18 2 16,18-2-16,-15 1 15,10-2-15,9 2 16,9 3-16,-13-4 16,18 4-16,4 8 15,-1 4-15,0 2 16,-21-18-16,14 22 16,-7-1-16,-9 0 15,-11-6-15,-6-6 16,-3-7-16,-9 0 15,1-4-15,-3-1 16,0-2-16,-2-2 16,-3 0-16</inkml:trace>
  <inkml:trace contextRef="#ctx0" brushRef="#br0" timeOffset="111530.4141">19882 12890 0,'0'0'0,"0"0"0,0 0 0,1 0 0,-1 0 0,1 1 0,-2 2 16,1-3-16,9 4 15,8 6-15,14 4 16,13 7-16,7 2 16,7 2-16,9 0 15,2 1-15,9 5 0,2-1 16,2 2-16,5 7 15,-2 0-15,-4 1 16,0 1-16,1 2 16,-16-4-16,3 2 15,-9-5-15,-1 2 16,-3-6-16,2 3 16,-8-8-16,-50-27 15,43 20-15,-43-20 16,35 18-16,-35-18 15,24 11-15,-12-9 16,-12-2-16,4-7 16</inkml:trace>
  <inkml:trace contextRef="#ctx0" brushRef="#br0" timeOffset="111917.8328">21316 13193 0,'0'0'0,"7"4"0,4 7 0,7 10 0,12 7 0,2 9 15,-1 8-15,1 3 16,-1 2-16,-4 5 16,-3-3-16,-2-1 15,-11 0-15,-9-8 16,-4 2-16,-8-7 16,-3-2-16,-11-6 15,-8-7-15,-6-4 16,-11-4-16,-8-6 0,-9-5 15,-4-1-15,-1 0 16,1 4-16,7 1 16,6 6-16,11 11 15</inkml:trace>
  <inkml:trace contextRef="#ctx0" brushRef="#br0" timeOffset="117166.5998">19011 12272 0,'0'0'0,"0"0"0,0 0 0,0-6 0,0 6 16,2-12-16,-1-7 15,-1-4-15,0 23 16,-5-21-16,-5 1 15,-11 4-15,-2 4 16,-6 5-16,-3 4 16,-3 4-16,35-1 15,-35 4-15,5 2 16,30-6-16,-26 11 16,10 5-16,8 4 0,9 3 15,8 2 1,7-2-16,9 0 0,7 0 15,3 3-15,1 1 16,7 2-16,-6 3 16,-1 3-16,-5 1 15,-10-2-15,-10-3 16,-4-3-16,-12-4 16,-5-4-16,-7-3 15,-5-3-15,-8-3 16,-2-7-16,-3-1 15,-1-2-15,-1-6 16,-1-2-16,4-3 16,3-4-16,6-6 15,7-3-15</inkml:trace>
  <inkml:trace contextRef="#ctx0" brushRef="#br0" timeOffset="117492.6089">19211 12305 0,'0'0'16,"0"0"-16,0 6 0,-6 22 0,1 8 0,4 16 15,-3 11-15,-6 4 16,3-2-16,-3 2 16,1-3-16,-2-2 15,3-9-15,1-6 16,7-47-16,-10 41 16,4-7-16,6-34 15,-4 28-15,1-13 16,3-15-16,7-14 15,-2-16-15</inkml:trace>
  <inkml:trace contextRef="#ctx0" brushRef="#br0" timeOffset="117798.0646">19256 12176 0,'0'0'0,"8"1"0,10 2 0,8 6 0,10 9 0,-1 4 16,-2 5-16,-8 7 15,-7 2-15,-8-1 16,-10 0-16,-13-2 15,-7-5-15,-8-5 16,-6-6-16,-4-7 16,1-5-16,1-5 15,3-6-15,11-10 16</inkml:trace>
  <inkml:trace contextRef="#ctx0" brushRef="#br0" timeOffset="118267.2223">19591 11630 0,'0'0'0,"0"0"0,6 0 0,19 3 16,9 1-16,11 8 15,-3 4-15,3 6 16,-10 8-16,-8 6 16,-4 6-16,-13 2 15,-11 5-15,-9-1 16,-17 3-16,-2-9 15,-3-8-15,-4-9 0,5-7 16,3-6-16,28-12 16,-28 7-16,3-7 15,25 0-15,-24-8 16,5-7-16,6-5 16,13 20-16,0-17 15,13 9-15,13 13 16,15 9-16,11 14 15,0 10-15,6 10 16,6 8-16,-4 5 16</inkml:trace>
  <inkml:trace contextRef="#ctx0" brushRef="#br0" timeOffset="146617.7815">18607 15513 0,'0'0'0,"0"0"0,0 0 0,-1 0 0,1 0 16,-1-2-16,1 2 16,-1-1-16,-3 2 15,4-1-15,-7 7 16,-2 3-16,-4 2 15,-3 6-15,0 0 16,-1 6-16,-1 1 16,4 5-16,-2 1 15,-1 2-15,3 6 16,-2 3-16,0 3 16,1 5-16,6 5 15,3 0-15,4 1 16,7-1-16,3-1 15,7 0-15,6-2 0,3 2 16,8-1-16,2-8 16,1 0-16,5-3 15,3-3 1,8-3-16,-4-1 0,4-5 16,-6-1-1,0-4-15,2-4 0,0-6 16,-47-15-16</inkml:trace>
  <inkml:trace contextRef="#ctx0" brushRef="#br0" timeOffset="147359.859">17004 15906 0,'0'0'0,"0"0"0,0 0 0,1 2 0,-2 9 16,2 13-16,-4 9 15,-2 9-15,0 7 16,3 4 0,-1 0-16,-1 0 0,2 0 15,-3-7-15,-1-3 16,6-43-16,-3 37 16,3-37-16,-3 32 15,3-32-15,-2 27 16,7-12-16,8-11 15</inkml:trace>
  <inkml:trace contextRef="#ctx0" brushRef="#br0" timeOffset="147827.7027">17369 16146 0,'0'0'0,"0"0"0,-1-2 0,1 2 0,-1-8 0,1 8 16,-7-13-16,-2 2 15,-7 1-15,-4 6 16,-8 13-16,-4 10 15,-3 6-15,6 7 16,0 4-16,11-2 16,7 3-16,14-4 15,5-1-15,9-3 16,6-4-16,3-4 16,3-3-16,-1-7 15,-2-5-15,-26-6 0,27-2 16,-2-7-16,-2-11 15,-1-7-15,-3 0 16,-7-5-16,-3-1 16,-8-2-16,-4-1 15,-4 1-15,-2 6 16,-5 2-16,14 27 16,-19-17-16</inkml:trace>
  <inkml:trace contextRef="#ctx0" brushRef="#br0" timeOffset="148355.3007">17804 16161 0,'0'0'0,"0"0"0,-3-6 0,-2-6 0,-9-1 15,-3-1 1,-4 6-16,-1 6 0,-10 11 16,6 6-16,-1 5 15,3 0-15,5 2 16,19-22-16,-5 21 15,2 2-15,12-1 16,-9-22-16,16 18 16,0-6-16,-16-12 15,21 12-15,-21-12 0,18 5 16,-18-5 0,16 0-16,-16 0 15,14 0-15,-14 0 0,12-4 16,-12 4-1,6-1-15,-5 3 0,-3 15 16,-1 5-16,-3 5 16,-5 3-16,11-30 15,-3 31-15,-2-2 16,5-29-16,-5 34 16,1-4-16,4-30 15,-4 28-15,4-28 16,-2 21-16</inkml:trace>
  <inkml:trace contextRef="#ctx0" brushRef="#br0" timeOffset="148529.8332">17904 16485 0,'0'0'0,"0"0"0,0 0 0,2 5 0,-2-5 0</inkml:trace>
  <inkml:trace contextRef="#ctx0" brushRef="#br0" timeOffset="149148.2184">18248 16400 0,'0'0'0,"0"0"0,-2 0 0,2 0 0,-6-4 15,-9-4 1,15 8-16,-18-8 16,-4 1-16,22 7 0,-22-6 15,1 5 1,21 1-16,-21 4 0,3 6 16,5 8-16,1 2 15,3 5-15,3 1 16,2 0-16,4-26 15,1 27-15,2-1 16,-3-26-16,2 25 16,-2-25-16,3 21 15,-3-21-15,2 12 16,2-6-16,-4-6 16,7-2-1,6-4-15,-13 6 0,18-8 16,5 2-16,0 12 15,0 6-15,-3 8 16,-5 7-16,-4 1 0,-6 4 16,-3 2-16,-2-34 15,-2 34-15,-5-4 16,-6-3-16,13-27 16,-23 21-1,0-9-15,-5-6 0,28-6 16,-27-4-16,3-6 15,4-15 1,11-3-16</inkml:trace>
  <inkml:trace contextRef="#ctx0" brushRef="#br0" timeOffset="149663.6643">18321 16286 0,'0'0'0,"0"0"0,0 0 0,0-5 0,0 5 15,0-5-15,0 5 16,0-7-16,0 7 16,-5-7-16,5 7 15,-9-9-15,-3 7 16,12 2-16,-16 3 15,-3 8-15,19-11 16,-13 16-16,6 3 16,7-19-16,4 22 0,5-1 15,-9-21 1,18 20-16,4-3 0,-22-17 16,23 11-16,-2-8 15,-21-3-15,17-6 16,-5-6-16,-2-6 15,-7-4-15,-3 22 16,-1-24-16,-7-1 16,-21 1-16</inkml:trace>
  <inkml:trace contextRef="#ctx0" brushRef="#br0" timeOffset="166960.0691">22561 12983 0,'0'0'0,"0"0"0,0 0 0,-1-3 0,1-2 0,0 5 0,8-8 16,-8 8-1,10-7-15,3 2 0,-13 5 16,17 0-16,4 0 16,3-1-16,6 4 15,-1-1-15,-2 4 16,6-2-16,4-2 15,-3 4-15,-1 0 16,2 2-16,5 3 16,-7 0-16,2 6 15,0-1-15,2 4 16,-1 0-16,4 5 16,0 0-16,-2 2 15,0-1-15,2 2 16,-5 0-16,-1 4 15,-2-1-15,2 2 16,-2-1-16,3 1 0,-2 1 16,-6 1-1,3 2-15,-5-1 16,0 1-16,-1 1 0,-1 2 16,-2 2-16,-1 0 15,-2-3-15,2 0 16,-1 2-1,-5 1-15,1 1 0,-4 1 16,-4-1-16,0-2 16,1 0-16,-4 3 15,0 0-15,-2 0 16,-1-3-16,-5-2 16,-1 2-16,0 1 15,-1-3-15,-3 1 16,6-2-16,-4-5 15,7-33-15,-5 29 16,-4-2-16,9-27 16,-6 29-16,6-29 0,-10 23 15,10-23 1,-5 22-16,5-22 0,-7 18 16,7-18-16,-8 12 15</inkml:trace>
  <inkml:trace contextRef="#ctx0" brushRef="#br0" timeOffset="167970.2722">23880 12954 0,'0'0'0,"0"0"0,0 0 0,3-3 15,-3 3-15,1-4 16,-1 4-16,3-7 16,-3 7-16,3-6 15,-3 6-15,4-5 16,-4 5-16,1-1 15,-1 1-15,2 2 16,-1 9-16,-1 10 16,-1 7-16,1 2 15,1 2-15,2 5 16,-3 0-16,1 3 0,2 2 16,-3-4-1,-1-1-15,-2-1 0,6-3 16,-5-3-16,1 2 15,1-32-15,3 28 16,0-3-16,-3-25 16,-1 24-16,1-24 15,-2 19-15,2-19 16,-2 14-16,0-8 16,2-6-16,-1-5 15,2-9-15</inkml:trace>
  <inkml:trace contextRef="#ctx0" brushRef="#br0" timeOffset="168570.0229">24147 13040 0,'0'0'0,"0"0"0,0 0 0,2-4 0,2-6 0,-4 10 0,2-17 15,8 3-15,4 2 16,8 3-16,6 4 15,0 5-15,0 8 16,1 2-16,-3 8 16,-7 5-16,-4 8 15,-5 10-15,-8 2 16,0 1-16,-8 0 16,-7-2-16,-6-7 15,0-3-15,-7-6 16,-1-5-16,2-7 0,25-14 15,-28 11 1,-1-6-16,29-5 0,-26 2 16,2-6-16,8-7 15,16 11-15,-14-14 16,11-7-16,13-7 16,6 6-16,11 4 15,6 4-15,2 6 16,1 12-16,-3 6 15,-5 5-15,-5 3 16,3 7-16,-7 1 16,-1 2-16,-3 3 15,2-6-15,-1 3 16,4-8-16,-20-20 16,19 18-16</inkml:trace>
  <inkml:trace contextRef="#ctx0" brushRef="#br0" timeOffset="169061.1093">24928 13059 0,'0'0'0,"0"0"0,-5-3 0,-5-5 0,10 8 16,-14-7-16,-7 5 16,-6 10-16,-3 12 15,0 4-15,5 8 16,2 4-16,5 2 15,9-1-15,9 2 0,7-5 16,9 1 0,4-6-16,5-2 0,6-6 15,2-4-15,2-7 16,-5-6-16,0-5 16,-4-2-16,2-10 15,-4-5-15,-4-7 16,-2-4-16,-5-9 15,-5-5-15,-7-4 16,-5-1-16,-6-3 16,-12 5-16,-7 5 15,-6 10-15,-5 6 16</inkml:trace>
  <inkml:trace contextRef="#ctx0" brushRef="#br0" timeOffset="169490.0478">25274 12585 0,'0'0'0,"0"0"0,0 0 0,-2-1 16,-5-1-16,7 2 15,-11 2-15,-3 7 16,-6 10-16,2 8 16,5 3-16,10 1 15,3-31-15,1 29 16,8-2-16,9-4 15,9-7-15,-27-16 0,26 10 16,3-5-16,8-6 16,-1-7-16,-11-4 15,-3-5-15,-3-8 16,-9-7-16,-6-1 16,-7-5-1,-5 2-15,-17 1 0,-12 9 16,-14 8-16,-16 10 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2.98804" units="1/cm"/>
          <inkml:channelProperty channel="Y" name="resolution" value="650.78448" units="1/cm"/>
          <inkml:channelProperty channel="T" name="resolution" value="1" units="1/dev"/>
        </inkml:channelProperties>
      </inkml:inkSource>
      <inkml:timestamp xml:id="ts0" timeString="2024-03-28T05:05:43.0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12094 14519 0,'0'0'0,"0"0"0,0 0 0,3 0 16,9 3-16,5-1 15,5-1-15,9 2 16,3 2-16,7-4 15,10-1-15,8-2 16,12 0-16,5-1 16,13 0-16,1 0 15,11 8-15,5-4 16,8 5-16,2 0 16,0-3-16,-1 3 0,-4 4 15,-4 0-15,-8-5 16,-7-1-16,-1 2 15,-16 2 1,-7-2-16,-6-1 0,-62-5 16,48 7-1,-48-7-15,37 4 0,-16-2 16</inkml:trace>
  <inkml:trace contextRef="#ctx0" brushRef="#br0" timeOffset="370.2526">12065 14734 0,'0'0'0,"0"0"0,6 0 0,5 5 0,14-3 0,19 1 16,11 0-16,18 4 15,15-2-15,14 1 16,11-2-16,15 4 16,2-3-16,13-4 15,1 2-15,5 1 16,-1 1-16,-1-2 15,-3 7-15,-8 0 16,-5-2-16,-8-1 16,-21 8-16,-15 2 15,-13-6-15,-17 1 16</inkml:trace>
  <inkml:trace contextRef="#ctx0" brushRef="#br0" timeOffset="5825.6802">12138 15203 0,'0'0'0,"0"0"0,0 0 0,1 0 0,-1 0 16,2 2-16,2 6 0,-3 14 15,-2 11-15,-2 10 16,0 12-16,-1 5 16,-7 4-16,3-1 15,-4 1-15,5-3 16,0-1-16,7-10 16,5-2-16,4-8 15,4-6-15,7-3 16,3-7-16,2-8 15,4-6-15,3-7 16,-3-6-16,4-7 16,-6-3-16,-6-10 15,-1-4-15,-7-6 16,-6 3-16,-9 0 16,-5-1-16,-9 7 15,-7 1-15,-3 3 0,-12 7 16,-1 7-16,39 6 15,-42-6-15,42 6 16</inkml:trace>
  <inkml:trace contextRef="#ctx0" brushRef="#br0" timeOffset="6039.6575">12589 15788 0,'0'0'0,"3"14"0,-1 5 0,2 7 0,0 7 16,-2 3-16,-2-36 15,0 36-15,0-36 16</inkml:trace>
  <inkml:trace contextRef="#ctx0" brushRef="#br0" timeOffset="6242.4367">12540 15462 0,'0'0'0,"0"0"0,0 0 0,0 1 0,6 6 16</inkml:trace>
  <inkml:trace contextRef="#ctx0" brushRef="#br0" timeOffset="6958.4646">13092 15838 0,'0'0'0,"0"0"0,0-3 0,0 3 15,-3-12-15,-1-2 16,4 14-16,-10-16 16,-9 0-16,-10 5 15,-4 10-15,-7 11 16,2 6-16,8 12 16,0 5-16,8 3 15,10 6-15,13-2 0,9-5 16,14 0-16,11-3 15,6-6-15,6-8 16,4-6-16,4-7 16,-3-6-16,-2-4 15,-3-6-15,-8-5 16,-6-1-16,-8-7 16,-6-2-16,-7-1 15,-5-3-15,-7 30 16,0-29-16,-8 3 15,-7 3-15,-9 6 16,1 12-16,-3 11 16,2 9-16,1 10 15,8 7-15,6-1 16,11 4-16,10-2 16,4-8-16,8-3 15,-1-4-15,4-7 0,-27-11 16,26 5-16,1-3 15,-27-2-15,28-8 16,-28 8-16,25-14 16,-11-3-16,-14 17 15,8-19-15,-8 19 16,3-17-16,-8 8 16,-10 11-16,1 8 15,2 6-15,6 5 16,5 2-16,11-2 15,10 2-15,6-1 16,5-5-16</inkml:trace>
  <inkml:trace contextRef="#ctx0" brushRef="#br0" timeOffset="7321.582">13575 15881 0,'0'0'0,"8"3"16,8 1-16,4 9 0,8 4 0,1 3 15,2 6-15,-8 3 16,-1 2-16,-8-1 15,-4-4-15,-10-26 16,5 23-16,-5-23 16,-4 16-16,-7-6 15,-5-6-15,-3-6 16,-1-9-16,5-5 16,4-5-16,6-10 15,5-6-15,10-9 16,8-2-16,5 2 0,5 4 15,-3 5-15</inkml:trace>
  <inkml:trace contextRef="#ctx0" brushRef="#br0" timeOffset="7790.6935">13980 15284 0,'0'0'0,"0"0"0,0 10 0,4 18 16,2 14-16,-4 11 15,2 18-15,0 6 16,-8-2-16,-1 1 16,-4 3-16,8-7 15,0-5-15,7-7 0,2-10 16,7-10-16,-1-8 16,8-8-16,0-6 15,-22-18-15,24 14 16,3-9-16,1-7 15,-3-7-15,-4-7 16,-3-4-16,-7-2 16,-6 0-16,-7-6 15,-5 2-15,-4 0 16,-3 3-16,-7 1 16,21 22-16,-21-16 15,21 16-15</inkml:trace>
  <inkml:trace contextRef="#ctx0" brushRef="#br0" timeOffset="8157.706">14493 15995 0,'0'0'0,"0"0"0,-7-2 0,-3-7 0,10 9 16,-18-9-16,-8 3 16,-3 9-16,0 11 15,2 9-15,5 11 16,10 0-16,12-2 16,10-1-16,12-6 15,-22-25-15,26 21 16,4-6-16,5-5 15,-2-9-15,-6-5 16,-4-10-16,-4-7 16,-7-4-16,-6-3 15,-5-7-15,-9 2 16,-7 4-16,-3 4 0,18 25 16,-25-14-16,25 14 15</inkml:trace>
  <inkml:trace contextRef="#ctx0" brushRef="#br0" timeOffset="8529.8624">14676 16009 0,'0'0'0,"3"7"0,2 7 0,1 8 0,-6-22 16,7 23-16,-6 4 15,-1-27-15,0 25 16,0-25-16,0 18 16,0-18-16,-2 11 15,2-11-15,-2 7 16,-1-11-16,6-11 16,1-2-16,8-4 15,-12 21-15,11-21 16,3 2-16,-14 19 0,21-12 15,-4 10-15,1 12 16,-1 8-16,-6 8 16,-4 1-16,-1 3 15,-6-30-15,5 31 16,-6 1-16,3-5 16,-2-27-16,8 19 15</inkml:trace>
  <inkml:trace contextRef="#ctx0" brushRef="#br0" timeOffset="8942.7624">15196 16140 0,'0'0'0,"0"0"0,5-4 0,-6-9 0,1 13 15,-3-17-15,-5-1 16,8 18-16,-14-22 16,-6 6-16,-7 6 15,0 11-15,2 8 0,1 7 16,8 8-16,4 1 16,2-2-1,11 0-15,9 0 16,-10-23-16,20 21 0,3-4 15,-23-17-15,31 11 16,-2-5-16,-29-6 16,25 0-16,-25 0 15,18-9-15,-18 9 16,10-12-16,-10 12 16,1-12-16,-9 10 15,8 2-15,-10 9 16,5 11-16,10 4 15,17-1-15</inkml:trace>
  <inkml:trace contextRef="#ctx0" brushRef="#br0" timeOffset="9293.8422">15413 15492 0,'0'0'0,"6"3"0,-4 9 0,7 9 15,1 9-15,-2 12 16,-5 12-16,-6 11 15,2 2-15,-5 5 16,-1 3-16,5-4 16,2-8-16,0-7 15,4-6-15,-4-50 0,7 38 16,-7-38 0,4 30-16,-4-30 15,6 22-15,1-12 0,-6-15 16</inkml:trace>
  <inkml:trace contextRef="#ctx0" brushRef="#br0" timeOffset="9662.6435">15375 16011 0,'0'0'0,"0"0"0,2 1 0,7-2 0,9 2 0,10-1 15,6 3-15,8-1 16,-2 3-16,-40-5 16,39 0-16,-7-2 15,-32 2-15,32-8 16,-7-3-16,-25 11 0,18-18 16,-18 18-1,12-17-15,-8 1 16,-11 2-16,-9 9 0,-6 8 15,-2 17-15,-7 12 16,5 8-16,5 6 16,9 2-16,13 0 15,14-1-15,12-7 16,14-1-16,15-2 16,10-5-16,17-7 15,10 1-15</inkml:trace>
  <inkml:trace contextRef="#ctx0" brushRef="#br0" timeOffset="33783.1899">17077 15068 0,'0'0'0,"0"0"0,0-7 0,-1-4 0,1 11 16,-1-18-16,1 18 16,-2-20-16,-6-2 15,8 22-15,-13-20 16,-5 7-16,-6 5 15,-8 6-15,1 5 16,31-3-16,-30 9 16,3 2-16,5 5 15,12 2-15,6 3 0,14 2 16,9 7-16,12 4 16,4 1-16,2 1 15,0-4-15,-2-1 16,-6-3-16,-29-28 15,21 24-15,-12-4 16,-18-4-16,-13-6 16,-10-2-16,-10-3 15,-6-4-15,-1 3 16,2-4-16,0-7 16,8-3-16,12-7 15,14-9-15</inkml:trace>
  <inkml:trace contextRef="#ctx0" brushRef="#br0" timeOffset="34223.6971">17433 15159 0,'0'0'15,"0"0"-15,-3-4 0,-5-8 0,-5-3 16,-5-2-16,3 0 0,-4 5 16,-5 6-16,0 6 15,-7 4-15,1 9 16,1 5-16,4 3 16,25-21-16,-22 23 15,12 4-15,14 2 16,9-5-16,11-3 15,7-5-15,4-5 16,0-5-16,-4-4 16,1-5-16,-32 3 15,30-5-15,-30 5 16,23-7-16,-23 7 0,19-6 16,-9 4-1,-9 8-15,-5 6 0,1 7 16,3-19-16,-1 22 15,5 3-15,9 0 16,12-9-16,7-9 16,5-9-16</inkml:trace>
  <inkml:trace contextRef="#ctx0" brushRef="#br0" timeOffset="34519.5685">17661 14736 0,'0'0'0,"0"0"0,3 5 0,1 19 15,0 12-15,-1 13 0,-2 11 16,-2 8-16,-3 4 15,-1 0-15,3-7 16,2-9-16,3-9 16,-3-47-16,3 35 15,-3-35-15,6 27 16,-1-10-16,5-13 16,-2-19-16</inkml:trace>
  <inkml:trace contextRef="#ctx0" brushRef="#br0" timeOffset="34786.3998">17935 14801 0,'0'0'0,"-2"9"0,1 12 0,-2 22 0,-2 12 15,1 6-15,4 8 16,-3-6-16,0-9 16,6-8-16,0-3 15,1-7-15,-4-36 16,3 32-16,2-5 16,-5-27-16,1 27 15,0-13-15</inkml:trace>
  <inkml:trace contextRef="#ctx0" brushRef="#br0" timeOffset="34948.9342">17771 15128 0,'0'0'0,"11"1"0,19-1 0,21 5 15,34 2-15,19 7 16</inkml:trace>
  <inkml:trace contextRef="#ctx0" brushRef="#br0" timeOffset="45376.9684">11515 12826 0,'0'0'0,"0"0"0,0 0 0,2-2 0,-2 2 0,3-2 16,1 1-16,4 7 15,-2 6-15,0 7 16,0 13-16,-6 6 16,-1 9-16,0 1 15,-4-5-15,-1 3 16,3-2-16,1-4 15,-4-6-15,6-34 16,-2 30-16,1-4 16,1-26-16,-6 21 15,3-9-15,3-12 16,-1 1-16</inkml:trace>
  <inkml:trace contextRef="#ctx0" brushRef="#br0" timeOffset="45754.9248">11572 12751 0,'0'0'0,"4"6"0,13 6 0,7 15 0,4 9 0,4 5 15,0 6-15,-5 3 16,1-1-16,-1-11 16,-1 1-16,-5-9 15,-21-30-15,19 25 16,-19-25-16,16 19 16,-16-19-16,15 16 15,-15-16-15,9 10 0,-3-9 16,-2-9-16,-4-9 15,-3-12-15,2-9 16,6-9-16,0-7 16,2 0-16,2 1 15,-9 53-15,6-48 16,-6 48-16</inkml:trace>
  <inkml:trace contextRef="#ctx0" brushRef="#br0" timeOffset="46218.0767">12219 13013 0,'0'0'0,"0"0"0,0-6 0,0 6 0,-2-11 16,-998 11-16,1995-13 16,-1007-4-16,-7 7 15,-5 8-15,-9 15 16,0 11 0,3 10-16,6 5 0,2-1 15,22-38-15,-7 35 16,9-5-16,-2-30 15,13 27-15,11-10 16,3-7-16,-27-10 16,27 2-16,2-5 15,-29 3-15,27-12 16,-6-3-16,-21 15 16,15-20-16,-15 20 15,10-17-15,-5 6 16,-5 11-16,-5-1 15,6 13-15,3 15 16,10 7-16,15 5 0,18-2 16</inkml:trace>
  <inkml:trace contextRef="#ctx0" brushRef="#br0" timeOffset="56726.914">22368 14449 0,'0'0'15,"0"0"-15,5 4 0,10 10 0,5 2 0,5 5 16,4 4 0,9 1-16,3 2 0,5 1 15,8-1-15,1 0 16,8-1-16,1 0 15,7-1-15,5-2 16,6 0-16,2-3 16,2-4-16,4-2 15,-1 2-15,0-4 16,5-5-16,-2-1 16,-6-5-16,2-8 0,-10 1 15,-3-7-15,-7-4 16,-2-6-16,-5-4 15,0-4 1,-5-4-16,-6-7 0,-4-5 16,-2-5-16,-5-9 15,-9-3-15,-7 1 16,-4-6-16,-5-6 16,-9 0-16,-4-2 15,-8 0-15,-7-4 16,-5-1-16,-6 0 15,-7 0-15,-4-4 16,-4 4-16,-5 1 16,-5 2-16,0 3 15,-8 3-15,-5 3 16,0 6-16,-3 0 16,-5 7-16,-2 5 15,-1 2-15,-3 6 16,-3 8-16,3 2 15,-4 8-15,1 7 0,4 6 16,-1 6 0,2 10-16,0 6 15,-2 4-15,1 6 16,4 6-16,-1 0 0,1 11 16,-3 3-16,11 3 15,-2 7-15,6 5 16,2 6-16,5 7 15,2 10-15,6 3 16,6 5-16,9 4 16,3 5-16,10-3 15,7 3-15,10 1 16,8-6-16,13-3 16,3 1-16,12-7 15,8-1-15,14-7 0,12-4 16,12-5-1,13-4-15,18-5 16,9 0-16,7-5 0,6-6 16,-2-7-1</inkml:trace>
  <inkml:trace contextRef="#ctx0" brushRef="#br0" timeOffset="63163.1115">25551 13625 0,'0'0'0,"0"0"0,0 0 0,1 4 0,9 1 16,-10-5-16,18 6 15,8-3-15,8-4 16,-1-6-16,0-3 15,-4-4-15,1-1 16,-6-2-16,-8-3 16,-4-3-16,-8 1 15,-8-6-15,-5-1 16,-10 2-16,-3 6 16,-8 6-16,-8 7 15,-6 10-15,-4 9 16,-3 12-16,-6 16 15,6 14-15,7 4 16,10 3-16,15 3 16,12-9-16,14-5 15,13-6-15,11-11 16,7-8-16,11-9 16,7-12-16,5-10 15,3-10-15,0-7 16</inkml:trace>
  <inkml:trace contextRef="#ctx0" brushRef="#br0" timeOffset="63438.3691">25982 13184 0,'0'0'0,"9"20"0,-3 13 0,5 21 0,2 18 16,1 7-16,-4 4 15,2-3-15,-4-9 16,-2-6-16,-3-5 16,-3-60-16,0 47 15,0-47-15,-3 39 16,-4-14-16,0-18 15,2-18-15</inkml:trace>
  <inkml:trace contextRef="#ctx0" brushRef="#br0" timeOffset="63622.5918">25950 13117 0,'0'0'0,"0"0"0,9-6 0,13-9 16,17 8-16,9 0 16,11 7-16,1 12 0,1 10 15,-6 5 1,-11 11-16</inkml:trace>
  <inkml:trace contextRef="#ctx0" brushRef="#br0" timeOffset="63789.8961">26013 13665 0,'0'0'0,"18"-3"0,16-1 0,18-7 0,17-2 16</inkml:trace>
  <inkml:trace contextRef="#ctx0" brushRef="#br0" timeOffset="64067.7104">26538 13275 0,'0'0'0,"6"18"0,-6 15 0,0 24 0,3 11 15,4 11-15,-1 5 16,1 2-16,0-6 16,-2-9-16,-5-71 15,1 60-15,-1-60 16,6 45-16,0-20 15,4-23-15</inkml:trace>
  <inkml:trace contextRef="#ctx0" brushRef="#br0" timeOffset="64253.5865">26546 13104 0,'0'0'0,"9"-1"0,17 1 0,15 6 0,22 7 15,2 5-15,1 10 16,-11 10-16</inkml:trace>
  <inkml:trace contextRef="#ctx0" brushRef="#br0" timeOffset="64436.9471">26524 13722 0,'0'0'0,"22"0"0,19-5 0,18 1 0,18-5 0</inkml:trace>
  <inkml:trace contextRef="#ctx0" brushRef="#br0" timeOffset="64797.6969">26977 13762 0,'0'0'0,"10"-1"0,9-1 0,7 2 0,12-2 0,0-7 16,-2 1-16,-36 8 16,32-14-16,-9-2 15,-23 16-15,12-25 16,-10 2-16,-11-1 15,-7 7-15,-12 10 16,-4 12-16,-10 9 16,5 8-16,-2 9 0,10 5 15,5-3 1,16 2-16,8-2 16,15-1-16,11-6 0,13-8 15,13-6-15,10-12 16</inkml:trace>
  <inkml:trace contextRef="#ctx0" brushRef="#br0" timeOffset="65118.3739">27305 13616 0,'0'0'0,"8"5"0,12 8 16,5 12-16,12 10 0,3 5 16,-5 2-16,-4 0 15,-10-3-15,-21-39 16,14 34-16,-14-34 16,3 25-16,-6-3 15,3-22-15,-13 12 16,3-8-16,-2-12 15,5-6-15,4-10 16,8-14-16,7-7 16,13-7-16,1 1 0,13 8 15,-1 11-15</inkml:trace>
  <inkml:trace contextRef="#ctx0" brushRef="#br0" timeOffset="65465.9759">27739 13683 0,'0'0'0,"0"0"0,2 3 0,11 6 15,7 5-15,8 14 0,-1 7 16,8 0-16,-6 2 16,0-1-1,-29-36-15,24 25 0,-24-25 16,22 21 0,-22-21-16,18 13 0,-3-7 15,-2-14-15,0-10 16,0-9-16,-2-7 15,1-9-15,-3-3 16,2-2-16,-11 48 16</inkml:trace>
  <inkml:trace contextRef="#ctx0" brushRef="#br0" timeOffset="66108.5875">28343 13840 0,'0'0'0,"0"0"0,10-2 0,9-4 16,-19 6-16,20-11 15,2-5-15,4-9 16,-9-5-16,-17 30 15,11-29-15,-9 3 16,-11 5-16,-7 10 16,-9 11-16,-4 14 15,-9 8-15,2 11 16,-2 1-16,8 2 16,11-5-16,6 0 15,12-8-15,9 0 16,16-3-16,4-6 15,9-3-15,8-9 16,3-5-16,-4-4 16,2-6-16,-7-6 15,-6-5-15,-5-3 0,-7-7 16,-6-2-16,-5-3 16,-6 0-16,-6-2 15,2 41-15,-3-37 16,3 37-16,-9-26 15,-5 12-15,-2 16 16,6 12-16,7 8 16,10 6-16,7 1 15,11 3-15,7 2 16,7 4-16,-1-2 16,-4 0-16,-6-3 15,-28-33-15,27 31 16,-15-5-16,-9-3 15,-10-4-15,-9-8 16,-11-7-16,-4-5 16,-7-9-16,3-7 15,5-2-15</inkml:trace>
  <inkml:trace contextRef="#ctx0" brushRef="#br0" timeOffset="66420.9987">29266 13653 0,'0'0'0,"1"-7"0,-6-3 0,-6-5 15,-4-6-15,-6 3 16,-7 5-16,-1 9 15,-5 10-15,-5 10 16,-1 15-16,1 6 16,6 7-16,12 6 15,4-1-15,18-3 16,10-1-16,16-8 16,11-6-16,12-5 15,10-7-15,2-10 16,5-8-16</inkml:trace>
  <inkml:trace contextRef="#ctx0" brushRef="#br0" timeOffset="66783.8578">29385 13795 0,'0'0'0,"0"0"0,0 0 0,0 1 0,4 5 15,13 1-15,6 0 16,8-4-16,6-1 16,2-4-16,-3-6 15,-7-5-15,-8-2 16,-7-3-16,-6-6 16,-5-1-16,-3 25 15,-5-25-15,-9 3 16,-10 6-16,-5 12 0,-10 10 15,-1 12-15,1 12 16,1 5 0,10 5-16,12-2 0,9-2 15,14-5-15,14 0 16,11-9-16,9-2 16,11-10-16,2-6 15</inkml:trace>
  <inkml:trace contextRef="#ctx0" brushRef="#br0" timeOffset="67187.8021">29809 13713 0,'0'0'0,"2"14"0,0 5 0,5 12 15,1 2-15,-1 4 16,-7-37-16,6 33 0,0-1 16,-6-32-16,2 26 15,-2-26-15,2 17 16,-2-9-16,-2-10 16,1-9-16,-1-9 15,3-6-15,2-5 16,5 1-16,3-3 15,3 3-15,8 6 16,3 5-16,-2 11 16,3 7-16,3 14 15,-3 5-15,-1 8 16,-7 3-16,-1 3 16,-7 2-16,-10-34 15,8 33-15,-8-33 16,-2 31-16,2-31 0,0 25 15</inkml:trace>
  <inkml:trace contextRef="#ctx0" brushRef="#br0" timeOffset="67490.8708">30695 13644 0,'0'0'0,"0"0"0,0-5 0,-10-8 15,-5 2-15,-11 1 16,-11 9-16,-13 12 16,-10 9-16,-6 13 15,7 6-15,10 2 16,11-1-16,21-2 15,13-3-15,12-4 16,18 2-16,9-4 16,14-6-16,10-7 15,13-7-15,-1-7 0</inkml:trace>
  <inkml:trace contextRef="#ctx0" brushRef="#br0" timeOffset="67837.4234">30771 13810 0,'0'0'0,"0"0"0,9 8 16,12 4-16,19-1 0,9 0 15,7-6-15,-3-8 16,-6-7-16,-8-5 15,-8-5-15,-7-2 16,-4-6-16,-11 0 16,-9 0-16,-9 0 15,-11 3-15,-13 4 16,-17 11-16,-10 11 16,-16 9-16,-1 15 15,2 12-15,16 5 16,29 13-16,25 6 15,31 5-15,36 9 16,28 3-16,28-6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2.98804" units="1/cm"/>
          <inkml:channelProperty channel="Y" name="resolution" value="650.78448" units="1/cm"/>
          <inkml:channelProperty channel="T" name="resolution" value="1" units="1/dev"/>
        </inkml:channelProperties>
      </inkml:inkSource>
      <inkml:timestamp xml:id="ts0" timeString="2024-03-28T05:07:17.1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1531 3741 0,'0'0'0,"0"0"0,7-1 0,3-6 0,12 1 16,8 0-16,-2 0 15,11 1-15,-3 7 16,3-2-16,4 1 15,3 2-15,3-1 16,6 0-16,4-1 0,6 3 16,6 1-16,2-1 15,5 0 1,6-2-16,5 0 0,5-2 16,5-2-16,6 1 15,1 1-15,2 0 16,8-1-16,6 2 15,2-2 1,7 0-16,5 1 0,2-2 16,1 5-16,5-4 15,1 3-15,3-2 16,6-1-16,3-3 16,1 1-16,3 1 15,5-2-15,0-2 16,2 2-16,7-1 15,0-2-15,1 2 16,1-2-16,0 4 16,-3 0-16,1-2 0,-2 0 15,-1 0-15,-1 1 16,-4 3-16,-5 1 16,-3-1-16,-6 0 15,-2 2-15,-9-1 16,-5 0-16,-8 1 15,-8 2-15,-14 4 16,-5-4-16,-21 1 16,-9-2-16,-72-2 15,57 3-15,-57-3 16,43 3-16,-14 7 16</inkml:trace>
  <inkml:trace contextRef="#ctx0" brushRef="#br0" timeOffset="11678.9878">2734 10307 0,'0'0'0,"0"0"0,0 0 0,7 0 0,10-2 0,11 4 15,4-4-15,9 4 16,1 2-16,8-1 15,3 5-15,15-4 16,3 0-16,11 1 16,5-1-16,9 3 15,5-2-15,14-3 16,7-1-16,9 0 16,9 1-16,5-2 15,6 1-15,5 2 16,4-2-16,1 2 15,3 3-15,1-3 0,-7 5 16,1-2-16,-6 1 16,-7-2-1,-5 2-15,-13-2 0,-11 0 16,-17-4-16,-14 1 16,-16-3-16,-70 1 15,57-1-15,-57 1 16,43-2-16,-25-4 15,-29-7-15</inkml:trace>
  <inkml:trace contextRef="#ctx0" brushRef="#br0" timeOffset="12112.3767">3325 10436 0,'0'0'0,"0"0"0,8-1 0,19 0 0,27-3 16,19-1-16,24-3 15,21 1 1,16 0-16,14 1 0,16 4 16,10 2-16,11 1 15,10 0-15,7 5 16,4 1-16,4 1 15,3 0-15,2 4 16,-6-4-16,-6 0 16,-7 6-16,-11 1 15,-11 6-15,-25 5 0,-20 9 16</inkml:trace>
  <inkml:trace contextRef="#ctx0" brushRef="#br0" timeOffset="16309.5205">13772 10121 0,'0'0'0,"0"0"0,0 0 0,5 0 16,2 0-16,10 0 16,7 1-16,7 1 0,4 3 15,12-3-15,11 2 16,10 0-16,9 2 15,9-4-15,9 1 16,6 1-16,15-4 16,9 1-16,10-2 15,7-3-15,10-3 16,10-2-16,11 1 16,12-1-16,5 3 15,-3-4-15,2 4 16,-1 3-16,3-1 15,-3 7-15,-9 1 16,-13 1-16,-12 3 16,-20 0-16,-20-4 15,-15 0-15,-17-2 16,-23 0-16,-59-2 16,46-1-16,-14-2 0,-23 0 15,-22-2-15,-31-4 16</inkml:trace>
  <inkml:trace contextRef="#ctx0" brushRef="#br0" timeOffset="16792.2111">14089 10298 0,'0'0'0,"0"0"0,6 1 0,19 0 0,19 0 15,19-1 1,18 2-16,16-1 0,12 0 16,10 1-16,17-2 15,15 0-15,8-7 16,18 3-16,3-6 16,6 6-16,2-7 15,2 1-15,3 1 16,4 0-16,2 0 15,-3 4-15,-9 2 16,-9 0-16,-17 3 16,-11 2-16,-18 1 15,-23 1-15,-23 0 16,-86-4-16,69 8 16,-23-2-16,-36 3 15</inkml:trace>
  <inkml:trace contextRef="#ctx0" brushRef="#br0" timeOffset="28520.394">23542 9753 0,'0'0'0,"0"0"0,0 0 0,4-2 0,6 2 15,-10 0-15,19 2 16,7 0-16,12 2 15,4-1-15,0-1 16,2-2-16,4 3 16,3 1-16,3-1 15,8-3-15,0 0 16,8-2-16,6 0 0,8-1 16,2 3-1,10-1-15,3-3 0,5 3 16,-1 2-1,10-2-15,1 2 0,4 2 16,3-4-16,4 2 16,4 1-16,4-4 15,-1 6-15,-3-1 16,0 0-16,-1 0 16,-4 2-16,5-3 15,-5 3-15,-5-1 16,-3 3-16,-5-1 15,-10-1-15,-1 3 16,-8-5-16,-6 2 16,-4-3-16,-9 2 15,-5-1-15,-13-1 16,-55-2-16,49 4 16,-13-2-16,-18-4 0</inkml:trace>
  <inkml:trace contextRef="#ctx0" brushRef="#br0" timeOffset="29085.1401">23780 9887 0,'0'0'0,"0"0"0,0 0 0,-3 0 0,5 3 0,11 6 16,15 0-16,9-2 16,18 2-16,9-1 15,17-4-15,11-1 16,13 1-16,12-4 16,13-1-16,15-4 15,4 3-15,16-1 16,12-1-16,3 1 15,5 2-15,8 2 16,2 6-16,3-3 16,-1 6-16,-2 4 15,-6-2-15,-5 2 16,-10 3-16,-10 1 16,-17-4-16,-18-2 15,-15 2-15,-17-3 0,-18-1 16,-21 1-16,-58-11 15,44 10 1,-17 2-16</inkml:trace>
  <inkml:trace contextRef="#ctx0" brushRef="#br0" timeOffset="42323.2483">2032 12150 0,'0'0'0,"0"0"0,0 0 0,4-1 0,-4 1 15,7-6-15,3 0 16,12 2-16,4 0 16,5 2-16,11 2 15,2-1-15,5 1 16,7 1-16,6-2 15,4 1-15,2 0 16,8-1-16,7-1 16,5 1-16,8-3 15,4-1-15,10 0 16,5 0-16,9-1 16,5 1-16,6 2 15,6 0-15,7-3 16,4 5-16,5-1 15,2 0-15,5 4 16,3-3-16,0 0 0,-3-1 16,4 2-16,0-1 15,2 3-15,0 2 16,1-1-16,-5 1 16,3 0-16,-5 0 15,2 0-15,-7 5 16,5-2-16,-7-1 15,-4 4-15,-4 2 16,-9 2-16,-7-3 16,-7 1-16,-13-1 15,-2 1-15,-9-1 16,-14 1-16,-13-3 16,-11-3-16,-64-6 15,49 6-15,-49-6 16,41 4-16,-41-4 15,28 2-15,-19-2 16,-23 4-16,-20-1 16</inkml:trace>
  <inkml:trace contextRef="#ctx0" brushRef="#br0" timeOffset="61359.3536">12296 14564 0,'0'0'0,"0"0"0,2 0 0,-2 0 0,9-2 15,5 1-15,5-2 0,7 3 16,-26 0-16,30 1 15,3 2-15,8-1 16,5-2-16,-2-2 16,3 2-16,2-4 15,6-2 1,5 5-16,5-2 0,5-2 16,9 1-16,-1-1 15,7 3-15,11 3 16,0-3-16,5 2 15,5-1-15,3 1 16,1 0-16,5 2 16,2-4-16,5-1 15,-2 2-15,5-4 16,3 3-16,-4 1 16,-1 2-16,-1-2 15,-2 1-15,-1 1 0,-3 5 16,-3-5-16,9 5 15,-1 1-15,-5 3 16,8 1-16,-3 1 16,-8 0-16,-2 0 15,-1 2-15,-5-5 16,-4-1-16,-5-2 16,-5 1-16,-2-2 15,-10-2-15,-4 0 16,-75-3-16,67-2 15,-13 1-15,-54 1 16,42-5-16,-11 2 16,-16-3-16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2.98804" units="1/cm"/>
          <inkml:channelProperty channel="Y" name="resolution" value="650.78448" units="1/cm"/>
          <inkml:channelProperty channel="T" name="resolution" value="1" units="1/dev"/>
        </inkml:channelProperties>
      </inkml:inkSource>
      <inkml:timestamp xml:id="ts0" timeString="2024-03-28T05:09:01.0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4591 7592 0,'0'0'0,"0"0"0,5-1 0,9-2 0,3 1 0,-17 2 16,21-4-16,3 1 0,6 3 15,0 2-15,-3 0 16,2 2-16,-2-2 16,3 2-16,2 2 15,2-1-15,-2-1 16,5 2-16,1 1 16,-1-3-16,6 0 15,2 2-15,3-2 16,2 2-16,4-3 15,2 2-15,2 3 16,2-4-16,4 2 16,0 0-16,7-1 15,1 0-15,1 1 16,3 0-16,0-4 16,2 2-16,1-1 15,0 1-15,2 2 0,0 0 16,-1-3-16,0 3 15,5-1-15,-2 0 16,1 1-16,-1 2 16,2-4-16,-2 4 15,4-3-15,0 2 16,2-2-16,1 3 16,-1-2-16,3 2 15,-2-2-15,-3 1 16,3 1-16,-2-2 15,1 3-15,7 2 16,-1-2-16,-2 0 16,3-3-16,-2-1 15,1 1-15,3 0 16,1 1-16,2-2 16,-2 2-16,-2-1 15,0 4-15,-3-4 0,-1 0 16,0-2-16,-2-1 15,0-1-15,-4-1 16,2 0-16,-5 1 16,0-2-16,0 1 15,-3-1-15,-6-1 16,0-2-16,-6-1 16,4-3-16,-7-2 15,-2 3-15,-4-7 16,-5 1-16,-1-1 15,4-4-15,-7 0 16,1-2-16,-5 1 16,1-8-16,-11 1 15,6 0-15,-8-1 16,2-3-16,-5 3 16,1-4-16,-3-4 15,-4 1-15,-4 0 0,6-5 16,-6 1-1,-1-2-15,-6-1 16,5-4-16,-10-1 0,-2-3 16,-5 1-16,5-3 15,-7-2-15,-2 0 16,-1-2-16,-3 3 16,-2-2-16,-4-3 15,-3 0-15,-1 3 16,-2-4-16,-9 1 15,-6-2-15,-4-2 16,-7 2-16,0-2 16,-10 0-16,-4 0 15,-3-5-15,-5 4 16,-2 1-16,-2-1 16,-6 0-16,-1 3 15,-6-4-15,-5-1 16,0 0-16,-3 2 15,-3 1-15,3 5 16,-5-1-16,-1 1 16,-5 3-16,1-1 15,-5-1-15,1 4 0,2 2 16,-7-3-16,-3 3 16,-1 3-16,2 1 15,-4 1-15,4 3 16,0 3-16,-4 2 15,3 0-15,-3 4 16,-3 0-16,4 0 16,3 5-16,-3 0 15,4 1-15,1 1 16,-1 3-16,-2 1 16,2 2-16,4 3 15,-3 0-15,5-2 16,1 9-16,4-2 15,-5 0-15,4 5 0,-3 1 16,3 5 0,-2-1-16,3 8 15,1-2-15,5 0 0,1 3 16,-1 2-16,5-1 16,2 4-1,0 4-15,6-1 0,0 1 16,4 6-16,1-2 15,1 3-15,3 0 16,-1 2-16,3-1 16,1 1-16,4-1 15,4 1-15,1 2 16,1 2-16,2 2 16,0 0-16,7 1 15,-1 4-15,6-3 16,1 2-16,2 1 15,4 0-15,-1-2 16,5 4-16,2 0 16,-2 1-16,5 4 0,1 1 15,-1-3 1,2 2-16,3 0 0,2 1 16,1 2-16,3 1 15,6 2-15,0 2 16,5 3-16,2 1 15,0-1-15,4-2 16,4 3-16,-1-6 16,6 7-16,0-3 15,6 3-15,5-1 16,1 0-16,3 6 16,7-1-16,0-2 15,0-1-15,6 2 16,-3-2-16,2 2 15,1 1-15,3 0 16,2-2-16,1 0 16,3-1-16,1-3 15,-2-4-15,1-2 0,5-5 16,-6-1-16,7-2 16,-1-6-16,4-4 15,2-3-15,8-5 16,2-6-16,11-2 15,3 0-15,10-1 16,3-1-16</inkml:trace>
  <inkml:trace contextRef="#ctx0" brushRef="#br0" timeOffset="8111.3219">7718 5962 0,'0'0'0,"0"0"0,0 0 0,2 0 15,-2 0-15,4 1 16,-4-1-16,8 4 15,-8-4-15,7-4 0,6-2 16,-13 6 0,18-10-16</inkml:trace>
  <inkml:trace contextRef="#ctx0" brushRef="#br0" timeOffset="21517.5135">7898 5909 0,'0'0'16,"0"0"-16</inkml:trace>
  <inkml:trace contextRef="#ctx0" brushRef="#br0" timeOffset="51559.3425">12586 7228 0,'0'0'0,"7"-1"0,12-3 0,3-1 0,11 0 16,10 0-16,4 5 16,1 2-16,6 0 15,6-1-15,2 3 16,8-3-16,5 0 16,8 3-16,9-4 15,2 1-15,12 0 16,1 2-16,11 0 15,4-3-15,8 0 16,2-3-16,7 1 16,6 0-16,8-2 15,2 3-15,6-3 16,6 2-16,-2 1 16,4-4-16,0-3 15,1 4-15,6-2 0,-7 3 16,2-1-16,-3 2 15,-3 4-15,-2 0 16,-7 0-16,-11 2 16,-5 2-16,-11-3 15,-11 0-15,-11-1 16,-14 0-16,-15 1 16,-15 1-16,-63-4 15,49 4-15,-20 1 16</inkml:trace>
  <inkml:trace contextRef="#ctx0" brushRef="#br0" timeOffset="70917.8035">10331 8854 0,'0'0'0,"0"0"0,3 2 0,4 2 0,3 9 16,9 8-16,2 10 16,2 9-16,9 8 15,-2 8-15,3 5 0,3-3 16,-1-6-16,-1-7 15,-3-13-15,-5-2 16,-26-30-16,25 21 16,-25-21-16,20 18 15,-20-18-15,20 9 16,-4-5-16,1-12 16,-2-9-16,-4-11 15,-1-12-15,5-13 16,0-8-16,3-7 15,-1-4-15,1-2 16,2 3-16,-5 6 16,4 12-16,-19 53 15,14-40-15,-1 16 0</inkml:trace>
  <inkml:trace contextRef="#ctx0" brushRef="#br0" timeOffset="72078.4586">11233 9126 0,'0'0'0,"0"0"0,0 0 0,5-2 0,10-3 0,10-1 15,7-5-15,2 0 16,-2-3-16,-2-1 16,-6-3-16,-5 0 0,-2-6 15,-8-3 1,-6 3-16,-7-1 16,-3 2-16,-8 6 0,-2 5 15,-9 7-15,0 11 16,-9 12-16,-4 11 15,2 14 1,0 8-16,7 5 0,12 3 16,13-4-16,15-7 15,18-10-15,14-10 16,12-6-16,10-6 16,5-8-1,4-10-15,6-8 0,5-3 16,-2-8-16,-3-6 15,-5-6-15,-10-2 16,-10-3-16,-9 0 16,-12-1-16,-15-5 15,-11 5-15,-7 1 16,-16 5-16,-5 6 16,-9 11-16,-8 11 15,-5 10-15,-2 12 16,-1 12-16,4 13 0,12 5 15,10 2-15,15-4 16,11-8 0,15-8-16,9-10 15,6-9-15,5-8 0,2-9 16,1-5-16,-3-3 16,2-5-16,-7-3 15,-8 0-15,-10-3 16,-18 26-16,10-28 15,-10 28-15,7-29 16,-7 29-16,-1-24 16,-7 14-16,-4 20 15,-2 19-15,0 20 16,2 15-16,5 10 16,2 6-16,5 8 15,1-3-15,2-5 16,-2-1-16,-1-11 15,-4-11-15,-5-7 0,-2-11 16,-12-7-16,-1-8 16,-10-8-16,-7-6 15,-1-7-15,-1-11 16,-3-9-16,9-9 16,4-3-16,11-9 15,5-2-15,17-8 16,13-4-16,10-5 15,15 1-15,16-4 16,13-2-16,6-2 16,10 1-16,0 2 15,-2-1-15,-5 6 16,-5 2-16,-7 4 16,-9 5-16,-8 5 15,-9 6-15,-38 34 16,29-29-16,-15 8 15,-18 4-15,-17 9 16,-17 13-16,-6 12 0,-6 11 16,-1 11-16,5 5 15,10 3-15,11-1 16,15 1-16,11-4 16,13-7-16,11-7 15,15-2-15,4-10 16,17-8-16,5-12 15</inkml:trace>
  <inkml:trace contextRef="#ctx0" brushRef="#br0" timeOffset="72467.8459">12835 8267 0,'0'0'0,"5"15"0,-4 18 0,-4 26 0,5 13 0,-8 10 15,1 5 1,-1 2-16,-1-4 0,5-3 15,1 0-15,1-9 16,6-8-16,0-11 16,5-10-16,7-11 15,6-6-15,7-11 16,5-8-16,4-16 16</inkml:trace>
  <inkml:trace contextRef="#ctx0" brushRef="#br0" timeOffset="72609.4219">12827 8946 0,'0'0'0,"0"0"0,7-2 0,17 0 0,18-2 15,14 1-15,11 1 0,6-2 16</inkml:trace>
  <inkml:trace contextRef="#ctx0" brushRef="#br0" timeOffset="73092.1419">13385 8969 0,'0'0'16,"0"0"-16,-3-4 0,-6-8 0,-9-5 0,-5-1 16,-5 3-16,-6 5 15,-4 5-15,-1 9 16,2 5-16,6 10 15,1 7-15,7 6 16,11 2-16,8-2 16,10 0-16,8-7 0,9-5 15,7-5-15,5-9 16,0-5 0,5-3-16,-2-8 15,-5-3-15,-3-2 0,-8-1 16,-22 16-16,15-20 15,-15 20-15,9-14 16,-6 4-16,-4 10 16,-3 17-16,-4 8 15,3 11-15,4 4 16,6 2-16,8-8 16,14-8-16,13-11 15,11-12-15,3-12 16</inkml:trace>
  <inkml:trace contextRef="#ctx0" brushRef="#br0" timeOffset="73509.4131">13817 8267 0,'0'0'0,"0"11"0,2 18 0,3 18 0,-5 21 16,-4 11-16,-2 7 0,-2 6 16,-2-1-16,0-4 15,8-4-15,1-9 16,3-16-16,5-12 15,6-9-15,7-10 16,2-8-16,8-7 16,3-7-16,1-9 15,1-11-15,-4-6 16,-1-7-16,-7-5 16,-7 1-16,-7 3 15,-11 2-15,-10 3 0,-10 6 16,-14 2-16,-6-1 15,-4 5 1,3-2-16,6-1 0</inkml:trace>
  <inkml:trace contextRef="#ctx0" brushRef="#br0" timeOffset="73787.0082">14325 8235 0,'0'0'0,"7"10"0,-4 12 0,-3 23 0,4 18 16,-6 11-16,-4 12 15,4 5-15,-1-2 16,-4 2-16,-1-5 15,6-13-15,-2-9 16,8-15-16,-3-11 16,6-9-16,-7-29 0,5 25 15</inkml:trace>
  <inkml:trace contextRef="#ctx0" brushRef="#br0" timeOffset="74140.5514">14600 9004 0,'0'0'0,"0"0"0,0 0 0,0 0 0,2 0 0,-2 0 0,14-1 16,12-5-16,-26 6 15,32-6-15,2-6 16,-3-1-16,-10-3 15,-21 16-15,11-18 16,-11 18-16,3-23 16,-12 2-16,-15 3 15,-5 9-15,-4 11 16,-3 10-16,-4 13 16,0 12-16,4 7 15,6 6-15,7-2 0,14-3 16,15-5-1,10-7-15,19-5 0,12-10 16,19-7-16,16-11 16,2-6-16</inkml:trace>
  <inkml:trace contextRef="#ctx0" brushRef="#br0" timeOffset="74557.8291">15690 8885 0,'0'0'0,"0"-7"0,0 7 0,-2-11 0,-7-5 0,9 16 16,-14-15-16,-10 4 15,-21 7-15,1 15 16,-7 11-16,-3 10 15,4 10-15,14 6 16,7 0-16,16-4 16,14-2-16,18-7 15,6-5-15,11-8 0,8-8 16,4-6-16,1-6 16,1-10-16,-6-1 15,-4-7-15,-8-6 16,-11-2-16,-9-5 15,-3-7-15,-10-1 16,-14 0-16,-6 1 16,-12 7-16,-5 5 15,-8 10-15,46 14 16</inkml:trace>
  <inkml:trace contextRef="#ctx0" brushRef="#br0" timeOffset="74771.7687">16013 8921 0,'0'0'0,"0"8"0,0-8 0,0 19 0,-1 14 15,1 5-15,-2 8 16,4-3-16,-2-43 15,3 45-15,-3-45 16</inkml:trace>
  <inkml:trace contextRef="#ctx0" brushRef="#br0" timeOffset="74912.7133">15989 8707 0,'0'0'0,"0"0"0,0 0 0,0-1 0,0 1 16</inkml:trace>
  <inkml:trace contextRef="#ctx0" brushRef="#br0" timeOffset="75266.1473">16446 8263 0,'0'0'0,"4"14"0,2 13 0,-2 10 0,-4 15 16,-2 13-16,-1 10 16,-10 6-16,6 6 15,-5-3-15,2 0 16,3-10-16,4-9 16,0-13-16,9-4 15,-1-7-15,1-6 0,-1-6 16,-5-29-16,8 29 15</inkml:trace>
  <inkml:trace contextRef="#ctx0" brushRef="#br0" timeOffset="75830.8713">10456 9742 0,'0'0'0,"0"0"0,-4-7 0,4 7 16,-8-6-16,5-1 0,14 6 15,6 5-15,13 2 16,14 4-16,16 2 15,16 0-15,10-2 16,16-4-16,18-4 16,8-4-16,20-9 15,16-1-15,16-3 16,14-3-16,18 0 16,12-2-16,9-3 15,14 3-15,12-1 16,2 4-16,8 0 15,4-1-15,3 6 16,-3-1-16,4 4 16,-7 1-16,-2 2 15,-5 4-15,-7 1 0,-13 3 16,-14 5-16,-18 3 16,-18-1-16,-25 3 15,-25-1-15,-25 0 16,-21-1-16,-31 1 15,-66-11-15</inkml:trace>
  <inkml:trace contextRef="#ctx0" brushRef="#br0" timeOffset="130600.3942">10387 16911 0,'0'0'0,"0"0"0,0 0 0,3 1 0,-3-1 0,1 0 15,0 0-15,-7 0 16,-9 5-16,-14 1 15,-17 4-15,-21 5 16,-15 3-16,-22 2 16,-14 0-16,-14-3 15,2-2-15,-7-4 16,2-6-16,-1-1 16,-1-1-16,-2 1 15,4 3-15,7 3 16,11 3-16,14 7 15</inkml:trace>
  <inkml:trace contextRef="#ctx0" brushRef="#br0" timeOffset="131324.1174">15149 16936 0,'0'0'0,"0"0"0,-1 2 0,-17 4 0,-27 2 16,-20 2-16,-23 1 15,-26 1-15,-17 1 16,-22-1-16,-23-2 16,-24-1-16,-28 2 15,-26 2-15,-33 4 0,-18 11 16</inkml:trace>
  <inkml:trace contextRef="#ctx0" brushRef="#br0" timeOffset="155565.1424">23043 15655 0,'0'0'0,"8"-1"0,-8 1 0,16 1 0,-16-1 16,15 1-16,-15-1 15,18 3-15,-6-3 16,-15 2-16,-14 0 15,-6 1-15,-18-2 16,-11-1-16,-6 0 16,-7-2-16,-7 2 15,-3-2-15,-4-1 16,-7-6-16,-4 1 16,-10-8-16,-1 8 15,-8-4-15,-4-4 16,0 5-16,-5-4 15,1 0-15,3 3 0,3 6 16,-1 0-16,6 4 16,5 1-16,10 3 15,8 2 1,13 1-16,2 2 0,12 1 16,2 5-16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2.98804" units="1/cm"/>
          <inkml:channelProperty channel="Y" name="resolution" value="650.78448" units="1/cm"/>
          <inkml:channelProperty channel="T" name="resolution" value="1" units="1/dev"/>
        </inkml:channelProperties>
      </inkml:inkSource>
      <inkml:timestamp xml:id="ts0" timeString="2022-11-09T06:30:41.8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32987 7167 0,'0'0'0,"0"0"0,0 0 16,0 0-16,0 0 0,0 0 15,0 0-15,0 0 16,0 0-16,0 0 16,0 0-16,0 0 15,1 1-15,-1-1 16,3 1-16,3 2 0,-6-3 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2.98804" units="1/cm"/>
          <inkml:channelProperty channel="Y" name="resolution" value="650.78448" units="1/cm"/>
          <inkml:channelProperty channel="T" name="resolution" value="1" units="1/dev"/>
        </inkml:channelProperties>
      </inkml:inkSource>
      <inkml:timestamp xml:id="ts0" timeString="2024-03-28T05:12:04.3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2354 4007 0,'0'0'0,"0"0"15,6-1-15,10-5 0,10 2 16,3-1-16,11 2 0,1 1 16,1 2-16,8 3 15,4-3-15,4-1 16,9 4-16,8-2 15,2-2-15,10 0 16,6 3-16,7-2 16,11-2-16,5 4 15,9-2-15,7-2 0,12-1 16,5 2-16,6 0 16,7 0-16,8-1 15,4 2-15,6-5 16,6 1-16,7-2 15,0 2-15,8 3 16,-5 1-16,4 4 16,-5 1-16,0 4 15,-10-4-15,-5 3 16,-6-2-16,-5 1 16,-8-2-16,-8 4 15,-12-2-15,-15 1 16,-14-3-16,-18-1 15,-21-4-15,-73 0 16,58 0-16,-58 0 16,42-2-16,-19 2 15,-18 7-15</inkml:trace>
  <inkml:trace contextRef="#ctx0" brushRef="#br0" timeOffset="6434.7028">15076 6231 0,'0'0'0,"0"0"0,2 1 0,-2-1 0,8 1 0,6 3 0,-14-4 16,25 5-16,4 2 15,4 3-15,3-5 16,-4 2-16,-32-7 16,34 8-16,1 1 15,4 0-15,5-2 16,0-1-16,-2-3 15,2 0-15,1 1 16,5 1-16,0-1 16,-2 3-16,4-1 15,-3 1-15,1-2 16,5 0-16,0-1 16,6 0-16,-4 0 15,-1-1-15,6-2 16,-1 1-16,-2-1 0,1 5 15,-5-2-15,2 0 16,-2-2-16,3 0 16,-3-2-16,1 0 15,-1 3-15,1-5 16,-3 5-16,1-4 16,4 3-16,-7-3 15,6 0-15,0-1 16,-3 1-16,-2-1 15,5 0-15,-2 0 16,-1-3-16,3 0 16,-2-3-16,0 1 15,-2 1-15,1-3 16,-5 1-16,2-2 16,0-1-16,-5 0 15,-1-2-15,0 0 16,1-3-16,-3-1 0,-5-2 15,4-2 1,-5 2-16,-2-4 0,-1-1 16,-4 1-1,-2-5-15,2 0 0,-6 0 16,-3-1-16,-2-5 16,-5 4-16,1-2 15,1-3-15,-8 2 16,-6 1-16,-5-2 15,0-3-15,-6 1 16,-2-2-16,-4-4 16,-9 4-16,-3 0 15,-4 1-15,-2 2 16,-10 0-16,0-1 16,-8 3-16,-5-1 15,-4 3-15,-5 0 16,1 4-16,-4 1 15,-6 1-15,2 3 16,1 2-16,-3 1 0,0 0 16,-5 2-16,1-3 15,1 6-15,-4 2 16,1 0-16,2 5 16,0-4-16,-1 3 15,1 0 1,0 4-16,-3 0 0,5 2 15,1-1-15,-1 0 16,-3 1-16,6 2 16,4-1-16,-2 4 15,3 0-15,-1 0 16,8 1-16,-3 1 16,4 0-16,-1 0 15,2 4-15,-6 4 16,6-1-16,-4 1 15,8 2-15,4 5 0,-3-4 16,0 1 0,5 5-16,1 0 0,-1 0 15,4 2 1,5 3-16,-1 0 0,2 5 16,4 2-16,-1 0 15,1 3-15,9 1 16,0 1-16,8-1 15,0 1-15,4 1 16,-1 1-16,6 1 16,1 3-16,4-2 15,4 4-15,4-5 16,4 4-16,2-2 16,6-5-16,6 4 15,0-1-15,7-3 16,5-3-16,4 1 15,5-1-15,10-5 16,2-1-16,6-7 16,10-3-16,2-5 0,2 4 15,10-1-15,1-2 16,7-2-16,8 0 16,4 0-1,7-4-15</inkml:trace>
  <inkml:trace contextRef="#ctx0" brushRef="#br0" timeOffset="13721.1052">14921 7947 0,'0'0'0,"0"0"0,0 0 0,1 1 0,-2 5 16,-2 8-16,2 11 15,0 11 1,-4 9-16,0 5 0,2 5 16,-1 3-16,0 3 15,1-1-15,2-2 16,-1-10-16,2-48 16,-1 40-16,-2-6 15,3-34-15,0 27 16,0-27-16,7 23 15,5-13-15</inkml:trace>
  <inkml:trace contextRef="#ctx0" brushRef="#br0" timeOffset="14009.8198">15481 7939 0,'0'0'0,"0"0"0,2 4 0,1 16 0,-2 8 16,-1 13-16,-2 8 16,1 8-1,-4 4-15,-2 0 0,0-1 16,2-8-16,-2-6 15,7-46-15,-2 39 16,-2-5-16,4-34 16,-3 28-16</inkml:trace>
  <inkml:trace contextRef="#ctx0" brushRef="#br0" timeOffset="14205.3625">15021 8307 0,'0'0'0,"11"0"0,13 0 15,16-1-15,18 2 16,11 0-16,7 3 15</inkml:trace>
  <inkml:trace contextRef="#ctx0" brushRef="#br0" timeOffset="14732.1974">15460 8533 0,'0'0'0,"0"0"0,3-5 0,14-5 0,2-1 0,6 3 15,0 3-15,2 8 0,-3 9 16,-8 5-16,2 7 16,-9 8-1,-7 6-15,-5 0 0,-13 4 16,-2-2-16,-10-9 16,28-31-16,-31 26 15,2-5-15,-5-6 16,-1-5-16,1-7 15,2-5-15,5-6 16,5-8-16,8-4 16,3-4-16,9 0 15,2 24-15,6-23 16,8 6-16,8 5 16,5 7-16,5 6 0,8 7 15,0 8 1,1 4-16,0 5 0,3-1 15,0 1-15,6 4 16,3-4-16,-5-3 16</inkml:trace>
  <inkml:trace contextRef="#ctx0" brushRef="#br0" timeOffset="15491.3968">16804 7717 0,'0'0'0,"0"0"0,0 0 0,0 0 0,0 0 16,0 2-16,-1 3 15,1-5-15,-4 9 16,1 5-16,-8 10 15,-6 5-15,0 3 16,-4 7-16,-11 12 0,-6 8 16,-6 10-16,-12 11 15,-5 12 1,2-2-16,-1-1 0,2-8 16,2-10-16,7-12 15,5-7-15,1-8 16,7-5-16,7-5 15,3-5-15,8-5 16,18-24-16,-11 23 16,11-11-16</inkml:trace>
  <inkml:trace contextRef="#ctx0" brushRef="#br0" timeOffset="16010.2951">17095 8037 0,'0'0'0,"0"0"0,2 3 0,2 10 0,-1 15 15,0 12-15,-3 13 16,-6 13-16,-5 3 0,-2 5 16,-1-3-16,3-10 15,4-11-15,7-50 16,-3 43-16,3-43 15,-2 29-15,2-29 16,-3 23-16,3-12 16,-1-11-16,2-17 15,2-6-15,-1-12 16</inkml:trace>
  <inkml:trace contextRef="#ctx0" brushRef="#br0" timeOffset="16387.4933">17039 8016 0,'0'0'0,"0"0"0,3 4 0,10 8 0,20 13 16,7 11-1,8 13-15,10 2 0,-3 7 16,-5 3-16,-2-5 15,-8-2 1,-6-10-16,-34-44 16,27 33-16,-27-33 0,25 25 15,-25-25-15,19 18 16,-19-18-16,17 9 16,-8-6-16,1-11 15,-4-10-15,2-15 16,-6-7-16,0-10 15,1-2-15,0-4 16,0 4-16,-3 0 16,0 52-16,2-47 15,-2 47-15,6-35 0</inkml:trace>
  <inkml:trace contextRef="#ctx0" brushRef="#br0" timeOffset="16592.9591">17778 8407 0,'0'0'0,"1"7"0,2 8 0,-1 10 0,3 2 16,-3 6-16,3 2 15,-5-35-15,-1 32 16</inkml:trace>
  <inkml:trace contextRef="#ctx0" brushRef="#br0" timeOffset="16754.9233">17830 8232 0,'0'0'0,"0"0"0,0 2 0</inkml:trace>
  <inkml:trace contextRef="#ctx0" brushRef="#br0" timeOffset="53552.7426">21570 9455 0,'0'0'0,"14"0"0,12 0 0,12-4 0,17-1 0,12 0 16,2 0-1,10 1-15,6-4 16,5 3-16,7-3 0,3 1 15,9 2-15,5-4 16,2 1-16,4 1 16,8-3-16,-2 0 15,8 1-15,9 0 16,0-1-16,5 0 16,11-1-16,9 1 15,5-1-15,4 3 16,1 0-16,6 2 15,4 3-15,2 1 16,0 2-16,-3 2 16,-6-4-16,-5 1 15,-11-4-15,-9-3 0,-17 3 16,-15-7-16,-17 0 16,-16 2-16,-91 10 15,72-10-15</inkml:trace>
  <inkml:trace contextRef="#ctx0" brushRef="#br0" timeOffset="255978.5025">12419 13774 0,'0'0'0,"0"0"0,0 0 0,0-7 16,0 7-16,0-9 15,0 9-15,1-8 16,0 7-16,6 7 15,8 9-15,6 6 16,6 2 0,7 2-16,4-2 0,6-4 15,4-2-15,6-2 16,5-4-16,-1-2 16,7-1-16,1-2 15,4-6-15,-4-2 16,3-2-16,-3-4 15,-2-5-15,-2-3 0,-7-6 16,-9-8-16,-4 1 16,-2-7-16,-11-5 15,-2-4-15,-6-5 16,-6 1-16,-9-6 16,-5 0-16,-5-1 15,-8-3-15,-5 3 16,-3 0-16,-4 2 15,-3 3-15,-4 0 16,-3 3-16,-5 2 16,-3 5-16,2-3 15,-6 8-15,0 3 16,-9 3-16,6 4 16,-10 2-16,0 4 15,4 6-15,-2 7 16,-4 7-16,-1 7 15,2 11-15,-5 8 0,0 9 16,4 12-16,-1 9 16,2 12-16,6 8 15,4 9-15,7 3 16,14 3-16,6-4 16,21 0-16,23-1 15,15-4-15,19 1 16,17 1-16,22-3 15,22-1-15,18-5 16,14-6-16,6 1 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2.98804" units="1/cm"/>
          <inkml:channelProperty channel="Y" name="resolution" value="650.78448" units="1/cm"/>
          <inkml:channelProperty channel="T" name="resolution" value="1" units="1/dev"/>
        </inkml:channelProperties>
      </inkml:inkSource>
      <inkml:timestamp xml:id="ts0" timeString="2024-03-28T05:17:41.2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24332 17594 0,'0'0'0,"0"0"0,-3 0 0,-9 0 0,-6 1 16,-6-1-16,-2 1 0,-4 0 15,-10 1-15,2 1 16,-5 0-16,-6 0 16,-4 0-16,-3 2 15,-7 1-15,-1 1 16,-10 1-16,-1 0 15,-1 3-15,-6-3 16,4 3-16,-3 1 16,-1 1-16,1 0 15,0 1-15,1 1 16,7-1-16,1-3 16,5-1-16,10 0 15,-1-2-15,8 0 16,4-2-16,46-6 15,-36 6-15,3-1 16,33-5-16,-25 5 16,25-5-16,-18 3 15,10-1-15,12-8 0,11-2 16</inkml:trace>
  <inkml:trace contextRef="#ctx0" brushRef="#br0" timeOffset="437.2413">24666 17845 0,'0'0'0,"0"0"0,-8-2 0,-17-3 0,-15 3 0,-13-3 15,-10 3 1,-8 1-16,-9 5 0,-2 0 15,-8 0-15,-5 0 16,-3 7-16,-2-4 16,-8 0-16,2-3 15,-3 0-15,-2-2 16,7 2-16,-3 0 16,1-1-16,2-1 15,13 3-15,2 3 16,10 1-16,3 6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8FD816-FA8E-4A62-824E-BE647459352D}" type="datetimeFigureOut">
              <a:rPr lang="en-US" smtClean="0"/>
              <a:pPr/>
              <a:t>3/28/2024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6107EC-F445-49D1-8E12-10F7232335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35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B6206-AF6F-43E0-81A6-C00EA4CF580B}" type="datetimeFigureOut">
              <a:rPr lang="en-US" smtClean="0"/>
              <a:pPr/>
              <a:t>3/28/2024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3CEF-C45C-46CB-8651-E80F85835B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995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B6206-AF6F-43E0-81A6-C00EA4CF580B}" type="datetimeFigureOut">
              <a:rPr lang="en-US" smtClean="0"/>
              <a:pPr/>
              <a:t>3/28/2024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3CEF-C45C-46CB-8651-E80F85835B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507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B6206-AF6F-43E0-81A6-C00EA4CF580B}" type="datetimeFigureOut">
              <a:rPr lang="en-US" smtClean="0"/>
              <a:pPr/>
              <a:t>3/28/2024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3CEF-C45C-46CB-8651-E80F85835B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723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B6206-AF6F-43E0-81A6-C00EA4CF580B}" type="datetimeFigureOut">
              <a:rPr lang="en-US" smtClean="0"/>
              <a:pPr/>
              <a:t>3/28/2024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3CEF-C45C-46CB-8651-E80F85835B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337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B6206-AF6F-43E0-81A6-C00EA4CF580B}" type="datetimeFigureOut">
              <a:rPr lang="en-US" smtClean="0"/>
              <a:pPr/>
              <a:t>3/28/2024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3CEF-C45C-46CB-8651-E80F85835B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820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B6206-AF6F-43E0-81A6-C00EA4CF580B}" type="datetimeFigureOut">
              <a:rPr lang="en-US" smtClean="0"/>
              <a:pPr/>
              <a:t>3/28/2024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3CEF-C45C-46CB-8651-E80F85835B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216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B6206-AF6F-43E0-81A6-C00EA4CF580B}" type="datetimeFigureOut">
              <a:rPr lang="en-US" smtClean="0"/>
              <a:pPr/>
              <a:t>3/28/2024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3CEF-C45C-46CB-8651-E80F85835B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683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B6206-AF6F-43E0-81A6-C00EA4CF580B}" type="datetimeFigureOut">
              <a:rPr lang="en-US" smtClean="0"/>
              <a:pPr/>
              <a:t>3/28/2024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3CEF-C45C-46CB-8651-E80F85835B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98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B6206-AF6F-43E0-81A6-C00EA4CF580B}" type="datetimeFigureOut">
              <a:rPr lang="en-US" smtClean="0"/>
              <a:pPr/>
              <a:t>3/28/2024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3CEF-C45C-46CB-8651-E80F85835B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951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B6206-AF6F-43E0-81A6-C00EA4CF580B}" type="datetimeFigureOut">
              <a:rPr lang="en-US" smtClean="0"/>
              <a:pPr/>
              <a:t>3/28/2024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3CEF-C45C-46CB-8651-E80F85835B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511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B6206-AF6F-43E0-81A6-C00EA4CF580B}" type="datetimeFigureOut">
              <a:rPr lang="en-US" smtClean="0"/>
              <a:pPr/>
              <a:t>3/28/2024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3CEF-C45C-46CB-8651-E80F85835B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410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DB6206-AF6F-43E0-81A6-C00EA4CF580B}" type="datetimeFigureOut">
              <a:rPr lang="en-US" smtClean="0"/>
              <a:pPr/>
              <a:t>3/28/2024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9F3CEF-C45C-46CB-8651-E80F85835B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29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3" Type="http://schemas.openxmlformats.org/officeDocument/2006/relationships/image" Target="../media/image2.wmf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4.wmf"/><Relationship Id="rId4" Type="http://schemas.openxmlformats.org/officeDocument/2006/relationships/image" Target="../media/image3.wmf"/><Relationship Id="rId9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oleObject" Target="../embeddings/oleObject2.bin"/><Relationship Id="rId7" Type="http://schemas.openxmlformats.org/officeDocument/2006/relationships/customXml" Target="../ink/ink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oleObject" Target="../embeddings/oleObject4.bin"/><Relationship Id="rId7" Type="http://schemas.openxmlformats.org/officeDocument/2006/relationships/customXml" Target="../ink/ink3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8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oleObject" Target="../embeddings/oleObject6.bin"/><Relationship Id="rId7" Type="http://schemas.openxmlformats.org/officeDocument/2006/relationships/customXml" Target="../ink/ink4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1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oleObject" Target="../embeddings/oleObject8.bin"/><Relationship Id="rId7" Type="http://schemas.openxmlformats.org/officeDocument/2006/relationships/customXml" Target="../ink/ink5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oleObject" Target="../embeddings/oleObject10.bin"/><Relationship Id="rId7" Type="http://schemas.openxmlformats.org/officeDocument/2006/relationships/customXml" Target="../ink/ink6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0.e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8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6.emf"/><Relationship Id="rId5" Type="http://schemas.openxmlformats.org/officeDocument/2006/relationships/customXml" Target="../ink/ink7.xml"/><Relationship Id="rId4" Type="http://schemas.openxmlformats.org/officeDocument/2006/relationships/image" Target="../media/image24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3" Type="http://schemas.openxmlformats.org/officeDocument/2006/relationships/oleObject" Target="../embeddings/oleObject15.bin"/><Relationship Id="rId7" Type="http://schemas.openxmlformats.org/officeDocument/2006/relationships/customXml" Target="../ink/ink8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5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oleObject" Target="../embeddings/oleObject17.bin"/><Relationship Id="rId7" Type="http://schemas.openxmlformats.org/officeDocument/2006/relationships/customXml" Target="../ink/ink9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8.e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25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2.emf"/><Relationship Id="rId5" Type="http://schemas.openxmlformats.org/officeDocument/2006/relationships/customXml" Target="../ink/ink10.xml"/><Relationship Id="rId4" Type="http://schemas.openxmlformats.org/officeDocument/2006/relationships/image" Target="../media/image29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3" Type="http://schemas.openxmlformats.org/officeDocument/2006/relationships/oleObject" Target="../embeddings/oleObject20.bin"/><Relationship Id="rId7" Type="http://schemas.openxmlformats.org/officeDocument/2006/relationships/customXml" Target="../ink/ink1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31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7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customXml" Target="../ink/ink12.xml"/><Relationship Id="rId5" Type="http://schemas.openxmlformats.org/officeDocument/2006/relationships/image" Target="../media/image33.emf"/><Relationship Id="rId4" Type="http://schemas.openxmlformats.org/officeDocument/2006/relationships/oleObject" Target="../embeddings/oleObject22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emf"/><Relationship Id="rId4" Type="http://schemas.openxmlformats.org/officeDocument/2006/relationships/customXml" Target="../ink/ink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emf"/><Relationship Id="rId3" Type="http://schemas.openxmlformats.org/officeDocument/2006/relationships/oleObject" Target="../embeddings/oleObject23.bin"/><Relationship Id="rId7" Type="http://schemas.openxmlformats.org/officeDocument/2006/relationships/customXml" Target="../ink/ink15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39.e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38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emf"/><Relationship Id="rId3" Type="http://schemas.openxmlformats.org/officeDocument/2006/relationships/oleObject" Target="../embeddings/oleObject25.bin"/><Relationship Id="rId7" Type="http://schemas.openxmlformats.org/officeDocument/2006/relationships/customXml" Target="../ink/ink16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43.e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41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e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2.e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46.emf"/><Relationship Id="rId5" Type="http://schemas.openxmlformats.org/officeDocument/2006/relationships/oleObject" Target="../embeddings/oleObject28.bin"/><Relationship Id="rId15" Type="http://schemas.openxmlformats.org/officeDocument/2006/relationships/customXml" Target="../ink/ink18.xml"/><Relationship Id="rId4" Type="http://schemas.openxmlformats.org/officeDocument/2006/relationships/image" Target="../media/image44.emf"/><Relationship Id="rId9" Type="http://schemas.openxmlformats.org/officeDocument/2006/relationships/customXml" Target="../ink/ink17.xml"/><Relationship Id="rId14" Type="http://schemas.openxmlformats.org/officeDocument/2006/relationships/image" Target="../media/image510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emf"/><Relationship Id="rId3" Type="http://schemas.openxmlformats.org/officeDocument/2006/relationships/oleObject" Target="../embeddings/oleObject13.bin"/><Relationship Id="rId7" Type="http://schemas.openxmlformats.org/officeDocument/2006/relationships/customXml" Target="../ink/ink19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49.e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2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735736" y="433058"/>
            <a:ext cx="8839200" cy="5334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b="1" dirty="0">
                <a:solidFill>
                  <a:srgbClr val="C00000"/>
                </a:solidFill>
                <a:latin typeface="+mn-lt"/>
              </a:rPr>
              <a:t>Functional Groups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507105" y="1169739"/>
            <a:ext cx="11296461" cy="5562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200000"/>
              </a:lnSpc>
              <a:defRPr/>
            </a:pPr>
            <a:r>
              <a:rPr lang="en-US" dirty="0">
                <a:solidFill>
                  <a:srgbClr val="1184AD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Functional group:</a:t>
            </a:r>
            <a:r>
              <a:rPr lang="en-US" dirty="0"/>
              <a:t> An atom or group of atoms within a molecule that shows a characteristic set of physical and chemical properties.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dirty="0"/>
              <a:t>Functional groups are important for three reason; they are</a:t>
            </a:r>
          </a:p>
          <a:p>
            <a:pPr lvl="1" algn="just">
              <a:lnSpc>
                <a:spcPct val="200000"/>
              </a:lnSpc>
              <a:buFont typeface="Helvetica" panose="020B0604020202020204" pitchFamily="34" charset="0"/>
              <a:buNone/>
              <a:defRPr/>
            </a:pPr>
            <a:r>
              <a:rPr lang="en-US" dirty="0"/>
              <a:t>1. The units by which we divide organic compounds into classes</a:t>
            </a:r>
          </a:p>
          <a:p>
            <a:pPr lvl="1" algn="just">
              <a:lnSpc>
                <a:spcPct val="200000"/>
              </a:lnSpc>
              <a:buFont typeface="Helvetica" panose="020B0604020202020204" pitchFamily="34" charset="0"/>
              <a:buNone/>
              <a:defRPr/>
            </a:pPr>
            <a:r>
              <a:rPr lang="en-US" dirty="0"/>
              <a:t>2. The sites of characteristic chemical reactions</a:t>
            </a:r>
          </a:p>
          <a:p>
            <a:pPr lvl="1" algn="just">
              <a:lnSpc>
                <a:spcPct val="200000"/>
              </a:lnSpc>
              <a:buFont typeface="Helvetica" panose="020B0604020202020204" pitchFamily="34" charset="0"/>
              <a:buNone/>
              <a:defRPr/>
            </a:pPr>
            <a:r>
              <a:rPr lang="en-US" dirty="0"/>
              <a:t>3. The basis for naming organic compounds</a:t>
            </a:r>
          </a:p>
        </p:txBody>
      </p:sp>
    </p:spTree>
    <p:extLst>
      <p:ext uri="{BB962C8B-B14F-4D97-AF65-F5344CB8AC3E}">
        <p14:creationId xmlns:p14="http://schemas.microsoft.com/office/powerpoint/2010/main" val="558284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408368" y="127105"/>
            <a:ext cx="8839200" cy="5334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b="1" dirty="0">
                <a:solidFill>
                  <a:srgbClr val="C00000"/>
                </a:solidFill>
                <a:latin typeface="+mn-lt"/>
              </a:rPr>
              <a:t>Alcohols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362262" y="645826"/>
            <a:ext cx="11539928" cy="49718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defRPr/>
            </a:pPr>
            <a:r>
              <a:rPr lang="en-US" dirty="0"/>
              <a:t>Alcohols are compound which contain an -OH (</a:t>
            </a:r>
            <a:r>
              <a:rPr lang="en-US" dirty="0">
                <a:solidFill>
                  <a:srgbClr val="1A73A4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hydroxyl</a:t>
            </a:r>
            <a:r>
              <a:rPr lang="en-US" dirty="0"/>
              <a:t>) group attached to saturated carbon atom.</a:t>
            </a:r>
          </a:p>
          <a:p>
            <a:pPr>
              <a:defRPr/>
            </a:pPr>
            <a:endParaRPr lang="en-US" dirty="0"/>
          </a:p>
          <a:p>
            <a:pPr marL="0" indent="0">
              <a:buNone/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buNone/>
              <a:defRPr/>
            </a:pPr>
            <a:endParaRPr lang="en-US" dirty="0"/>
          </a:p>
          <a:p>
            <a:pPr algn="just">
              <a:defRPr/>
            </a:pPr>
            <a:r>
              <a:rPr lang="en-US" dirty="0"/>
              <a:t>Ethanol may also be written as a </a:t>
            </a:r>
            <a:r>
              <a:rPr lang="en-US" dirty="0">
                <a:solidFill>
                  <a:srgbClr val="1A73A4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condensed structural formula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1076890" y="1640654"/>
            <a:ext cx="9030843" cy="1684338"/>
            <a:chOff x="452201" y="1460500"/>
            <a:chExt cx="9030843" cy="1684338"/>
          </a:xfrm>
        </p:grpSpPr>
        <p:pic>
          <p:nvPicPr>
            <p:cNvPr id="4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201" y="1460500"/>
              <a:ext cx="5678775" cy="1684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" name="Picture 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20844" y="1460500"/>
              <a:ext cx="2362200" cy="1651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2278" y="3982568"/>
            <a:ext cx="4191000" cy="377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-81481" y="4295836"/>
            <a:ext cx="1103668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Alcohols are classified as primary (1°), secondary (2°), or tertiary (3°) depending on the number of carbon atoms bonded to the carbon bearing the -OH group</a:t>
            </a:r>
          </a:p>
        </p:txBody>
      </p:sp>
      <p:graphicFrame>
        <p:nvGraphicFramePr>
          <p:cNvPr id="8194" name="Object 2"/>
          <p:cNvGraphicFramePr>
            <a:graphicFrameLocks noChangeAspect="1"/>
          </p:cNvGraphicFramePr>
          <p:nvPr/>
        </p:nvGraphicFramePr>
        <p:xfrm>
          <a:off x="2083633" y="5062276"/>
          <a:ext cx="6835515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CS ChemDraw Drawing" r:id="rId6" imgW="3954094" imgH="1257890" progId="ChemDraw.Document.6.0">
                  <p:embed/>
                </p:oleObj>
              </mc:Choice>
              <mc:Fallback>
                <p:oleObj name="CS ChemDraw Drawing" r:id="rId6" imgW="3954094" imgH="1257890" progId="ChemDraw.Document.6.0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3633" y="5062276"/>
                        <a:ext cx="6835515" cy="125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/>
          <p:cNvSpPr/>
          <p:nvPr/>
        </p:nvSpPr>
        <p:spPr>
          <a:xfrm>
            <a:off x="2203362" y="6362286"/>
            <a:ext cx="20626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primary (1° Alcohol)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27704" y="6392267"/>
            <a:ext cx="24005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secondary (2° Alcohol),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20844" y="6392267"/>
            <a:ext cx="21290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Tertiary (3°) Alcohol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/>
              <p14:cNvContentPartPr/>
              <p14:nvPr/>
            </p14:nvContentPartPr>
            <p14:xfrm>
              <a:off x="528840" y="1761120"/>
              <a:ext cx="11318400" cy="497412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19480" y="1751760"/>
                <a:ext cx="11337120" cy="499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88845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4585" y="183603"/>
            <a:ext cx="5190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Identification Test for Alcohol</a:t>
            </a:r>
          </a:p>
        </p:txBody>
      </p:sp>
      <p:sp>
        <p:nvSpPr>
          <p:cNvPr id="3" name="Rectangle 2"/>
          <p:cNvSpPr/>
          <p:nvPr/>
        </p:nvSpPr>
        <p:spPr>
          <a:xfrm>
            <a:off x="304801" y="645268"/>
            <a:ext cx="106347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Dichromate Test—</a:t>
            </a:r>
          </a:p>
          <a:p>
            <a:r>
              <a:rPr lang="en-US" sz="2400" dirty="0"/>
              <a:t>Primary alcohols can be oxidized to aldehydes and gives Orange Colored Solution</a:t>
            </a:r>
            <a:r>
              <a:rPr lang="en-US" sz="2400" dirty="0">
                <a:latin typeface="Arial" panose="020B0604020202020204" pitchFamily="34" charset="0"/>
              </a:rPr>
              <a:t>.</a:t>
            </a:r>
            <a:endParaRPr lang="en-US" sz="2400" dirty="0"/>
          </a:p>
        </p:txBody>
      </p:sp>
      <p:graphicFrame>
        <p:nvGraphicFramePr>
          <p:cNvPr id="4" name="Object 1"/>
          <p:cNvGraphicFramePr>
            <a:graphicFrameLocks noChangeAspect="1"/>
          </p:cNvGraphicFramePr>
          <p:nvPr/>
        </p:nvGraphicFramePr>
        <p:xfrm>
          <a:off x="1213659" y="1468408"/>
          <a:ext cx="7049193" cy="2189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CS ChemDraw Drawing" r:id="rId3" imgW="3927640" imgH="1115366" progId="ChemDraw.Document.6.0">
                  <p:embed/>
                </p:oleObj>
              </mc:Choice>
              <mc:Fallback>
                <p:oleObj name="CS ChemDraw Drawing" r:id="rId3" imgW="3927640" imgH="1115366" progId="ChemDraw.Document.6.0">
                  <p:embed/>
                  <p:pic>
                    <p:nvPicPr>
                      <p:cNvPr id="0" name="Picture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3659" y="1468408"/>
                        <a:ext cx="7049193" cy="21891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/>
          <p:nvPr/>
        </p:nvSpPr>
        <p:spPr>
          <a:xfrm>
            <a:off x="415637" y="3707477"/>
            <a:ext cx="1129607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Secondary alcohols can be oxidized to ketones gives green color solution,</a:t>
            </a:r>
          </a:p>
          <a:p>
            <a:r>
              <a:rPr lang="en-US" sz="2400" dirty="0"/>
              <a:t>Tertiary alcohol gives no color change.</a:t>
            </a:r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/>
        </p:nvGraphicFramePr>
        <p:xfrm>
          <a:off x="1213658" y="4705004"/>
          <a:ext cx="7431577" cy="1928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CS ChemDraw Drawing" r:id="rId5" imgW="4186243" imgH="1223879" progId="ChemDraw.Document.6.0">
                  <p:embed/>
                </p:oleObj>
              </mc:Choice>
              <mc:Fallback>
                <p:oleObj name="CS ChemDraw Drawing" r:id="rId5" imgW="4186243" imgH="1223879" progId="ChemDraw.Document.6.0">
                  <p:embed/>
                  <p:pic>
                    <p:nvPicPr>
                      <p:cNvPr id="0" name="Picture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3658" y="4705004"/>
                        <a:ext cx="7431577" cy="19285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/>
              <p14:cNvContentPartPr/>
              <p14:nvPr/>
            </p14:nvContentPartPr>
            <p14:xfrm>
              <a:off x="381600" y="916920"/>
              <a:ext cx="11480400" cy="581076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2240" y="907560"/>
                <a:ext cx="11499120" cy="5829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09380" y="47443"/>
            <a:ext cx="54840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800" b="1" dirty="0">
                <a:solidFill>
                  <a:srgbClr val="C00000"/>
                </a:solidFill>
              </a:rPr>
              <a:t>Methods of Preparation of Alcohols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00550" y="570663"/>
            <a:ext cx="1078723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1. </a:t>
            </a:r>
            <a:r>
              <a:rPr lang="en-US" sz="2400" b="1" dirty="0"/>
              <a:t>By Hydration  of alkenes: </a:t>
            </a:r>
            <a:r>
              <a:rPr lang="en-US" sz="2400" dirty="0"/>
              <a:t>Alkenes react with </a:t>
            </a:r>
            <a:r>
              <a:rPr lang="en-US" sz="2400" dirty="0" err="1"/>
              <a:t>sulphuric</a:t>
            </a:r>
            <a:r>
              <a:rPr lang="en-US" sz="2400" dirty="0"/>
              <a:t> acid and followed by hydrolysis  gives alcohols.  </a:t>
            </a:r>
            <a:endParaRPr lang="en-US" sz="2400" dirty="0">
              <a:effectLst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94873" y="3779606"/>
            <a:ext cx="1241185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ea typeface="Times New Roman" panose="02020603050405020304" pitchFamily="18" charset="0"/>
              </a:rPr>
              <a:t>2. </a:t>
            </a:r>
            <a:r>
              <a:rPr lang="en-US" sz="2400" b="1" dirty="0">
                <a:ea typeface="Times New Roman" panose="02020603050405020304" pitchFamily="18" charset="0"/>
              </a:rPr>
              <a:t>Hydroboration-Oxidation of Alkenes: </a:t>
            </a:r>
            <a:r>
              <a:rPr lang="en-US" sz="2400" dirty="0">
                <a:ea typeface="Times New Roman" panose="02020603050405020304" pitchFamily="18" charset="0"/>
              </a:rPr>
              <a:t>Alkenes reacts with </a:t>
            </a:r>
            <a:r>
              <a:rPr lang="en-US" sz="2400" dirty="0" err="1">
                <a:ea typeface="Times New Roman" panose="02020603050405020304" pitchFamily="18" charset="0"/>
              </a:rPr>
              <a:t>diborane</a:t>
            </a:r>
            <a:r>
              <a:rPr lang="en-US" sz="2400" dirty="0">
                <a:ea typeface="Times New Roman" panose="02020603050405020304" pitchFamily="18" charset="0"/>
              </a:rPr>
              <a:t> and followed by  reaction with  </a:t>
            </a:r>
            <a:r>
              <a:rPr lang="en-US" sz="2400" dirty="0"/>
              <a:t>Alkaline hydrogen peroxide gives an alcohol.</a:t>
            </a:r>
          </a:p>
        </p:txBody>
      </p:sp>
      <p:graphicFrame>
        <p:nvGraphicFramePr>
          <p:cNvPr id="6145" name="Object 1"/>
          <p:cNvGraphicFramePr>
            <a:graphicFrameLocks noChangeAspect="1"/>
          </p:cNvGraphicFramePr>
          <p:nvPr/>
        </p:nvGraphicFramePr>
        <p:xfrm>
          <a:off x="1304325" y="1379381"/>
          <a:ext cx="8694113" cy="2353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CS ChemDraw Drawing" r:id="rId3" imgW="4816015" imgH="2057164" progId="ChemDraw.Document.6.0">
                  <p:embed/>
                </p:oleObj>
              </mc:Choice>
              <mc:Fallback>
                <p:oleObj name="CS ChemDraw Drawing" r:id="rId3" imgW="4816015" imgH="2057164" progId="ChemDraw.Document.6.0">
                  <p:embed/>
                  <p:pic>
                    <p:nvPicPr>
                      <p:cNvPr id="0" name="Picture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4325" y="1379381"/>
                        <a:ext cx="8694113" cy="23531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6" name="Object 2"/>
          <p:cNvGraphicFramePr>
            <a:graphicFrameLocks noChangeAspect="1"/>
          </p:cNvGraphicFramePr>
          <p:nvPr/>
        </p:nvGraphicFramePr>
        <p:xfrm>
          <a:off x="1959390" y="4916774"/>
          <a:ext cx="6974747" cy="17388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CS ChemDraw Drawing" r:id="rId5" imgW="3955714" imgH="1117525" progId="ChemDraw.Document.6.0">
                  <p:embed/>
                </p:oleObj>
              </mc:Choice>
              <mc:Fallback>
                <p:oleObj name="CS ChemDraw Drawing" r:id="rId5" imgW="3955714" imgH="1117525" progId="ChemDraw.Document.6.0">
                  <p:embed/>
                  <p:pic>
                    <p:nvPicPr>
                      <p:cNvPr id="0" name="Picture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9390" y="4916774"/>
                        <a:ext cx="6974747" cy="17388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/>
              <p14:cNvContentPartPr/>
              <p14:nvPr/>
            </p14:nvContentPartPr>
            <p14:xfrm>
              <a:off x="739800" y="957600"/>
              <a:ext cx="8484840" cy="58287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30440" y="948240"/>
                <a:ext cx="8503560" cy="584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95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50323" y="570663"/>
            <a:ext cx="102429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4020202020204" pitchFamily="34" charset="0"/>
              </a:rPr>
              <a:t>3.</a:t>
            </a:r>
            <a:r>
              <a:rPr lang="en-US" b="1" dirty="0">
                <a:latin typeface="Arial" panose="020B0604020202020204" pitchFamily="34" charset="0"/>
              </a:rPr>
              <a:t>Hydrolysis of Alkyl Halides: </a:t>
            </a:r>
            <a:r>
              <a:rPr lang="en-US" dirty="0">
                <a:latin typeface="Arial" panose="020B0604020202020204" pitchFamily="34" charset="0"/>
              </a:rPr>
              <a:t>Alkyl Halides react with aqueous sodium hydroxide to form alcohol</a:t>
            </a:r>
            <a:endParaRPr lang="en-US" dirty="0"/>
          </a:p>
        </p:txBody>
      </p:sp>
      <p:graphicFrame>
        <p:nvGraphicFramePr>
          <p:cNvPr id="4608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6438534"/>
              </p:ext>
            </p:extLst>
          </p:nvPr>
        </p:nvGraphicFramePr>
        <p:xfrm>
          <a:off x="1866900" y="961553"/>
          <a:ext cx="6388100" cy="184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CS ChemDraw Drawing" r:id="rId3" imgW="4439178" imgH="1279755" progId="ChemDraw.Document.6.0">
                  <p:embed/>
                </p:oleObj>
              </mc:Choice>
              <mc:Fallback>
                <p:oleObj name="CS ChemDraw Drawing" r:id="rId3" imgW="4439178" imgH="1279755" progId="ChemDraw.Document.6.0">
                  <p:embed/>
                  <p:pic>
                    <p:nvPicPr>
                      <p:cNvPr id="0" name="Picture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6900" y="961553"/>
                        <a:ext cx="6388100" cy="184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/>
          <p:nvPr/>
        </p:nvSpPr>
        <p:spPr>
          <a:xfrm>
            <a:off x="396500" y="2997728"/>
            <a:ext cx="1171769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4020202020204" pitchFamily="34" charset="0"/>
              </a:rPr>
              <a:t>4 . </a:t>
            </a:r>
            <a:r>
              <a:rPr lang="en-US" b="1" dirty="0">
                <a:latin typeface="Arial" panose="020B0604020202020204" pitchFamily="34" charset="0"/>
              </a:rPr>
              <a:t>Reduction of  Aldehydes or Ketones: </a:t>
            </a:r>
            <a:r>
              <a:rPr lang="en-US" dirty="0">
                <a:latin typeface="Arial" panose="020B0604020202020204" pitchFamily="34" charset="0"/>
              </a:rPr>
              <a:t>Aldehyde on reduction gives primary alcohol and Ketone on reduction</a:t>
            </a:r>
          </a:p>
          <a:p>
            <a:r>
              <a:rPr lang="en-US" dirty="0">
                <a:latin typeface="Arial" panose="020B0604020202020204" pitchFamily="34" charset="0"/>
              </a:rPr>
              <a:t>     gives secondary alcohol</a:t>
            </a:r>
            <a:endParaRPr lang="en-US" dirty="0"/>
          </a:p>
        </p:txBody>
      </p:sp>
      <p:graphicFrame>
        <p:nvGraphicFramePr>
          <p:cNvPr id="4608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76032"/>
              </p:ext>
            </p:extLst>
          </p:nvPr>
        </p:nvGraphicFramePr>
        <p:xfrm>
          <a:off x="1677897" y="3767888"/>
          <a:ext cx="7946967" cy="28762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" name="CS ChemDraw Drawing" r:id="rId5" imgW="4123887" imgH="2481499" progId="ChemDraw.Document.6.0">
                  <p:embed/>
                </p:oleObj>
              </mc:Choice>
              <mc:Fallback>
                <p:oleObj name="CS ChemDraw Drawing" r:id="rId5" imgW="4123887" imgH="2481499" progId="ChemDraw.Document.6.0">
                  <p:embed/>
                  <p:pic>
                    <p:nvPicPr>
                      <p:cNvPr id="0" name="Picture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7897" y="3767888"/>
                        <a:ext cx="7946967" cy="28762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2909380" y="47443"/>
            <a:ext cx="54840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800" b="1" dirty="0">
                <a:solidFill>
                  <a:srgbClr val="C00000"/>
                </a:solidFill>
              </a:rPr>
              <a:t>Methods of Preparation of Alcohols</a:t>
            </a:r>
            <a:endParaRPr lang="en-US" sz="28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/>
              <p14:cNvContentPartPr/>
              <p14:nvPr/>
            </p14:nvContentPartPr>
            <p14:xfrm>
              <a:off x="819360" y="909720"/>
              <a:ext cx="6044040" cy="48751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10000" y="900360"/>
                <a:ext cx="6062760" cy="4893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1604" y="529208"/>
            <a:ext cx="1236188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1. </a:t>
            </a:r>
            <a:r>
              <a:rPr lang="en-US" sz="2400" b="1" dirty="0"/>
              <a:t>Oxidation of Alcohols —</a:t>
            </a:r>
          </a:p>
          <a:p>
            <a:r>
              <a:rPr lang="en-US" sz="2400" dirty="0"/>
              <a:t>Primary alcohols can be oxidized to aldehydes</a:t>
            </a:r>
            <a:r>
              <a:rPr lang="en-US" dirty="0">
                <a:latin typeface="Arial" panose="020B0604020202020204" pitchFamily="34" charset="0"/>
              </a:rPr>
              <a:t>.</a:t>
            </a:r>
            <a:endParaRPr lang="en-US" dirty="0"/>
          </a:p>
        </p:txBody>
      </p:sp>
      <p:graphicFrame>
        <p:nvGraphicFramePr>
          <p:cNvPr id="48129" name="Object 1"/>
          <p:cNvGraphicFramePr>
            <a:graphicFrameLocks noChangeAspect="1"/>
          </p:cNvGraphicFramePr>
          <p:nvPr/>
        </p:nvGraphicFramePr>
        <p:xfrm>
          <a:off x="1213659" y="1468408"/>
          <a:ext cx="7049193" cy="2189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" name="CS ChemDraw Drawing" r:id="rId3" imgW="3927640" imgH="1115366" progId="ChemDraw.Document.6.0">
                  <p:embed/>
                </p:oleObj>
              </mc:Choice>
              <mc:Fallback>
                <p:oleObj name="CS ChemDraw Drawing" r:id="rId3" imgW="3927640" imgH="1115366" progId="ChemDraw.Document.6.0">
                  <p:embed/>
                  <p:pic>
                    <p:nvPicPr>
                      <p:cNvPr id="0" name="Picture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3659" y="1468408"/>
                        <a:ext cx="7049193" cy="21891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/>
          <p:nvPr/>
        </p:nvSpPr>
        <p:spPr>
          <a:xfrm>
            <a:off x="382386" y="4006735"/>
            <a:ext cx="59395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Secondary alcohols can be oxidized to ketones</a:t>
            </a:r>
          </a:p>
        </p:txBody>
      </p:sp>
      <p:graphicFrame>
        <p:nvGraphicFramePr>
          <p:cNvPr id="48130" name="Object 2"/>
          <p:cNvGraphicFramePr>
            <a:graphicFrameLocks noChangeAspect="1"/>
          </p:cNvGraphicFramePr>
          <p:nvPr/>
        </p:nvGraphicFramePr>
        <p:xfrm>
          <a:off x="1213658" y="4705004"/>
          <a:ext cx="7431577" cy="1928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" name="CS ChemDraw Drawing" r:id="rId5" imgW="4186243" imgH="1223879" progId="ChemDraw.Document.6.0">
                  <p:embed/>
                </p:oleObj>
              </mc:Choice>
              <mc:Fallback>
                <p:oleObj name="CS ChemDraw Drawing" r:id="rId5" imgW="4186243" imgH="1223879" progId="ChemDraw.Document.6.0">
                  <p:embed/>
                  <p:pic>
                    <p:nvPicPr>
                      <p:cNvPr id="0" name="Picture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3658" y="4705004"/>
                        <a:ext cx="7431577" cy="19285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/>
        </p:nvSpPr>
        <p:spPr>
          <a:xfrm>
            <a:off x="4542409" y="180073"/>
            <a:ext cx="382027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Reactions of Alcohols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/>
              <p14:cNvContentPartPr/>
              <p14:nvPr/>
            </p14:nvContentPartPr>
            <p14:xfrm>
              <a:off x="794880" y="705600"/>
              <a:ext cx="7521840" cy="29358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85520" y="696240"/>
                <a:ext cx="7540560" cy="295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53578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81019" y="618879"/>
            <a:ext cx="11646219" cy="114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2. </a:t>
            </a:r>
            <a:r>
              <a:rPr lang="en-US" sz="2400" b="1" dirty="0"/>
              <a:t>Reduction of Alcohols: </a:t>
            </a:r>
            <a:r>
              <a:rPr lang="en-US" sz="2400" dirty="0"/>
              <a:t>Alcohols when treated with concentrated HI (Hydro Iodic    Acid ) in presence of red Phosphorus it gives alkane. </a:t>
            </a:r>
          </a:p>
        </p:txBody>
      </p:sp>
      <p:graphicFrame>
        <p:nvGraphicFramePr>
          <p:cNvPr id="3073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2873103"/>
              </p:ext>
            </p:extLst>
          </p:nvPr>
        </p:nvGraphicFramePr>
        <p:xfrm>
          <a:off x="1040061" y="1759602"/>
          <a:ext cx="9503763" cy="1861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4" name="CS ChemDraw Drawing" r:id="rId3" imgW="5172067" imgH="1240615" progId="ChemDraw.Document.6.0">
                  <p:embed/>
                </p:oleObj>
              </mc:Choice>
              <mc:Fallback>
                <p:oleObj name="CS ChemDraw Drawing" r:id="rId3" imgW="5172067" imgH="1240615" progId="ChemDraw.Document.6.0">
                  <p:embed/>
                  <p:pic>
                    <p:nvPicPr>
                      <p:cNvPr id="0" name="Picture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0061" y="1759602"/>
                        <a:ext cx="9503763" cy="18611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81019" y="3562775"/>
            <a:ext cx="10551888" cy="114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3. </a:t>
            </a:r>
            <a:r>
              <a:rPr lang="en-US" sz="2400" b="1" dirty="0"/>
              <a:t>Reaction of alcohol with </a:t>
            </a:r>
            <a:r>
              <a:rPr lang="en-US" sz="2400" b="1" dirty="0" err="1"/>
              <a:t>Thionyl</a:t>
            </a:r>
            <a:r>
              <a:rPr lang="en-US" sz="2400" b="1" dirty="0"/>
              <a:t> Chloride: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   Alcohol when react with Thionyl Chloride it gives alkyl chlorides</a:t>
            </a:r>
          </a:p>
        </p:txBody>
      </p:sp>
      <p:graphicFrame>
        <p:nvGraphicFramePr>
          <p:cNvPr id="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3225530"/>
              </p:ext>
            </p:extLst>
          </p:nvPr>
        </p:nvGraphicFramePr>
        <p:xfrm>
          <a:off x="1086602" y="4495256"/>
          <a:ext cx="7978723" cy="21874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" name="CS ChemDraw Drawing" r:id="rId5" imgW="5663359" imgH="1276246" progId="ChemDraw.Document.6.0">
                  <p:embed/>
                </p:oleObj>
              </mc:Choice>
              <mc:Fallback>
                <p:oleObj name="CS ChemDraw Drawing" r:id="rId5" imgW="5663359" imgH="1276246" progId="ChemDraw.Document.6.0">
                  <p:embed/>
                  <p:pic>
                    <p:nvPicPr>
                      <p:cNvPr id="0" name="Picture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6602" y="4495256"/>
                        <a:ext cx="7978723" cy="21874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4542409" y="180073"/>
            <a:ext cx="382027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Reactions of Alcohols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/>
              <p14:cNvContentPartPr/>
              <p14:nvPr/>
            </p14:nvContentPartPr>
            <p14:xfrm>
              <a:off x="685080" y="1232280"/>
              <a:ext cx="5365080" cy="24148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75720" y="1222920"/>
                <a:ext cx="5383800" cy="2433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6125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11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772237"/>
              </p:ext>
            </p:extLst>
          </p:nvPr>
        </p:nvGraphicFramePr>
        <p:xfrm>
          <a:off x="1683287" y="1400028"/>
          <a:ext cx="7822853" cy="206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8" name="CS ChemDraw Drawing" r:id="rId3" imgW="5070839" imgH="1115366" progId="ChemDraw.Document.6.0">
                  <p:embed/>
                </p:oleObj>
              </mc:Choice>
              <mc:Fallback>
                <p:oleObj name="CS ChemDraw Drawing" r:id="rId3" imgW="5070839" imgH="1115366" progId="ChemDraw.Document.6.0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3287" y="1400028"/>
                        <a:ext cx="7822853" cy="206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60162" y="801711"/>
            <a:ext cx="119825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4 . </a:t>
            </a:r>
            <a:r>
              <a:rPr lang="en-US" sz="2400" b="1" dirty="0"/>
              <a:t>Dehydration:</a:t>
            </a:r>
            <a:r>
              <a:rPr lang="en-US" sz="2400" dirty="0"/>
              <a:t> Dehydration of alcohol in presence of Sulphuric Acid at 170°C gives an Alkene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0836" y="3464540"/>
            <a:ext cx="12081164" cy="1572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5) </a:t>
            </a:r>
            <a:r>
              <a:rPr lang="en-US" sz="2400" b="1" dirty="0"/>
              <a:t>Esterification: </a:t>
            </a:r>
            <a:r>
              <a:rPr lang="en-US" sz="2400" dirty="0"/>
              <a:t>Carboxylic acid when treated with  an alcohol in acidic medium Ester formation takes place</a:t>
            </a:r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4313921"/>
              </p:ext>
            </p:extLst>
          </p:nvPr>
        </p:nvGraphicFramePr>
        <p:xfrm>
          <a:off x="1044081" y="4763094"/>
          <a:ext cx="9449378" cy="1805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" name="CS ChemDraw Drawing" r:id="rId5" imgW="6649453" imgH="1111047" progId="ChemDraw.Document.6.0">
                  <p:embed/>
                </p:oleObj>
              </mc:Choice>
              <mc:Fallback>
                <p:oleObj name="CS ChemDraw Drawing" r:id="rId5" imgW="6649453" imgH="1111047" progId="ChemDraw.Document.6.0">
                  <p:embed/>
                  <p:pic>
                    <p:nvPicPr>
                      <p:cNvPr id="10342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4081" y="4763094"/>
                        <a:ext cx="9449378" cy="18052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4542409" y="180073"/>
            <a:ext cx="382027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Reactions of Alcohols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477978" y="152400"/>
            <a:ext cx="8839200" cy="5334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b="1" dirty="0">
                <a:solidFill>
                  <a:srgbClr val="C00000"/>
                </a:solidFill>
                <a:latin typeface="+mn-lt"/>
              </a:rPr>
              <a:t>Aldehydes and Ketones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152400" y="990600"/>
            <a:ext cx="8915400" cy="5562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endParaRPr lang="en-US" dirty="0">
              <a:solidFill>
                <a:srgbClr val="1A73A4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4646" y="4446350"/>
            <a:ext cx="1752600" cy="163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4100" y="4446350"/>
            <a:ext cx="2438400" cy="172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52399" y="990600"/>
            <a:ext cx="11617106" cy="5562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defRPr/>
            </a:pPr>
            <a:r>
              <a:rPr lang="en-US" sz="2400" dirty="0"/>
              <a:t>Contain a </a:t>
            </a:r>
            <a:r>
              <a:rPr 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carbonyl (C=O) group </a:t>
            </a:r>
          </a:p>
          <a:p>
            <a:pPr algn="just">
              <a:defRPr/>
            </a:pPr>
            <a:r>
              <a:rPr 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When Carbonyl carbon is bonded to one hydrogen &amp; one alkyl group then it is called an Aldehyde</a:t>
            </a:r>
          </a:p>
          <a:p>
            <a:pPr algn="just">
              <a:defRPr/>
            </a:pPr>
            <a:r>
              <a:rPr 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When Carbonyl carbon is bonded to both alkyl group then it is called Ketone</a:t>
            </a:r>
          </a:p>
          <a:p>
            <a:pPr algn="just">
              <a:defRPr/>
            </a:pPr>
            <a:endParaRPr lang="en-US" sz="2400" dirty="0">
              <a:solidFill>
                <a:srgbClr val="1A73A4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049350"/>
            <a:ext cx="6858000" cy="139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98398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79082" y="208300"/>
            <a:ext cx="76393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Identification Test for  Aldehyde and Ketone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282633" y="866489"/>
            <a:ext cx="11200015" cy="16970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The reaction of 2,4-dinitrophenylhydrazine with an aldehyde or ketone in an acidic solution is a dependable and sensitive test.  Carbonyl compounds react with 2,4-dinitrophenylhydrazine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21156" y="5309649"/>
            <a:ext cx="1135518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Aldehydes and Ketones produce red or  yellow  precipitate of dinitrophenylhydrazones.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662924" y="2666228"/>
            <a:ext cx="10674821" cy="2540750"/>
            <a:chOff x="545229" y="2407255"/>
            <a:chExt cx="10674821" cy="2540750"/>
          </a:xfrm>
        </p:grpSpPr>
        <p:graphicFrame>
          <p:nvGraphicFramePr>
            <p:cNvPr id="75778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61168357"/>
                </p:ext>
              </p:extLst>
            </p:nvPr>
          </p:nvGraphicFramePr>
          <p:xfrm>
            <a:off x="545229" y="2407255"/>
            <a:ext cx="10674821" cy="21714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98" name="CS ChemDraw Drawing" r:id="rId3" imgW="6741503" imgH="1372072" progId="ChemDraw.Document.6.0">
                    <p:embed/>
                  </p:oleObj>
                </mc:Choice>
                <mc:Fallback>
                  <p:oleObj name="CS ChemDraw Drawing" r:id="rId3" imgW="6741503" imgH="1372072" progId="ChemDraw.Document.6.0">
                    <p:embed/>
                    <p:pic>
                      <p:nvPicPr>
                        <p:cNvPr id="0" name="Picture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5229" y="2407255"/>
                          <a:ext cx="10674821" cy="21714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TextBox 5"/>
            <p:cNvSpPr txBox="1"/>
            <p:nvPr/>
          </p:nvSpPr>
          <p:spPr>
            <a:xfrm>
              <a:off x="7663841" y="4578673"/>
              <a:ext cx="21677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Red or Yellow Colour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/>
              <p14:cNvContentPartPr/>
              <p14:nvPr/>
            </p14:nvContentPartPr>
            <p14:xfrm>
              <a:off x="1221480" y="2786040"/>
              <a:ext cx="8877960" cy="249660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12120" y="2776680"/>
                <a:ext cx="8896680" cy="2515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1682" y="126620"/>
            <a:ext cx="10024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Preparation of Aldehyde &amp; Ketone</a:t>
            </a:r>
          </a:p>
        </p:txBody>
      </p:sp>
      <p:graphicFrame>
        <p:nvGraphicFramePr>
          <p:cNvPr id="6" name="Object 1"/>
          <p:cNvGraphicFramePr>
            <a:graphicFrameLocks noChangeAspect="1"/>
          </p:cNvGraphicFramePr>
          <p:nvPr/>
        </p:nvGraphicFramePr>
        <p:xfrm>
          <a:off x="1213659" y="1468408"/>
          <a:ext cx="7049193" cy="2189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" name="CS ChemDraw Drawing" r:id="rId3" imgW="3927640" imgH="1115366" progId="ChemDraw.Document.6.0">
                  <p:embed/>
                </p:oleObj>
              </mc:Choice>
              <mc:Fallback>
                <p:oleObj name="CS ChemDraw Drawing" r:id="rId3" imgW="3927640" imgH="1115366" progId="ChemDraw.Document.6.0">
                  <p:embed/>
                  <p:pic>
                    <p:nvPicPr>
                      <p:cNvPr id="0" name="Picture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3659" y="1468408"/>
                        <a:ext cx="7049193" cy="21891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382386" y="4006735"/>
            <a:ext cx="59395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Secondary alcohols can be oxidized to ketones</a:t>
            </a:r>
          </a:p>
        </p:txBody>
      </p:sp>
      <p:graphicFrame>
        <p:nvGraphicFramePr>
          <p:cNvPr id="8" name="Object 2"/>
          <p:cNvGraphicFramePr>
            <a:graphicFrameLocks noChangeAspect="1"/>
          </p:cNvGraphicFramePr>
          <p:nvPr/>
        </p:nvGraphicFramePr>
        <p:xfrm>
          <a:off x="1213658" y="4705004"/>
          <a:ext cx="7431577" cy="1928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7" name="CS ChemDraw Drawing" r:id="rId5" imgW="4186243" imgH="1223879" progId="ChemDraw.Document.6.0">
                  <p:embed/>
                </p:oleObj>
              </mc:Choice>
              <mc:Fallback>
                <p:oleObj name="CS ChemDraw Drawing" r:id="rId5" imgW="4186243" imgH="1223879" progId="ChemDraw.Document.6.0">
                  <p:embed/>
                  <p:pic>
                    <p:nvPicPr>
                      <p:cNvPr id="0" name="Picture 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3658" y="4705004"/>
                        <a:ext cx="7431577" cy="19285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/>
          <p:nvPr/>
        </p:nvSpPr>
        <p:spPr>
          <a:xfrm>
            <a:off x="471054" y="595391"/>
            <a:ext cx="1018586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1. </a:t>
            </a:r>
            <a:r>
              <a:rPr lang="en-US" sz="2400" b="1" dirty="0"/>
              <a:t>Oxidation of Alcohols —</a:t>
            </a:r>
          </a:p>
          <a:p>
            <a:r>
              <a:rPr lang="en-US" sz="2400" dirty="0"/>
              <a:t>Primary alcohols can be oxidized to aldehydes</a:t>
            </a:r>
            <a:r>
              <a:rPr lang="en-US" sz="2400" dirty="0">
                <a:latin typeface="Arial" panose="020B0604020202020204" pitchFamily="34" charset="0"/>
              </a:rPr>
              <a:t>.</a:t>
            </a:r>
            <a:endParaRPr lang="en-US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/>
              <p14:cNvContentPartPr/>
              <p14:nvPr/>
            </p14:nvContentPartPr>
            <p14:xfrm>
              <a:off x="948600" y="1022040"/>
              <a:ext cx="7108200" cy="521244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39240" y="1012680"/>
                <a:ext cx="7126920" cy="5231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53944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48145" y="598516"/>
            <a:ext cx="73864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2 . </a:t>
            </a:r>
            <a:r>
              <a:rPr lang="en-US" sz="2400" b="1" dirty="0"/>
              <a:t>Reduction of Acid  Chloride:</a:t>
            </a:r>
          </a:p>
          <a:p>
            <a:r>
              <a:rPr lang="en-US" sz="2400" dirty="0"/>
              <a:t>Acid Chloride on reduction gives  corresponding Aldehyde</a:t>
            </a:r>
          </a:p>
        </p:txBody>
      </p:sp>
      <p:graphicFrame>
        <p:nvGraphicFramePr>
          <p:cNvPr id="2094" name="Object 46"/>
          <p:cNvGraphicFramePr>
            <a:graphicFrameLocks noChangeAspect="1"/>
          </p:cNvGraphicFramePr>
          <p:nvPr/>
        </p:nvGraphicFramePr>
        <p:xfrm>
          <a:off x="1163782" y="1512916"/>
          <a:ext cx="6749933" cy="15461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0" name="CS ChemDraw Drawing" r:id="rId3" imgW="3737871" imgH="928302" progId="ChemDraw.Document.6.0">
                  <p:embed/>
                </p:oleObj>
              </mc:Choice>
              <mc:Fallback>
                <p:oleObj name="CS ChemDraw Drawing" r:id="rId3" imgW="3737871" imgH="928302" progId="ChemDraw.Document.6.0">
                  <p:embed/>
                  <p:pic>
                    <p:nvPicPr>
                      <p:cNvPr id="0" name="Picture 1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3782" y="1512916"/>
                        <a:ext cx="6749933" cy="15461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65" y="3657611"/>
            <a:ext cx="102917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3.</a:t>
            </a:r>
            <a:r>
              <a:rPr lang="en-US" dirty="0"/>
              <a:t> </a:t>
            </a:r>
            <a:r>
              <a:rPr lang="en-US" sz="2400" b="1" dirty="0"/>
              <a:t>Oxidation of Alkene (ozonolysis):  </a:t>
            </a:r>
            <a:r>
              <a:rPr lang="en-US" sz="2400" dirty="0"/>
              <a:t>Alkene undergo  ozonolysis to give aldehyde</a:t>
            </a:r>
          </a:p>
        </p:txBody>
      </p:sp>
      <p:graphicFrame>
        <p:nvGraphicFramePr>
          <p:cNvPr id="2095" name="Object 47"/>
          <p:cNvGraphicFramePr>
            <a:graphicFrameLocks noChangeAspect="1"/>
          </p:cNvGraphicFramePr>
          <p:nvPr/>
        </p:nvGraphicFramePr>
        <p:xfrm>
          <a:off x="1296785" y="4438996"/>
          <a:ext cx="8911244" cy="18454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1" name="CS ChemDraw Drawing" r:id="rId5" imgW="6422163" imgH="1309448" progId="ChemDraw.Document.6.0">
                  <p:embed/>
                </p:oleObj>
              </mc:Choice>
              <mc:Fallback>
                <p:oleObj name="CS ChemDraw Drawing" r:id="rId5" imgW="6422163" imgH="1309448" progId="ChemDraw.Document.6.0">
                  <p:embed/>
                  <p:pic>
                    <p:nvPicPr>
                      <p:cNvPr id="0" name="Picture 1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6785" y="4438996"/>
                        <a:ext cx="8911244" cy="18454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51682" y="126620"/>
            <a:ext cx="10024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Preparation of Aldehyde &amp; Ketone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/>
              <p14:cNvContentPartPr/>
              <p14:nvPr/>
            </p14:nvContentPartPr>
            <p14:xfrm>
              <a:off x="1046880" y="983160"/>
              <a:ext cx="8738280" cy="53503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37520" y="973800"/>
                <a:ext cx="8757000" cy="536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35692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7941" y="991766"/>
            <a:ext cx="11461687" cy="131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/>
              <a:t>4. </a:t>
            </a:r>
            <a:r>
              <a:rPr lang="en-US" sz="2800" b="1" dirty="0"/>
              <a:t>Wacker Process:   </a:t>
            </a:r>
            <a:r>
              <a:rPr lang="en-US" sz="2800" dirty="0"/>
              <a:t>Alkene when treated with  acidified PdCl</a:t>
            </a:r>
            <a:r>
              <a:rPr lang="en-US" sz="2800" baseline="-25000" dirty="0"/>
              <a:t>2</a:t>
            </a:r>
            <a:r>
              <a:rPr lang="en-US" sz="2800" dirty="0"/>
              <a:t> and  CuCl</a:t>
            </a:r>
            <a:r>
              <a:rPr lang="en-US" sz="2800" baseline="-25000" dirty="0"/>
              <a:t>2</a:t>
            </a:r>
            <a:r>
              <a:rPr lang="en-US" sz="2800" dirty="0"/>
              <a:t>  Aldehyde or ketone   is obtained  </a:t>
            </a:r>
          </a:p>
        </p:txBody>
      </p:sp>
      <p:graphicFrame>
        <p:nvGraphicFramePr>
          <p:cNvPr id="7475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7353943"/>
              </p:ext>
            </p:extLst>
          </p:nvPr>
        </p:nvGraphicFramePr>
        <p:xfrm>
          <a:off x="1263320" y="2395004"/>
          <a:ext cx="9090025" cy="2579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0" name="CS ChemDraw Drawing" r:id="rId3" imgW="5728955" imgH="1623381" progId="ChemDraw.Document.6.0">
                  <p:embed/>
                </p:oleObj>
              </mc:Choice>
              <mc:Fallback>
                <p:oleObj name="CS ChemDraw Drawing" r:id="rId3" imgW="5728955" imgH="1623381" progId="ChemDraw.Document.6.0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3320" y="2395004"/>
                        <a:ext cx="9090025" cy="2579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51682" y="126620"/>
            <a:ext cx="10024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Preparation of Aldehyde &amp; Ketone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/>
              <p14:cNvContentPartPr/>
              <p14:nvPr/>
            </p14:nvContentPartPr>
            <p14:xfrm>
              <a:off x="919800" y="1720080"/>
              <a:ext cx="4803480" cy="14842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0440" y="1710720"/>
                <a:ext cx="4822200" cy="1503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ChangeArrowheads="1"/>
          </p:cNvSpPr>
          <p:nvPr/>
        </p:nvSpPr>
        <p:spPr bwMode="auto">
          <a:xfrm>
            <a:off x="2695367" y="322213"/>
            <a:ext cx="5486400" cy="4396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800" b="1" dirty="0">
                <a:solidFill>
                  <a:srgbClr val="C00000"/>
                </a:solidFill>
                <a:latin typeface="+mn-lt"/>
              </a:rPr>
              <a:t>Reactions of  Aldehydes &amp; Ketones</a:t>
            </a:r>
          </a:p>
        </p:txBody>
      </p:sp>
      <p:sp>
        <p:nvSpPr>
          <p:cNvPr id="5" name="Rectangle 4"/>
          <p:cNvSpPr>
            <a:spLocks noGrp="1" noChangeArrowheads="1"/>
          </p:cNvSpPr>
          <p:nvPr/>
        </p:nvSpPr>
        <p:spPr bwMode="auto">
          <a:xfrm>
            <a:off x="399011" y="929880"/>
            <a:ext cx="10588779" cy="4396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sz="2400" b="1" dirty="0">
                <a:solidFill>
                  <a:schemeClr val="tx1"/>
                </a:solidFill>
              </a:rPr>
              <a:t>1) </a:t>
            </a:r>
            <a:r>
              <a:rPr lang="en-US" sz="2400" b="1" dirty="0">
                <a:solidFill>
                  <a:schemeClr val="tx1"/>
                </a:solidFill>
                <a:latin typeface="+mn-lt"/>
              </a:rPr>
              <a:t>Oxidation of Aldehydes: </a:t>
            </a:r>
            <a:r>
              <a:rPr lang="en-US" sz="2400" dirty="0">
                <a:solidFill>
                  <a:schemeClr val="tx1"/>
                </a:solidFill>
              </a:rPr>
              <a:t>Aldehyde on oxidation gives carboxylic acid</a:t>
            </a:r>
          </a:p>
        </p:txBody>
      </p:sp>
      <p:graphicFrame>
        <p:nvGraphicFramePr>
          <p:cNvPr id="72705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8977078"/>
              </p:ext>
            </p:extLst>
          </p:nvPr>
        </p:nvGraphicFramePr>
        <p:xfrm>
          <a:off x="2102906" y="1537547"/>
          <a:ext cx="5690944" cy="14431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8" name="CS ChemDraw Drawing" r:id="rId3" imgW="3611809" imgH="931271" progId="ChemDraw.Document.6.0">
                  <p:embed/>
                </p:oleObj>
              </mc:Choice>
              <mc:Fallback>
                <p:oleObj name="CS ChemDraw Drawing" r:id="rId3" imgW="3611809" imgH="931271" progId="ChemDraw.Document.6.0">
                  <p:embed/>
                  <p:pic>
                    <p:nvPicPr>
                      <p:cNvPr id="0" name="Picture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2906" y="1537547"/>
                        <a:ext cx="5690944" cy="14431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2099758"/>
              </p:ext>
            </p:extLst>
          </p:nvPr>
        </p:nvGraphicFramePr>
        <p:xfrm>
          <a:off x="1697652" y="3955965"/>
          <a:ext cx="7835648" cy="291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9" name="CS ChemDraw Drawing" r:id="rId5" imgW="4123887" imgH="2481499" progId="ChemDraw.Document.6.0">
                  <p:embed/>
                </p:oleObj>
              </mc:Choice>
              <mc:Fallback>
                <p:oleObj name="CS ChemDraw Drawing" r:id="rId5" imgW="4123887" imgH="2481499" progId="ChemDraw.Document.6.0">
                  <p:embed/>
                  <p:pic>
                    <p:nvPicPr>
                      <p:cNvPr id="0" name="Picture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7652" y="3955965"/>
                        <a:ext cx="7835648" cy="2910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399011" y="3116964"/>
            <a:ext cx="113342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2) </a:t>
            </a:r>
            <a:r>
              <a:rPr lang="en-US" sz="2400" b="1" dirty="0"/>
              <a:t>Reduction of  Aldehydes or Ketones: </a:t>
            </a:r>
            <a:r>
              <a:rPr lang="en-US" sz="2400" dirty="0"/>
              <a:t>Aldehyde on reduction gives primary alcohol and Ketone on reduction gives secondary alcohol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/>
              <p14:cNvContentPartPr/>
              <p14:nvPr/>
            </p14:nvContentPartPr>
            <p14:xfrm>
              <a:off x="811080" y="1404360"/>
              <a:ext cx="10424160" cy="502164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1720" y="1395000"/>
                <a:ext cx="10442880" cy="504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79814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5634" y="430236"/>
            <a:ext cx="11299549" cy="175432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3</a:t>
            </a:r>
            <a:r>
              <a:rPr lang="en-US" sz="2400" b="1" dirty="0"/>
              <a:t>) Aldol Condensation: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An extremely important class of carbon-carbon bond forming reaction which involve  condensation aldehyde or ketone to give  </a:t>
            </a:r>
            <a:r>
              <a:rPr lang="el-GR" sz="2400" dirty="0"/>
              <a:t>β</a:t>
            </a:r>
            <a:r>
              <a:rPr lang="en-US" sz="2400" dirty="0"/>
              <a:t>-hydroxy aldehyde(Aldol product) . </a:t>
            </a:r>
            <a:endParaRPr lang="en-US" sz="2400" dirty="0">
              <a:cs typeface="Calibri"/>
            </a:endParaRP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29047" y="2183551"/>
            <a:ext cx="8595360" cy="136146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415635" y="3773978"/>
            <a:ext cx="106569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4) </a:t>
            </a:r>
            <a:r>
              <a:rPr lang="en-US" sz="2400" b="1" dirty="0"/>
              <a:t>Wittig  Reaction:</a:t>
            </a:r>
          </a:p>
          <a:p>
            <a:pPr algn="just"/>
            <a:r>
              <a:rPr lang="en-US" sz="2400" dirty="0"/>
              <a:t>When  aldehyde or ketone react  with  phosphorus ylide it gives  an alkene </a:t>
            </a:r>
            <a:r>
              <a:rPr lang="en-US" dirty="0"/>
              <a:t>.</a:t>
            </a:r>
          </a:p>
        </p:txBody>
      </p:sp>
      <p:graphicFrame>
        <p:nvGraphicFramePr>
          <p:cNvPr id="98306" name="Object 2"/>
          <p:cNvGraphicFramePr>
            <a:graphicFrameLocks noChangeAspect="1"/>
          </p:cNvGraphicFramePr>
          <p:nvPr/>
        </p:nvGraphicFramePr>
        <p:xfrm>
          <a:off x="1280160" y="4578119"/>
          <a:ext cx="9493135" cy="1789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8" name="CS ChemDraw Drawing" r:id="rId4" imgW="7190145" imgH="1155856" progId="ChemDraw.Document.6.0">
                  <p:embed/>
                </p:oleObj>
              </mc:Choice>
              <mc:Fallback>
                <p:oleObj name="CS ChemDraw Drawing" r:id="rId4" imgW="7190145" imgH="1155856" progId="ChemDraw.Document.6.0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0160" y="4578119"/>
                        <a:ext cx="9493135" cy="17894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>
            <a:spLocks noGrp="1" noChangeArrowheads="1"/>
          </p:cNvSpPr>
          <p:nvPr/>
        </p:nvSpPr>
        <p:spPr bwMode="auto">
          <a:xfrm>
            <a:off x="3000893" y="234921"/>
            <a:ext cx="5486400" cy="4396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800" b="1" dirty="0">
                <a:solidFill>
                  <a:srgbClr val="C00000"/>
                </a:solidFill>
                <a:latin typeface="+mn-lt"/>
              </a:rPr>
              <a:t>Reactions of  Aldehydes &amp; Ketones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/>
              <p14:cNvContentPartPr/>
              <p14:nvPr/>
            </p14:nvContentPartPr>
            <p14:xfrm>
              <a:off x="684360" y="1107000"/>
              <a:ext cx="2159640" cy="314928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5000" y="1097640"/>
                <a:ext cx="2178360" cy="316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51571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238077" y="196096"/>
            <a:ext cx="8839200" cy="5334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4000" b="1" dirty="0">
                <a:solidFill>
                  <a:srgbClr val="C00000"/>
                </a:solidFill>
                <a:latin typeface="+mn-lt"/>
              </a:rPr>
              <a:t>Carboxylic Acids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209550" y="990600"/>
            <a:ext cx="10896254" cy="5562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defRPr/>
            </a:pPr>
            <a:r>
              <a:rPr lang="en-US" dirty="0"/>
              <a:t>Organic compound which contain a </a:t>
            </a: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carboxyl (-COOH) group is called as Carboxylic Acid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496" y="2531802"/>
            <a:ext cx="8077200" cy="1597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0969" y="3943815"/>
            <a:ext cx="3259673" cy="2609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/>
              <p14:cNvContentPartPr/>
              <p14:nvPr/>
            </p14:nvContentPartPr>
            <p14:xfrm>
              <a:off x="1107360" y="912600"/>
              <a:ext cx="8790120" cy="581688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98000" y="903240"/>
                <a:ext cx="8808840" cy="5835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45067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5989" y="307611"/>
            <a:ext cx="7177422" cy="754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Identification  Test of Carboxylic Acid</a:t>
            </a:r>
          </a:p>
        </p:txBody>
      </p:sp>
      <p:sp>
        <p:nvSpPr>
          <p:cNvPr id="3" name="Rectangle 2"/>
          <p:cNvSpPr/>
          <p:nvPr/>
        </p:nvSpPr>
        <p:spPr>
          <a:xfrm>
            <a:off x="572634" y="1334686"/>
            <a:ext cx="10884131" cy="16970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When an acidic compound dissolves in a sodium bicarbonate solution, carbon dioxide gas is released.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Observation of effervescence confirms that an acid-base reaction did indeed occur.</a:t>
            </a:r>
          </a:p>
        </p:txBody>
      </p:sp>
      <p:pic>
        <p:nvPicPr>
          <p:cNvPr id="9933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54795" y="3835003"/>
            <a:ext cx="7083396" cy="1705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4038120" y="4585320"/>
              <a:ext cx="7183080" cy="13240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28760" y="4575960"/>
                <a:ext cx="7201800" cy="1342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79377" y="349785"/>
            <a:ext cx="65092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Method of Preparation of  Carboxylic Acid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62015"/>
            <a:ext cx="121159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arenR"/>
            </a:pPr>
            <a:r>
              <a:rPr lang="en-US" sz="2400" b="1" dirty="0"/>
              <a:t>Oxidation of Alcohol: </a:t>
            </a:r>
            <a:r>
              <a:rPr lang="en-US" sz="2400" dirty="0"/>
              <a:t>Alcohol on oxidation in presence of strong oxidizing agent oxidized	 to aldehyde and then further oxidized to Carboxylic  acid </a:t>
            </a:r>
          </a:p>
        </p:txBody>
      </p:sp>
      <p:graphicFrame>
        <p:nvGraphicFramePr>
          <p:cNvPr id="100354" name="Object 2"/>
          <p:cNvGraphicFramePr>
            <a:graphicFrameLocks noChangeAspect="1"/>
          </p:cNvGraphicFramePr>
          <p:nvPr/>
        </p:nvGraphicFramePr>
        <p:xfrm>
          <a:off x="966159" y="1930490"/>
          <a:ext cx="9178506" cy="17616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6" name="CS ChemDraw Drawing" r:id="rId3" imgW="6412175" imgH="1110777" progId="ChemDraw.Document.6.0">
                  <p:embed/>
                </p:oleObj>
              </mc:Choice>
              <mc:Fallback>
                <p:oleObj name="CS ChemDraw Drawing" r:id="rId3" imgW="6412175" imgH="1110777" progId="ChemDraw.Document.6.0">
                  <p:embed/>
                  <p:pic>
                    <p:nvPicPr>
                      <p:cNvPr id="0" name="Picture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6159" y="1930490"/>
                        <a:ext cx="9178506" cy="17616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036" y="3895638"/>
            <a:ext cx="121159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r>
              <a:rPr lang="en-US" sz="2400" dirty="0"/>
              <a:t>2)  </a:t>
            </a:r>
            <a:r>
              <a:rPr lang="en-US" sz="2400" b="1" dirty="0"/>
              <a:t>Hydrolysis of Nitriles: </a:t>
            </a:r>
            <a:r>
              <a:rPr lang="en-US" sz="2400" dirty="0"/>
              <a:t>Nitriles on hydrolysis in presence of acid  produces carboxylic acid.</a:t>
            </a:r>
          </a:p>
        </p:txBody>
      </p:sp>
      <p:graphicFrame>
        <p:nvGraphicFramePr>
          <p:cNvPr id="100355" name="Object 3"/>
          <p:cNvGraphicFramePr>
            <a:graphicFrameLocks noChangeAspect="1"/>
          </p:cNvGraphicFramePr>
          <p:nvPr/>
        </p:nvGraphicFramePr>
        <p:xfrm>
          <a:off x="1639019" y="4847896"/>
          <a:ext cx="7694762" cy="11560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7" name="CS ChemDraw Drawing" r:id="rId5" imgW="3611809" imgH="764452" progId="ChemDraw.Document.6.0">
                  <p:embed/>
                </p:oleObj>
              </mc:Choice>
              <mc:Fallback>
                <p:oleObj name="CS ChemDraw Drawing" r:id="rId5" imgW="3611809" imgH="764452" progId="ChemDraw.Document.6.0">
                  <p:embed/>
                  <p:pic>
                    <p:nvPicPr>
                      <p:cNvPr id="0" name="Picture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9019" y="4847896"/>
                        <a:ext cx="7694762" cy="11560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/>
              <p14:cNvContentPartPr/>
              <p14:nvPr/>
            </p14:nvContentPartPr>
            <p14:xfrm>
              <a:off x="551160" y="1318680"/>
              <a:ext cx="9488160" cy="39560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41800" y="1309320"/>
                <a:ext cx="9506880" cy="3974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836" y="896226"/>
            <a:ext cx="121159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r>
              <a:rPr lang="en-US" sz="2400" dirty="0"/>
              <a:t>3)  </a:t>
            </a:r>
            <a:r>
              <a:rPr lang="en-US" sz="2400" b="1" dirty="0"/>
              <a:t>Hydrolysis of Ester: </a:t>
            </a:r>
            <a:r>
              <a:rPr lang="en-US" sz="2400" dirty="0"/>
              <a:t>Ester on hydrolysis in presence of base  produces Carboxylic acid.</a:t>
            </a:r>
          </a:p>
        </p:txBody>
      </p:sp>
      <p:graphicFrame>
        <p:nvGraphicFramePr>
          <p:cNvPr id="10137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2932008"/>
              </p:ext>
            </p:extLst>
          </p:nvPr>
        </p:nvGraphicFramePr>
        <p:xfrm>
          <a:off x="488855" y="1477805"/>
          <a:ext cx="11290325" cy="18185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0" name="CS ChemDraw Drawing" r:id="rId3" imgW="5855827" imgH="1111047" progId="ChemDraw.Document.6.0">
                  <p:embed/>
                </p:oleObj>
              </mc:Choice>
              <mc:Fallback>
                <p:oleObj name="CS ChemDraw Drawing" r:id="rId3" imgW="5855827" imgH="1111047" progId="ChemDraw.Document.6.0">
                  <p:embed/>
                  <p:pic>
                    <p:nvPicPr>
                      <p:cNvPr id="0" name="Picture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855" y="1477805"/>
                        <a:ext cx="11290325" cy="18185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0" y="3416272"/>
            <a:ext cx="12115964" cy="169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</a:pPr>
            <a:r>
              <a:rPr lang="en-US" sz="2400" dirty="0"/>
              <a:t>4)  </a:t>
            </a:r>
            <a:r>
              <a:rPr lang="en-US" sz="2400" b="1" dirty="0"/>
              <a:t>Caboxylation of alkene( Koch Reaction):  </a:t>
            </a:r>
            <a:r>
              <a:rPr lang="en-US" sz="2400" dirty="0"/>
              <a:t>Alkene on treatment with Carbon monoxide and  Phosphoric Acid in water at 400°C under go carboxylation to give Carboxylic acid . This is also known as Koch reaction.</a:t>
            </a:r>
          </a:p>
        </p:txBody>
      </p:sp>
      <p:graphicFrame>
        <p:nvGraphicFramePr>
          <p:cNvPr id="1013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4706074"/>
              </p:ext>
            </p:extLst>
          </p:nvPr>
        </p:nvGraphicFramePr>
        <p:xfrm>
          <a:off x="488855" y="5113340"/>
          <a:ext cx="11495988" cy="1670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1" name="CS ChemDraw Drawing" r:id="rId5" imgW="6162750" imgH="1016840" progId="ChemDraw.Document.6.0">
                  <p:embed/>
                </p:oleObj>
              </mc:Choice>
              <mc:Fallback>
                <p:oleObj name="CS ChemDraw Drawing" r:id="rId5" imgW="6162750" imgH="1016840" progId="ChemDraw.Document.6.0">
                  <p:embed/>
                  <p:pic>
                    <p:nvPicPr>
                      <p:cNvPr id="0" name="Picture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855" y="5113340"/>
                        <a:ext cx="11495988" cy="16704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879377" y="349785"/>
            <a:ext cx="65092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Method of Preparation of  Carboxylic Acid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/>
              <p14:cNvContentPartPr/>
              <p14:nvPr/>
            </p14:nvContentPartPr>
            <p14:xfrm>
              <a:off x="1392120" y="1596240"/>
              <a:ext cx="6928560" cy="456552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82760" y="1586880"/>
                <a:ext cx="6947280" cy="4584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61838" y="391162"/>
            <a:ext cx="46218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C00000"/>
                </a:solidFill>
              </a:rPr>
              <a:t>Reactions of Carboxylic Acids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554" y="973495"/>
            <a:ext cx="118875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AutoNum type="arabicParenR"/>
            </a:pPr>
            <a:r>
              <a:rPr lang="en-US" sz="2400" b="1" dirty="0"/>
              <a:t>Reduction of  Acid: </a:t>
            </a:r>
            <a:r>
              <a:rPr lang="en-US" sz="2400" dirty="0"/>
              <a:t>Carboxylic acid in presence of Lithium Aluminum Hydride get reduced to an  alcohol </a:t>
            </a:r>
          </a:p>
        </p:txBody>
      </p:sp>
      <p:graphicFrame>
        <p:nvGraphicFramePr>
          <p:cNvPr id="10240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5805395"/>
              </p:ext>
            </p:extLst>
          </p:nvPr>
        </p:nvGraphicFramePr>
        <p:xfrm>
          <a:off x="2506153" y="1705571"/>
          <a:ext cx="6998998" cy="1605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8" name="CS ChemDraw Drawing" r:id="rId3" imgW="4265066" imgH="1111047" progId="ChemDraw.Document.6.0">
                  <p:embed/>
                </p:oleObj>
              </mc:Choice>
              <mc:Fallback>
                <p:oleObj name="CS ChemDraw Drawing" r:id="rId3" imgW="4265066" imgH="1111047" progId="ChemDraw.Document.6.0">
                  <p:embed/>
                  <p:pic>
                    <p:nvPicPr>
                      <p:cNvPr id="0" name="Picture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6153" y="1705571"/>
                        <a:ext cx="6998998" cy="1605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53554" y="3447531"/>
            <a:ext cx="120384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arenR" startAt="2"/>
            </a:pPr>
            <a:r>
              <a:rPr lang="en-US" sz="2400" b="1" dirty="0"/>
              <a:t>Reaction of  Acid  with PCl</a:t>
            </a:r>
            <a:r>
              <a:rPr lang="en-US" sz="1600" b="1" dirty="0"/>
              <a:t>5 </a:t>
            </a:r>
            <a:r>
              <a:rPr lang="en-US" sz="2400" b="1" dirty="0"/>
              <a:t>&amp; SOCl</a:t>
            </a:r>
            <a:r>
              <a:rPr lang="en-US" sz="1400" b="1" dirty="0"/>
              <a:t>2</a:t>
            </a:r>
            <a:r>
              <a:rPr lang="en-US" sz="2400" b="1" dirty="0"/>
              <a:t>: </a:t>
            </a:r>
            <a:r>
              <a:rPr lang="en-US" sz="2400" dirty="0"/>
              <a:t>Carboxylic Acid when reacted with Phosphorus Pentachloride and Thionyl  Chloride Acid Chloride is obtained .  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3149651" y="4264329"/>
            <a:ext cx="5895361" cy="2566512"/>
            <a:chOff x="3047382" y="4568269"/>
            <a:chExt cx="5565794" cy="2265754"/>
          </a:xfrm>
        </p:grpSpPr>
        <p:graphicFrame>
          <p:nvGraphicFramePr>
            <p:cNvPr id="102403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67482943"/>
                </p:ext>
              </p:extLst>
            </p:nvPr>
          </p:nvGraphicFramePr>
          <p:xfrm>
            <a:off x="3197587" y="4568269"/>
            <a:ext cx="5407837" cy="1138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99" name="CS ChemDraw Drawing" r:id="rId5" imgW="4080966" imgH="858389" progId="ChemDraw.Document.6.0">
                    <p:embed/>
                  </p:oleObj>
                </mc:Choice>
                <mc:Fallback>
                  <p:oleObj name="CS ChemDraw Drawing" r:id="rId5" imgW="4080966" imgH="858389" progId="ChemDraw.Document.6.0">
                    <p:embed/>
                    <p:pic>
                      <p:nvPicPr>
                        <p:cNvPr id="0" name="Picture 8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7587" y="4568269"/>
                          <a:ext cx="5407837" cy="11383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04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0973471"/>
                </p:ext>
              </p:extLst>
            </p:nvPr>
          </p:nvGraphicFramePr>
          <p:xfrm>
            <a:off x="3047382" y="5662420"/>
            <a:ext cx="5565794" cy="11716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00" name="CS ChemDraw Drawing" r:id="rId7" imgW="4080966" imgH="858389" progId="ChemDraw.Document.6.0">
                    <p:embed/>
                  </p:oleObj>
                </mc:Choice>
                <mc:Fallback>
                  <p:oleObj name="CS ChemDraw Drawing" r:id="rId7" imgW="4080966" imgH="858389" progId="ChemDraw.Document.6.0">
                    <p:embed/>
                    <p:pic>
                      <p:nvPicPr>
                        <p:cNvPr id="0" name="Picture 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47382" y="5662420"/>
                          <a:ext cx="5565794" cy="11716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/>
              <p14:cNvContentPartPr/>
              <p14:nvPr/>
            </p14:nvContentPartPr>
            <p14:xfrm>
              <a:off x="11875320" y="2580120"/>
              <a:ext cx="3960" cy="216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865960" y="2570760"/>
                <a:ext cx="2268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" name="Ink 3"/>
              <p14:cNvContentPartPr/>
              <p14:nvPr/>
            </p14:nvContentPartPr>
            <p14:xfrm>
              <a:off x="847440" y="1426320"/>
              <a:ext cx="8720280" cy="36936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38080" y="1416960"/>
                <a:ext cx="8739000" cy="3712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4230" y="914382"/>
            <a:ext cx="11657092" cy="114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3) </a:t>
            </a:r>
            <a:r>
              <a:rPr lang="en-US" sz="2400" b="1" dirty="0"/>
              <a:t>Formation of Ester: </a:t>
            </a:r>
            <a:r>
              <a:rPr lang="en-US" sz="2400" dirty="0"/>
              <a:t>Carboxylic acid when treated with  an alcohol in acidic medium Ester formation takes place.</a:t>
            </a:r>
          </a:p>
        </p:txBody>
      </p:sp>
      <p:graphicFrame>
        <p:nvGraphicFramePr>
          <p:cNvPr id="1034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6699999"/>
              </p:ext>
            </p:extLst>
          </p:nvPr>
        </p:nvGraphicFramePr>
        <p:xfrm>
          <a:off x="874204" y="2008802"/>
          <a:ext cx="9890365" cy="1805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8" name="CS ChemDraw Drawing" r:id="rId3" imgW="6649453" imgH="1111047" progId="ChemDraw.Document.6.0">
                  <p:embed/>
                </p:oleObj>
              </mc:Choice>
              <mc:Fallback>
                <p:oleObj name="CS ChemDraw Drawing" r:id="rId3" imgW="6649453" imgH="1111047" progId="ChemDraw.Document.6.0">
                  <p:embed/>
                  <p:pic>
                    <p:nvPicPr>
                      <p:cNvPr id="0" name="Picture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4204" y="2008802"/>
                        <a:ext cx="9890365" cy="18052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2863" y="4039986"/>
            <a:ext cx="10540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4) </a:t>
            </a:r>
            <a:r>
              <a:rPr lang="en-US" sz="2400" b="1" dirty="0"/>
              <a:t>Reaction with Amine: </a:t>
            </a:r>
            <a:r>
              <a:rPr lang="en-US" sz="2400" dirty="0"/>
              <a:t>Carboxylic acid when reacted with amine it gives an amide</a:t>
            </a:r>
          </a:p>
        </p:txBody>
      </p:sp>
      <p:graphicFrame>
        <p:nvGraphicFramePr>
          <p:cNvPr id="1034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2394579"/>
              </p:ext>
            </p:extLst>
          </p:nvPr>
        </p:nvGraphicFramePr>
        <p:xfrm>
          <a:off x="1927730" y="4931613"/>
          <a:ext cx="7330807" cy="1401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9" name="CS ChemDraw Drawing" r:id="rId5" imgW="4294489" imgH="769041" progId="ChemDraw.Document.6.0">
                  <p:embed/>
                </p:oleObj>
              </mc:Choice>
              <mc:Fallback>
                <p:oleObj name="CS ChemDraw Drawing" r:id="rId5" imgW="4294489" imgH="769041" progId="ChemDraw.Document.6.0">
                  <p:embed/>
                  <p:pic>
                    <p:nvPicPr>
                      <p:cNvPr id="0" name="Picture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7730" y="4931613"/>
                        <a:ext cx="7330807" cy="14011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861838" y="391162"/>
            <a:ext cx="46218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C00000"/>
                </a:solidFill>
              </a:rPr>
              <a:t>Reactions of Carboxylic Acids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/>
              <p14:cNvContentPartPr/>
              <p14:nvPr/>
            </p14:nvContentPartPr>
            <p14:xfrm>
              <a:off x="8092800" y="6333840"/>
              <a:ext cx="787320" cy="1209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83440" y="6324480"/>
                <a:ext cx="806040" cy="139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D8C3E0F09C52F4A807E6242C5287BED" ma:contentTypeVersion="13" ma:contentTypeDescription="Create a new document." ma:contentTypeScope="" ma:versionID="943cc576be7981fb30a92cbcaf50631f">
  <xsd:schema xmlns:xsd="http://www.w3.org/2001/XMLSchema" xmlns:xs="http://www.w3.org/2001/XMLSchema" xmlns:p="http://schemas.microsoft.com/office/2006/metadata/properties" xmlns:ns2="5e04be05-b2bd-4ae1-aab0-f627a135ee61" xmlns:ns3="c50efb78-072c-4c83-b3db-774376b70e70" targetNamespace="http://schemas.microsoft.com/office/2006/metadata/properties" ma:root="true" ma:fieldsID="46780d4e346c880a606013f5f9fc326a" ns2:_="" ns3:_="">
    <xsd:import namespace="5e04be05-b2bd-4ae1-aab0-f627a135ee61"/>
    <xsd:import namespace="c50efb78-072c-4c83-b3db-774376b70e7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04be05-b2bd-4ae1-aab0-f627a135ee6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0efb78-072c-4c83-b3db-774376b70e70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6EFB773-1B9B-4054-8E69-5C79C81788F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04be05-b2bd-4ae1-aab0-f627a135ee61"/>
    <ds:schemaRef ds:uri="c50efb78-072c-4c83-b3db-774376b70e7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9E79B1B-523F-4FD5-995A-86F118A831C2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c50efb78-072c-4c83-b3db-774376b70e70"/>
    <ds:schemaRef ds:uri="http://schemas.microsoft.com/office/infopath/2007/PartnerControls"/>
    <ds:schemaRef ds:uri="5e04be05-b2bd-4ae1-aab0-f627a135ee61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BE39A01-B992-483E-9ABC-18F8C7C67C7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1974</TotalTime>
  <Words>890</Words>
  <Application>Microsoft Office PowerPoint</Application>
  <PresentationFormat>Widescreen</PresentationFormat>
  <Paragraphs>83</Paragraphs>
  <Slides>21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Calibri Light</vt:lpstr>
      <vt:lpstr>Helvetica</vt:lpstr>
      <vt:lpstr>Times New Roman</vt:lpstr>
      <vt:lpstr>Office Theme</vt:lpstr>
      <vt:lpstr>CS ChemDraw Drawing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Sanket Gudekar</dc:creator>
  <cp:lastModifiedBy>Abhinaba Gupta (Dr.)</cp:lastModifiedBy>
  <cp:revision>241</cp:revision>
  <dcterms:created xsi:type="dcterms:W3CDTF">2015-09-23T09:16:28Z</dcterms:created>
  <dcterms:modified xsi:type="dcterms:W3CDTF">2024-03-28T08:35:53Z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0x0101009D8C3E0F09C52F4A807E6242C5287BED</vt:lpwstr>
  </property>
</Properties>
</file>