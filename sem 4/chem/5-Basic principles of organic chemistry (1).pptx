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4"/>
  </p:notesMasterIdLst>
  <p:sldIdLst>
    <p:sldId id="256" r:id="rId2"/>
    <p:sldId id="416" r:id="rId3"/>
    <p:sldId id="417" r:id="rId4"/>
    <p:sldId id="418" r:id="rId5"/>
    <p:sldId id="481" r:id="rId6"/>
    <p:sldId id="419" r:id="rId7"/>
    <p:sldId id="453" r:id="rId8"/>
    <p:sldId id="454" r:id="rId9"/>
    <p:sldId id="420" r:id="rId10"/>
    <p:sldId id="421" r:id="rId11"/>
    <p:sldId id="422" r:id="rId12"/>
    <p:sldId id="423" r:id="rId13"/>
    <p:sldId id="424" r:id="rId14"/>
    <p:sldId id="425" r:id="rId15"/>
    <p:sldId id="426" r:id="rId16"/>
    <p:sldId id="427" r:id="rId17"/>
    <p:sldId id="428" r:id="rId18"/>
    <p:sldId id="429" r:id="rId19"/>
    <p:sldId id="430" r:id="rId20"/>
    <p:sldId id="456" r:id="rId21"/>
    <p:sldId id="432" r:id="rId22"/>
    <p:sldId id="433" r:id="rId23"/>
    <p:sldId id="434" r:id="rId24"/>
    <p:sldId id="435" r:id="rId25"/>
    <p:sldId id="436" r:id="rId26"/>
    <p:sldId id="437" r:id="rId27"/>
    <p:sldId id="377" r:id="rId28"/>
    <p:sldId id="379" r:id="rId29"/>
    <p:sldId id="380" r:id="rId30"/>
    <p:sldId id="381" r:id="rId31"/>
    <p:sldId id="386" r:id="rId32"/>
    <p:sldId id="383" r:id="rId33"/>
    <p:sldId id="414" r:id="rId34"/>
    <p:sldId id="415" r:id="rId35"/>
    <p:sldId id="439" r:id="rId36"/>
    <p:sldId id="458" r:id="rId37"/>
    <p:sldId id="459" r:id="rId38"/>
    <p:sldId id="460" r:id="rId39"/>
    <p:sldId id="461" r:id="rId40"/>
    <p:sldId id="440" r:id="rId41"/>
    <p:sldId id="441" r:id="rId42"/>
    <p:sldId id="442" r:id="rId43"/>
    <p:sldId id="443" r:id="rId44"/>
    <p:sldId id="457" r:id="rId45"/>
    <p:sldId id="462" r:id="rId46"/>
    <p:sldId id="463" r:id="rId47"/>
    <p:sldId id="464" r:id="rId48"/>
    <p:sldId id="465" r:id="rId49"/>
    <p:sldId id="467" r:id="rId50"/>
    <p:sldId id="468" r:id="rId51"/>
    <p:sldId id="444" r:id="rId52"/>
    <p:sldId id="466" r:id="rId53"/>
    <p:sldId id="445" r:id="rId54"/>
    <p:sldId id="446" r:id="rId55"/>
    <p:sldId id="447" r:id="rId56"/>
    <p:sldId id="469" r:id="rId57"/>
    <p:sldId id="471" r:id="rId58"/>
    <p:sldId id="472" r:id="rId59"/>
    <p:sldId id="473" r:id="rId60"/>
    <p:sldId id="470" r:id="rId61"/>
    <p:sldId id="448" r:id="rId62"/>
    <p:sldId id="474" r:id="rId63"/>
    <p:sldId id="475" r:id="rId64"/>
    <p:sldId id="480" r:id="rId65"/>
    <p:sldId id="449" r:id="rId66"/>
    <p:sldId id="450" r:id="rId67"/>
    <p:sldId id="451" r:id="rId68"/>
    <p:sldId id="476" r:id="rId69"/>
    <p:sldId id="477" r:id="rId70"/>
    <p:sldId id="478" r:id="rId71"/>
    <p:sldId id="479" r:id="rId72"/>
    <p:sldId id="452" r:id="rId73"/>
  </p:sldIdLst>
  <p:sldSz cx="12192000" cy="6858000"/>
  <p:notesSz cx="7104063"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FB3EBB-3865-F157-6146-7E74C444F70C}" v="2" dt="2023-02-24T05:00:16.802"/>
    <p1510:client id="{D16270BE-814B-F8C8-A09D-93F06B4D84A8}" v="1" dt="2023-03-11T04:46:12.601"/>
    <p1510:client id="{D7BEEE75-AB74-C690-73A1-53E2E99CE5D5}" v="43" dt="2023-02-17T05:20:12.4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954" autoAdjust="0"/>
    <p:restoredTop sz="94660"/>
  </p:normalViewPr>
  <p:slideViewPr>
    <p:cSldViewPr snapToGrid="0">
      <p:cViewPr varScale="1">
        <p:scale>
          <a:sx n="61" d="100"/>
          <a:sy n="61" d="100"/>
        </p:scale>
        <p:origin x="850" y="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79"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takee Durve (Dr.)" userId="S::ketakee.durve@nmims.edu::7568e72c-b98d-4661-b311-0a838f98d6e3" providerId="AD" clId="Web-{D16270BE-814B-F8C8-A09D-93F06B4D84A8}"/>
    <pc:docChg chg="delSld">
      <pc:chgData name="Ketakee Durve (Dr.)" userId="S::ketakee.durve@nmims.edu::7568e72c-b98d-4661-b311-0a838f98d6e3" providerId="AD" clId="Web-{D16270BE-814B-F8C8-A09D-93F06B4D84A8}" dt="2023-03-11T04:46:12.601" v="0"/>
      <pc:docMkLst>
        <pc:docMk/>
      </pc:docMkLst>
      <pc:sldChg chg="del">
        <pc:chgData name="Ketakee Durve (Dr.)" userId="S::ketakee.durve@nmims.edu::7568e72c-b98d-4661-b311-0a838f98d6e3" providerId="AD" clId="Web-{D16270BE-814B-F8C8-A09D-93F06B4D84A8}" dt="2023-03-11T04:46:12.601" v="0"/>
        <pc:sldMkLst>
          <pc:docMk/>
          <pc:sldMk cId="3104531333" sldId="482"/>
        </pc:sldMkLst>
      </pc:sldChg>
    </pc:docChg>
  </pc:docChgLst>
  <pc:docChgLst>
    <pc:chgData name="Geetanjali Gokhale - Ashtekar" userId="S::geetanjali.ashtekar@nmims.edu::ff6b092b-6176-47b7-912e-4f99bc61a621" providerId="AD" clId="Web-{D7BEEE75-AB74-C690-73A1-53E2E99CE5D5}"/>
    <pc:docChg chg="addSld delSld modSld">
      <pc:chgData name="Geetanjali Gokhale - Ashtekar" userId="S::geetanjali.ashtekar@nmims.edu::ff6b092b-6176-47b7-912e-4f99bc61a621" providerId="AD" clId="Web-{D7BEEE75-AB74-C690-73A1-53E2E99CE5D5}" dt="2023-02-17T05:20:12.443" v="34" actId="1076"/>
      <pc:docMkLst>
        <pc:docMk/>
      </pc:docMkLst>
      <pc:sldChg chg="modSp">
        <pc:chgData name="Geetanjali Gokhale - Ashtekar" userId="S::geetanjali.ashtekar@nmims.edu::ff6b092b-6176-47b7-912e-4f99bc61a621" providerId="AD" clId="Web-{D7BEEE75-AB74-C690-73A1-53E2E99CE5D5}" dt="2023-02-17T05:06:54.341" v="1" actId="20577"/>
        <pc:sldMkLst>
          <pc:docMk/>
          <pc:sldMk cId="3251770450" sldId="417"/>
        </pc:sldMkLst>
        <pc:spChg chg="mod">
          <ac:chgData name="Geetanjali Gokhale - Ashtekar" userId="S::geetanjali.ashtekar@nmims.edu::ff6b092b-6176-47b7-912e-4f99bc61a621" providerId="AD" clId="Web-{D7BEEE75-AB74-C690-73A1-53E2E99CE5D5}" dt="2023-02-17T05:06:54.341" v="1" actId="20577"/>
          <ac:spMkLst>
            <pc:docMk/>
            <pc:sldMk cId="3251770450" sldId="417"/>
            <ac:spMk id="6" creationId="{00000000-0000-0000-0000-000000000000}"/>
          </ac:spMkLst>
        </pc:spChg>
      </pc:sldChg>
      <pc:sldChg chg="modSp">
        <pc:chgData name="Geetanjali Gokhale - Ashtekar" userId="S::geetanjali.ashtekar@nmims.edu::ff6b092b-6176-47b7-912e-4f99bc61a621" providerId="AD" clId="Web-{D7BEEE75-AB74-C690-73A1-53E2E99CE5D5}" dt="2023-02-17T05:18:30.018" v="26" actId="1076"/>
        <pc:sldMkLst>
          <pc:docMk/>
          <pc:sldMk cId="336249858" sldId="420"/>
        </pc:sldMkLst>
        <pc:picChg chg="mod">
          <ac:chgData name="Geetanjali Gokhale - Ashtekar" userId="S::geetanjali.ashtekar@nmims.edu::ff6b092b-6176-47b7-912e-4f99bc61a621" providerId="AD" clId="Web-{D7BEEE75-AB74-C690-73A1-53E2E99CE5D5}" dt="2023-02-17T05:18:30.018" v="26" actId="1076"/>
          <ac:picMkLst>
            <pc:docMk/>
            <pc:sldMk cId="336249858" sldId="420"/>
            <ac:picMk id="3" creationId="{00000000-0000-0000-0000-000000000000}"/>
          </ac:picMkLst>
        </pc:picChg>
      </pc:sldChg>
      <pc:sldChg chg="modSp">
        <pc:chgData name="Geetanjali Gokhale - Ashtekar" userId="S::geetanjali.ashtekar@nmims.edu::ff6b092b-6176-47b7-912e-4f99bc61a621" providerId="AD" clId="Web-{D7BEEE75-AB74-C690-73A1-53E2E99CE5D5}" dt="2023-02-17T05:20:12.443" v="34" actId="1076"/>
        <pc:sldMkLst>
          <pc:docMk/>
          <pc:sldMk cId="3476200204" sldId="421"/>
        </pc:sldMkLst>
        <pc:spChg chg="mod">
          <ac:chgData name="Geetanjali Gokhale - Ashtekar" userId="S::geetanjali.ashtekar@nmims.edu::ff6b092b-6176-47b7-912e-4f99bc61a621" providerId="AD" clId="Web-{D7BEEE75-AB74-C690-73A1-53E2E99CE5D5}" dt="2023-02-17T05:20:11.068" v="33" actId="20577"/>
          <ac:spMkLst>
            <pc:docMk/>
            <pc:sldMk cId="3476200204" sldId="421"/>
            <ac:spMk id="3" creationId="{00000000-0000-0000-0000-000000000000}"/>
          </ac:spMkLst>
        </pc:spChg>
        <pc:picChg chg="mod">
          <ac:chgData name="Geetanjali Gokhale - Ashtekar" userId="S::geetanjali.ashtekar@nmims.edu::ff6b092b-6176-47b7-912e-4f99bc61a621" providerId="AD" clId="Web-{D7BEEE75-AB74-C690-73A1-53E2E99CE5D5}" dt="2023-02-17T05:20:12.443" v="34" actId="1076"/>
          <ac:picMkLst>
            <pc:docMk/>
            <pc:sldMk cId="3476200204" sldId="421"/>
            <ac:picMk id="4" creationId="{00000000-0000-0000-0000-000000000000}"/>
          </ac:picMkLst>
        </pc:picChg>
      </pc:sldChg>
      <pc:sldChg chg="addSp delSp modSp">
        <pc:chgData name="Geetanjali Gokhale - Ashtekar" userId="S::geetanjali.ashtekar@nmims.edu::ff6b092b-6176-47b7-912e-4f99bc61a621" providerId="AD" clId="Web-{D7BEEE75-AB74-C690-73A1-53E2E99CE5D5}" dt="2023-02-17T05:13:38.369" v="24" actId="14100"/>
        <pc:sldMkLst>
          <pc:docMk/>
          <pc:sldMk cId="2561591007" sldId="481"/>
        </pc:sldMkLst>
        <pc:spChg chg="add mod">
          <ac:chgData name="Geetanjali Gokhale - Ashtekar" userId="S::geetanjali.ashtekar@nmims.edu::ff6b092b-6176-47b7-912e-4f99bc61a621" providerId="AD" clId="Web-{D7BEEE75-AB74-C690-73A1-53E2E99CE5D5}" dt="2023-02-17T05:13:29.572" v="22" actId="1076"/>
          <ac:spMkLst>
            <pc:docMk/>
            <pc:sldMk cId="2561591007" sldId="481"/>
            <ac:spMk id="3" creationId="{E9087A74-9B7C-162B-8A51-79CF79F6D991}"/>
          </ac:spMkLst>
        </pc:spChg>
        <pc:picChg chg="del mod">
          <ac:chgData name="Geetanjali Gokhale - Ashtekar" userId="S::geetanjali.ashtekar@nmims.edu::ff6b092b-6176-47b7-912e-4f99bc61a621" providerId="AD" clId="Web-{D7BEEE75-AB74-C690-73A1-53E2E99CE5D5}" dt="2023-02-17T05:12:34.304" v="11"/>
          <ac:picMkLst>
            <pc:docMk/>
            <pc:sldMk cId="2561591007" sldId="481"/>
            <ac:picMk id="2" creationId="{00000000-0000-0000-0000-000000000000}"/>
          </ac:picMkLst>
        </pc:picChg>
        <pc:picChg chg="add mod">
          <ac:chgData name="Geetanjali Gokhale - Ashtekar" userId="S::geetanjali.ashtekar@nmims.edu::ff6b092b-6176-47b7-912e-4f99bc61a621" providerId="AD" clId="Web-{D7BEEE75-AB74-C690-73A1-53E2E99CE5D5}" dt="2023-02-17T05:13:38.369" v="24" actId="14100"/>
          <ac:picMkLst>
            <pc:docMk/>
            <pc:sldMk cId="2561591007" sldId="481"/>
            <ac:picMk id="4" creationId="{76F99344-1E06-DCE7-5CDF-288DCF2D91FC}"/>
          </ac:picMkLst>
        </pc:picChg>
      </pc:sldChg>
      <pc:sldChg chg="addSp delSp modSp new del">
        <pc:chgData name="Geetanjali Gokhale - Ashtekar" userId="S::geetanjali.ashtekar@nmims.edu::ff6b092b-6176-47b7-912e-4f99bc61a621" providerId="AD" clId="Web-{D7BEEE75-AB74-C690-73A1-53E2E99CE5D5}" dt="2023-02-17T05:15:35.919" v="25"/>
        <pc:sldMkLst>
          <pc:docMk/>
          <pc:sldMk cId="1071281743" sldId="483"/>
        </pc:sldMkLst>
        <pc:picChg chg="add del mod modCrop">
          <ac:chgData name="Geetanjali Gokhale - Ashtekar" userId="S::geetanjali.ashtekar@nmims.edu::ff6b092b-6176-47b7-912e-4f99bc61a621" providerId="AD" clId="Web-{D7BEEE75-AB74-C690-73A1-53E2E99CE5D5}" dt="2023-02-17T05:13:13.696" v="20"/>
          <ac:picMkLst>
            <pc:docMk/>
            <pc:sldMk cId="1071281743" sldId="483"/>
            <ac:picMk id="3" creationId="{2B0FDF67-EECF-99D4-5AC1-E371D8A558BB}"/>
          </ac:picMkLst>
        </pc:picChg>
      </pc:sldChg>
    </pc:docChg>
  </pc:docChgLst>
  <pc:docChgLst>
    <pc:chgData name="Guest User" userId="S::urn:spo:anon#ef7a4d1d7a24677c49c047adadd575e891a9321c04033f1515b3687e1c5b5ea4::" providerId="AD" clId="Web-{77FB3EBB-3865-F157-6146-7E74C444F70C}"/>
    <pc:docChg chg="modSld">
      <pc:chgData name="Guest User" userId="S::urn:spo:anon#ef7a4d1d7a24677c49c047adadd575e891a9321c04033f1515b3687e1c5b5ea4::" providerId="AD" clId="Web-{77FB3EBB-3865-F157-6146-7E74C444F70C}" dt="2023-02-24T05:00:16.802" v="1" actId="1076"/>
      <pc:docMkLst>
        <pc:docMk/>
      </pc:docMkLst>
      <pc:sldChg chg="modSp">
        <pc:chgData name="Guest User" userId="S::urn:spo:anon#ef7a4d1d7a24677c49c047adadd575e891a9321c04033f1515b3687e1c5b5ea4::" providerId="AD" clId="Web-{77FB3EBB-3865-F157-6146-7E74C444F70C}" dt="2023-02-24T05:00:16.802" v="1" actId="1076"/>
        <pc:sldMkLst>
          <pc:docMk/>
          <pc:sldMk cId="2535892932" sldId="429"/>
        </pc:sldMkLst>
        <pc:picChg chg="mod">
          <ac:chgData name="Guest User" userId="S::urn:spo:anon#ef7a4d1d7a24677c49c047adadd575e891a9321c04033f1515b3687e1c5b5ea4::" providerId="AD" clId="Web-{77FB3EBB-3865-F157-6146-7E74C444F70C}" dt="2023-02-24T05:00:16.802" v="1" actId="1076"/>
          <ac:picMkLst>
            <pc:docMk/>
            <pc:sldMk cId="2535892932" sldId="429"/>
            <ac:picMk id="5" creationId="{00000000-0000-0000-0000-000000000000}"/>
          </ac:picMkLst>
        </pc:picChg>
      </pc:sldChg>
    </pc:docChg>
  </pc:docChgLst>
</pc:chgInfo>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2.98804" units="1/cm"/>
          <inkml:channelProperty channel="Y" name="resolution" value="650.78448" units="1/cm"/>
          <inkml:channelProperty channel="T" name="resolution" value="1" units="1/dev"/>
        </inkml:channelProperties>
      </inkml:inkSource>
      <inkml:timestamp xml:id="ts0" timeString="2024-03-12T07:44:20.496"/>
    </inkml:context>
    <inkml:brush xml:id="br0">
      <inkml:brushProperty name="width" value="0.05292" units="cm"/>
      <inkml:brushProperty name="height" value="0.05292" units="cm"/>
      <inkml:brushProperty name="color" value="#FF0000"/>
    </inkml:brush>
  </inkml:definitions>
  <inkml:trace contextRef="#ctx0" brushRef="#br0">1303 15562 0,'0'0'0,"0"0"0,0 0 16,3 3-16,-3-3 15,8 1-15,4 1 16,-12-2-16,17 0 16,2 1-16,6 5 15,-2 1-15,3-4 16,0 3-16,4 0 16,6-1-16,2 2 15,0 3-15,9-3 16,1 0-16,4 1 15,6-1-15,1 1 16,6-2-16,0-2 16,2 0-16,1-1 15,4 0-15,2 1 16,4 0-16,0-1 16,6 0-16,-3-2 0,3 1 15,1-2 1,-1 1-16,0-1 0,3-1 15,1 0-15,0 0 16,0 3-16,2-2 16,-4 1-16,5-1 15,-3 0-15,-1 0 16,4 1-16,-3 4 16,-1-1-16,2-2 15,1 4-15,-4 0 16,5 0-16,-3-2 15,3 5-15,0-2 16,0 3-16,2-2 16,-4 2-16,1 1 15,4-1-15,-1 2 16,2 2-16,3 0 16,2-2-16,3 4 15,0-2-15,-3-1 0,5 4 16,-4 1-16,7-2 15,3 3 1,3-1-16,-2 3 0,2 1 16,-2 2-16,4-4 15,-2 1-15,7 1 16,-1-1-16,4 3 16,2 1-16,-2 0 15,1 0-15,1-2 16,1 0-16,2 2 15,-3 2-15,3-4 16,-2 0-16,-6-2 16,2-3-16,-1 0 15,-2-1-15,2-2 16,-2-2-16,0 1 16,-1-3-16,-2 0 15,-2-6-15,-4 0 16,-4-3-16,1-1 0,-6-2 15,1 0-15,0 1 16,-4-6-16,1-1 16,1 0-16,0 1 15,-1-4-15,-2 0 16,-3 0-16,-2-1 16,-1-1-16,1 1 15,5 1-15,2-1 16,-5 1-16,0 0 15,-6 1-15,-2-2 16,-7-3-16,0 4 16,-5-3-16,1 0 15,-1 2-15,0-2 16,-1 2-16,1-2 16,-3 2-16,-2-3 15,-2 1-15,-3-4 16,-3 0-16,-4 2 0,-3 1 15,-5-4 1,-1-2-16,1 2 0,-2-2 16,-1 2-16,-1-3 15,1-3-15,-5-1 16,-1 0-16,-2 0 16,-2 0-16,-3 0 15,2-2-15,-7 2 16,-1-3-16,-3 0 15,0-3-15,-3-2 16,-5 0-16,0-4 16,-3 2-16,-7-2 15,-1 0-15,-3-1 16,-8-4-16,-2-4 16,-8 0-16,-4-1 15,-4-2-15,-6 0 16,-4 3-16,-3 1 0,-5 0 15,-5-1 1,-2 3-16,-6 1 0,-10-1 16,1 4-16,0 2 15,-5 1-15,-4 4 16,-1-2-16,2 3 16,-8 5-16,2 0 15,-3 3-15,-4-1 16,-1 3-16,-3-1 15,-1 4-15,-1-3 16,-5 4-16,0-1 16,-5 1-16,-1-2 15,0 1-15,-4 1 16,0-3-16,-3 3 16,-3 0-16,0-1 15,-1-1-15,-4 2 16,3 1-16,-1 2 15,-1 0-15,0 1 16,0 1-16,0-1 16,-2 1-16,0-3 15,-3 6-15,1-6 0,-4 6 16,0-4-16,-2 4 16,4 0-16,2 0 15,1 2-15,4 2 16,2 2-16,-1 0 15,1-1 1,-2 0-16,3 3 0,-1-4 16,-4 4-16,5-1 15,-3 1-15,2 0 16,-1 3-16,2-1 16,0-1-16,2 1 15,-1 2-15,0 1 16,2 1-16,4 0 15,-3-1-15,5 0 16,-3 3-16,-6-2 0,-2 1 16,3 1-1,0 1-15,3-2 0,0 2 16,3-1-16,-1 3 16,0-1-1,4-3-15,-2 0 0,3 3 16,0-5-16,-3 1 15,3 0-15,-2 1 16,1-3-16,4 1 16,3-1-16,-6-1 15,5-2-15,1 1 16,0 0-16,3-4 16,1-1-16,6 0 15,-4 1-15,1 1 16,-1 0-16,1-2 15,-1-2-15,2 2 16,1 0-16,-2 2 16,-1 2-16,3 0 15,1-1-15,0 0 16,0 1-16,3 0 16,-4 1-16,1 0 15,3 2-15,3-2 16,0 5-16,4-3 0,0 0 15,-2 3-15,2 0 16,-1 1-16,-1 1 16,3-1-1,6 0-15,1 3 0,2 0 16,5 1-16,-2 1 16,3 2-16,3 4 15,3 2-15,0 2 16,7 1-16,-6 4 15,8 5-15,4-3 16,0 5-16,7 0 16,6 1-16,0 4 15,4 2-15,8 2 16,2 3-16,6 4 0,4 1 16,6 2-1,5 10-15,7-1 16,11 4-16,5 6 15,10 4-15,4 1 0,6 2 16,6 0-16,10-3 16,3-2-16,10-3 15,10-5-15,18-5 16,19-4-16,23-4 16,25-3-16,28-4 15</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2.98804" units="1/cm"/>
          <inkml:channelProperty channel="Y" name="resolution" value="650.78448" units="1/cm"/>
          <inkml:channelProperty channel="T" name="resolution" value="1" units="1/dev"/>
        </inkml:channelProperties>
      </inkml:inkSource>
      <inkml:timestamp xml:id="ts0" timeString="2024-03-12T07:46:42.464"/>
    </inkml:context>
    <inkml:brush xml:id="br0">
      <inkml:brushProperty name="width" value="0.05292" units="cm"/>
      <inkml:brushProperty name="height" value="0.05292" units="cm"/>
      <inkml:brushProperty name="color" value="#FF0000"/>
    </inkml:brush>
  </inkml:definitions>
  <inkml:trace contextRef="#ctx0" brushRef="#br0">6353 2141 0,'0'0'0,"1"1"0,1 1 15,-2-2 1,10 4-16,3 4 16,10-3-16,3 3 0,2-3 15,5 3-15,6-1 16,5 1-16,6-3 16,7-1-16,3-3 15,9 1-15,1-1 16,3 2-16,2-1 15,3 2-15,-3-2 16,0-2-16,-2 2 16,-1-1-16,0-1 15,-4-1-15,-2 1 16,-1 0-16,-6 0 16,-3-3-16,-9 2 15,-3-3-15,-8 3 16,-36 1-16,30-1 15,-30 1-15,22-1 16,-22 1-16,13-1 16,-7-3-16,-6 4 15,-7-2-15,-14-4 0,-16 4 16,-10-3 0,-8-2-16</inkml:trace>
  <inkml:trace contextRef="#ctx0" brushRef="#br0" timeOffset="531.1709">6342 2257 0,'0'0'0,"-8"-1"0,8 1 15,-18-4-15,18 4 16,-19-1-16,19 1 0,-21 0 16,7 2-16,13 6 15,9 2-15,3 4 16,11-3-16,9-1 16,7 0-16,7-2 15,9-5-15,12-1 16,7-2-16,9 0 15,7-9-15,6 4 16,7 0-16,5-1 16,-2 2-16,5 0 15,1 0-15,0 1 16,-2 3-16,-1-3 16,-5 3-16,-7 1 15,-6-1-15,-6 0 16,-9-2-16,-6 3 15,-9-2-15,-60 1 16,49-1-16,-49 1 0,39-2 16,-39 2-16,27-1 15,-27 1-15,13-1 16,-12-3-16,-1 4 16,-9-3-16,-11 1 15</inkml:trace>
  <inkml:trace contextRef="#ctx0" brushRef="#br0" timeOffset="3999.1043">27079 1748 0,'0'0'0,"0"0"0,0 0 0,-2-2 15,2 2-15,-3-7 16,3 7-16,-2-10 0,2 10 16,-1-8-16,1 8 15,1-6-15,-1 6 16,2-3-16,-2 3 16,3-2-16,5 6 15,6 1-15,2-1 16,4 2-16,5-1 15,6 3-15,3-4 16,2-1-16,6 3 16,-1-4-16,2 1 15,6 3-15,-1-4 16,0 0-16,2 1 16,5-3-16,-2 3 15,6-6-15,1 7 16,-3-1-16,3-3 15,-1 2-15,0 0 0,0-1 16,1 1 0,-4 2-16,-1-4 15,-1 0-15,-4 1 0,1 0 16,-2 0-16,0-1 16,2 2-16,-1 1 15,1-4-15,2 1 16,-7 1-16,4 2 15,1-4-15,-5 3 16,-1 1-16,-1-2 16,-3-1-16,1-2 15,0 0-15,2 1 16,-4 2-16,5-1 16,2-2-16,-3 2 15,5-4-15,-1 5 16,1-3-16,-2 2 15,0-3-15,2 2 16,-3 0-16,-2 2 16,1 0-16,1-1 0,3 0 15,-2 0-15,1-1 16,6 3-16,0 0 16,2-1-16,-1 1 15,0 1-15,-3-2 16,-4-1-16,-2 3 15,-3-2-15,0 2 16,0-1-16,-5-2 16,1 2-16,-6 0 15,-3 0-15,-30-2 16,25 1-16,-25-1 16,26 1-16,-26-1 15,23 1-15,-23-1 16,21 0-16,-21 0 15,13-1-15,-13 1 16,8 0-16,-8 0 0,6 0 16,-6 0-16,3 0 15,-3 0-15,-2 0 16,2 0 0</inkml:trace>
  <inkml:trace contextRef="#ctx0" brushRef="#br0" timeOffset="8841.8949">6394 1789 0,'0'0'0,"0"0"0,0 0 0,2 0 15,-2 0-15,1-2 16,-1 2-16,2-4 16,-2 4-16,5-3 15,-5 3-15,7-7 16,-7 7-16,7-6 15,-7 6-15,8-3 16,-8 3-16,8-2 16,-8 2-16,12-4 0,7 3 15,1-3-15,-20 4 16,23-9 0,5 2-16,2-6 0,2-2 15,0 5-15,0-4 16,6 2-16,1-1 15,3 1-15,2-2 16,-1 1 0,2 1-16,0-1 0,7-2 15,-1 3-15,2-4 16,1-1-16,-4 2 16,1 0-16,1 0 15,-3-2-15,0 3 16,7 0-16,-9 0 15,2 2-15,-5 0 16,0-1-16,-5 2 0,-2 1 16,-3 3-1,0 0-15,-5 2 0,-29 5 16,28-6-16,-28 6 16,23-3-16,-23 3 15,21-1 1,-21 1-16,11-1 0,-11 1 15,8 0-15,-8 0 16,3 0-16,-3 0 16,1 1-16,-1-1 15,-1 1-15</inkml:trace>
  <inkml:trace contextRef="#ctx0" brushRef="#br0" timeOffset="10107.2549">6407 556 0,'0'0'0,"0"0"0,0 0 15,3-3-15,-3 3 16,0-7-16,0 7 16,-3-12-16,3 12 15,0-11-15,0 11 16,-2-10-16,1 7 15,1 3-15,3 5 16,0 6-16,0 10 0,0 5 16,-2 5-1,2 7-15,2 8 16,-2 3-16,-1 9 0,1 2 16,-5-1-16,1-3 15,-1 2-15,1-12 16,-1-1-16,-3-8 15,1-7-15,4-30 16,-3 25-16,-3-10 16</inkml:trace>
  <inkml:trace contextRef="#ctx0" brushRef="#br0" timeOffset="10466.5465">6342 492 0,'0'0'0,"3"-9"15,7 0-15,12-2 0,11 1 16,4 0-1,4 7-15,-2 5 0,-3 4 16,-6 3-16,-2 8 16,-2 1-16,-4 2 15,-7 2-15,-4 5 16,-7 3-16,-10 7 16,-5-2-16,-12 0 15,-5 0-15,-5-2 16,-2-6-16,0-1 15,0-9-15,5-7 16,30-10-16,-24 9 16,3-3-16</inkml:trace>
  <inkml:trace contextRef="#ctx0" brushRef="#br0" timeOffset="11403.8441">6887 833 0,'0'0'0,"0"0"0,-7-3 0,-3-6 16,10 9-16,-19-13 15,1 3-15,18 10 16,-23-6-16,6 10 0,-3 12 16,5 10-16,-1 8 15,-2 0-15,5 1 16,-2-2-16,15-33 15,-6 29-15,4-5 16,2-24-16,4 22 16,10-12-16,4-5 15,5-11-15,3-8 16,3-2-16,-2-6 16,-7 1-16,-1 0 15,-19 21-15,12-22 16,-12 22-16,7-21 15,-7 21-15,0-20 16,0 20-16,-5-14 16,-3 13-16,1 12 15,4 8-15,-1 4 16,5 4-16,6-4 16,5-4-16,5-4 0,2-7 15,3-2-15,1-4 16,-2-7-16,-4 0 15,2-6-15,-2-4 16,-3-3-16,-2 0 16,-1-4-16,-5-2 15,-6 24-15,3-23 16,-3 23-16,-3-23 16,3 23-16,-9-23 15,9 23-15,-10-19 16,10 19-16,-6-12 15,5 3-15,10 2 16,6 0-16,9 5 16,0-2-16,-24 4 15,25-4-15,1 6 16,-26-2-16,21 4 16,-21-4-16,16 7 0,-4 7 15,-12 8 1,-5 7-16,1 3 0,-4 1 15,2 1-15,6-34 16,-7 29-16,1-3 16,6-26-16,1 22 15,9-4-15,5-5 16,14-7-16,3-4 16,10-11-16,2-4 15</inkml:trace>
  <inkml:trace contextRef="#ctx0" brushRef="#br0" timeOffset="11794.3648">7411 920 0,'0'0'0,"7"0"0,6-1 15,7 1-15,7-2 16,4 0-16,2-2 16,-33 4-16,28-12 15,-28 12-15,24-12 16,-8-4-16,-16 16 16,8-21-16,-8 1 15,-9-2-15,-11 2 16,-9 8-16,-7 7 15,1 7-15,-5 7 16,9 5-16,3 6 16,10 8-16,3 5 15,5 5-15,10 3 16,3 1-16,6-9 0,7-2 16,2-10-16,4-6 15,4-7-15,3-4 16,2-7-16,12-6 15,-6-10-15</inkml:trace>
  <inkml:trace contextRef="#ctx0" brushRef="#br0" timeOffset="12262.9743">7712 828 0,'0'0'0,"0"0"0,1 4 0,5 12 16,0 5-16,4 1 15,-6 4-15,-4-26 16,8 27-16,-2-2 0,-6-25 16,5 24-1,-5-24-15,1 20 0,-1-20 16,0 14-16,0-14 15,-1 8-15,1-9 16,0 1-16,-2-10 16,2-6-16,3-11 15,6-3-15,2-1 16,3 6-16,5 2 16,-19 23-16,20-13 15,3 6-15,1 5 16,1 5-16,-3 9 15,-2 1-15,-2 9 16,-7 3-16,-1-1 16,-6 3-16,2 3 15,-11 1-15,3-5 16,2-26-16,-2 25 16,2-25-16,-1 22 15,2-17-15</inkml:trace>
  <inkml:trace contextRef="#ctx0" brushRef="#br0" timeOffset="12637.921">8251 388 0,'0'0'0,"0"0"0,3 2 0,3 7 15,1 5-15,3 6 16,-1 13-16,-2 2 16,-4 10-16,-1 7 15,-4 5-15,-3 4 16,-3 1-16,-2-6 15,-2-5-15,6-8 0,-1-5 16,8-8-16,2-3 16,5-5-16,3-3 15,4-4-15,5-4 16,3-6-16,7-2 16,1-7-16,5-10 15,-2-7-15</inkml:trace>
  <inkml:trace contextRef="#ctx0" brushRef="#br0" timeOffset="12903.5007">8159 793 0,'0'0'0,"8"-1"0,12-1 0,8-4 15,12 2-15,7-2 16,-1 0-16,1 1 16,-4 4-16,-2-5 15</inkml:trace>
  <inkml:trace contextRef="#ctx0" brushRef="#br0" timeOffset="15527.8737">8785 468 0,'0'0'0,"0"0"0,0 0 0,3 0 16,-3 0-16,0-1 15,0 1-15,0 1 16,-3 4-16,-5 8 16,1 7-16,-7 5 0,-2 13 15,3 3-15,-8 11 16,-5 10-1,-1 9-15,-4 4 16,-4 3-16,0-2 0,0-5 16,1-3-16,-2-4 15,5-6-15,-2-9 16,4-4-16,29-45 16,-29 39-16,29-39 15,-19 29-15</inkml:trace>
  <inkml:trace contextRef="#ctx0" brushRef="#br0" timeOffset="15902.7873">8847 589 0,'0'0'0,"0"0"0,0 0 16,0 2-16,0-2 16,0 1-16,2 8 15,2 10-15,-1 11 16,3 12-16,-6 7 15,-2 7-15,-6 3 16,3 0-16,-1-5 16,4-2-16,-2-9 15,4-43-15,-4 35 16,0-6-16,4-29 16,-8 27-16,0-10 0,-4-15 15</inkml:trace>
  <inkml:trace contextRef="#ctx0" brushRef="#br0" timeOffset="16371.489">8804 617 0,'0'0'0,"1"-8"0,7-5 0,8-5 16,5 0-16,9 0 15,1 9-15,2 2 16,-1 9-16,-32-2 16,31 7-16,-3 6 15,-3 10-15,-4 4 16,-12 4-16,-6 3 16,-5 1-16,-3-1 15,-6 0-15,-10 3 16,-3-9-16,-4-3 15,-9-7-15,4-6 16,33-12-16,-29 5 0,29-5 16,-25 4-16,7-4 15,18 0-15,-7-12 16,14-1-16,-7 13 16,13-15-16,4 6 15,-17 9-15,16-4 16,0 9-16,-16-5 15,12 14-15,-2 6 16,-10-20-16,10 30 16,-5 0-16,-5-30 15,8 34-15,0-4 16,-8-30-16,13 24 16</inkml:trace>
  <inkml:trace contextRef="#ctx0" brushRef="#br0" timeOffset="16793.4156">9281 841 0,'0'0'0,"0"0"0,0 0 15,0 0-15,0 0 16,1 0-16,3-5 15,-4 5-15,-4-8 16,0-1-16,4 9 16,-10-8-16,-8 4 15,0 6-15,-3 10 16,2 9-16,5 7 16,1 4-16,13-32 15,-6 34-15,7-5 16,-1-29-16,7 26 15,6-9-15,7-6 16,0-9-16,-20-2 16,22 0-16,-1-7 15,-6-7-15,-15 14 16,16-17-16,-9-2 0,-4-10 16,-7 0-16,-2 4 15,-14 6-15,-2 6 16,22 13-1,-31-3-15</inkml:trace>
  <inkml:trace contextRef="#ctx0" brushRef="#br0" timeOffset="17168.3258">9498 793 0,'0'0'0,"0"0"0,-3 0 0,3 0 0,-8 2 15,-7 5 1,-5 12-16,-4 7 0,7 3 16,17-29-16,-15 35 15,8-2-15,7-33 16,1 26-16,4-6 15,-5-20-15,13 11 16,4-9-16,7-10 16,-5-4-16,4-4 15,-6 0-15,-9-5 16,-2-4-16,-5 1 16,-4-2-16,-8 2 15,-9 6-15,-9 1 16,29 17-16,-34-13 15</inkml:trace>
  <inkml:trace contextRef="#ctx0" brushRef="#br0" timeOffset="17465.0899">9689 391 0,'0'0'0,"0"0"0,0 2 0,1 10 16,5 3-16,0 10 15,2 10-15,0 6 16,-5 9-16,-3 2 16,3 6-16,-1 2 15,-2-2-15,3-5 16,-1-6-16,-2-47 15,1 37-15,4-7 16,-5-30-16,4 25 16,-4-25-16,3 17 15,1-9-15</inkml:trace>
  <inkml:trace contextRef="#ctx0" brushRef="#br0" timeOffset="17636.9681">9566 801 0,'0'0'0,"0"0"0,6 0 0,23-8 16,13 0-16,19 0 16,17 0-16,14 1 15</inkml:trace>
  <inkml:trace contextRef="#ctx0" brushRef="#br0" timeOffset="20901.8708">22330 10696 0,'0'0'0,"0"0"0,0 0 16,-3 0-16,-6 3 15,-6 8-15,-4 1 16,-6 7-16,-5 7 16,-5 6-16,-8 8 0,-3 5 15,-3 9 1,0 8-16,-1 10 0,2 14 16,-3 11-16,1 10 15,12 5-15,4 4 16,11-8-16,13-11 15,12-6-15,8-11 16,13-13-16,7-11 16,10-10-16,6-16 15,5-17-15,4-18 16</inkml:trace>
  <inkml:trace contextRef="#ctx0" brushRef="#br0" timeOffset="21261.1738">22611 10984 0,'0'0'0,"0"0"0,0 2 16,-4 11-16,5 12 16,-1 9-16,-3 9 15,-1 12-15,6 9 16,-5 9-16,-2 5 15,2-4-15,0 1 16,-1-6-16,1-5 16,3-9-16,-2-5 15,-4-7-15,6-43 16,0 34-16,-4-8 0,-4-17 16,6-17-16</inkml:trace>
  <inkml:trace contextRef="#ctx0" brushRef="#br0" timeOffset="21604.8111">22580 10849 0,'0'0'0,"7"-6"0,7-1 0,11 2 16,12 4-16,6 6 16,2 10-16,2 10 15,-1 5-15,-6 10 16,-9 2-16,-9 4 16,-7-1-16,-11-3 15,-10-5-15,-7-7 16,-11 0-16,-2-10 15,-9 3-15,0-3 16,-6-2-16,-2-4 16,0 0-16,43-14 0,-40 8 15</inkml:trace>
  <inkml:trace contextRef="#ctx0" brushRef="#br0" timeOffset="21995.3749">22966 11437 0,'0'0'0,"0"0"0,6 5 0,4 7 16,13 11-16,0 2 15,-3 5-15,0 0 0,-7 2 16,-8-2-16,-8 0 16,-5-1-16,-10-1 15,18-28-15,-21 16 16,-2-6-16,2-7 16,-2-6-16,23 3 15,-14-11-15,4-7 16,8-15-16,8-7 15,10-9-15,4-4 16,9 0-16,8 1 16,8 1-16,1 6 15,-4 15-15</inkml:trace>
  <inkml:trace contextRef="#ctx0" brushRef="#br0" timeOffset="22432.7579">23424 11605 0,'0'0'0,"8"-1"0,6 1 15,8-5-15,10-4 16,1-1-16,-1 2 16,2-5-16,-34 13 15,26-15-15,-4 0 16,-22 15-16,13-18 16,-4 0-16,-9 18 15,1-18-15,-8 3 16,-13 3-16,-6 8 15,-6 10-15,-5 7 16,-2 6-16,2 11 16,2 3-16,7 3 15,8 0-15,6-3 0,10-5 16,7-2 0,7-1-16,10-3 0,11-4 15,9-9 1,14-5-16,6-14 0</inkml:trace>
  <inkml:trace contextRef="#ctx0" brushRef="#br0" timeOffset="22729.5511">23942 10984 0,'0'0'0,"0"0"15,4 7-15,-2 16 16,2 15-16,1 10 0,4 16 16,-4 4-16,-5 7 15,-2-2-15,0 0 16,-2-6-16,1-8 15,0-8-15,3-51 16,-2 44-16,2-44 16,-4 36-16,-3-15 15</inkml:trace>
  <inkml:trace contextRef="#ctx0" brushRef="#br0" timeOffset="22932.6665">23849 10850 0,'0'0'0,"6"-5"0,6-8 16,9-4-16,17 1 0,15 3 15,2 9 1,3 12-16,3 9 0,-12 7 15,-8 6-15</inkml:trace>
  <inkml:trace contextRef="#ctx0" brushRef="#br0" timeOffset="23338.7649">23870 11416 0,'0'0'0,"7"0"0,13-2 0,9-4 16,9 2-16,10 0 15,-7 0-15,0 1 16,-41 3-16,39-2 15,-39 2-15,34-1 16,-34 1-16,27 1 16,-27-1-16,22 2 15,-7 8-15,-6 7 16,-5 6-16,-5 5 0,-4 2 16,0 1-16,-2-2 15,2-4-15,5-25 16,-3 25-16,-2-1 15,5-24-15,-6 24 16,6-24-16,-10 17 16</inkml:trace>
  <inkml:trace contextRef="#ctx0" brushRef="#br0" timeOffset="23495.037">24221 11224 0,'0'0'0,"0"0"0,4 1 0,3 3 16,-7-4-16</inkml:trace>
  <inkml:trace contextRef="#ctx0" brushRef="#br0" timeOffset="23760.5669">24456 11436 0,'0'0'0,"0"0"16,3 7-16,17 13 15,7 6-15,1 3 16,2 3-16,3-2 16,-4-1-16,-6-5 15,-23-24-15,24 24 16,-24-24-16,20 22 16,-20-22-16,18 18 15,-6-16-15</inkml:trace>
  <inkml:trace contextRef="#ctx0" brushRef="#br0" timeOffset="24041.7304">24676 11337 0,'0'0'0,"0"0"0,-2 7 0,-7 15 15,-9 13-15,1 3 16,-5 5-16,0 0 16,1-3-16,-1-4 15,2 0-15,20-36 16,-21 29-16,21-29 16,-20 23-16,4-11 15</inkml:trace>
  <inkml:trace contextRef="#ctx0" brushRef="#br0" timeOffset="24432.2817">24901 10674 0,'0'0'0,"0"0"0,5 5 0,8 13 16,14 8-16,7 12 15,5 10-15,8 8 16,3 5-16,-5 10 15,-6 1-15,-9 5 16,-3 5-16,-13 5 16,-8-4-16,-9-1 15,-10 0-15,-2-7 16,-10-2-16,-1-7 0,-4 0 16,-4-5-1,-3-6-15,1-5 0,-1 0 16,0-2-16,37-48 15</inkml:trace>
  <inkml:trace contextRef="#ctx0" brushRef="#br0" timeOffset="470109.7163">1417 15301 0,'0'0'0,"0"0"0,0 0 0,-3-3 16,-4-7-16,-6-2 15,13 12-15,-13-14 16,-6 0-16,-4 2 16,0 3-16,-3 4 15,-6 3-15,3 7 16,-3 1-16,3 4 16,-4 7-16,1 5 15,0 8-15,2 5 16,-1 5-16,3 8 0,3 1 15,3 2-15,0 7 16,5-2-16,1 2 16,2-1-16,1-2 15,1-4-15,2-2 16,4-1-16,3-1 16,5-1-16,1 0 15,3-4-15,1-4 16,7-4-16,-1-5 15,5-4-15,-18-25 16,17 22-16,3-3 16,-20-19-16,25 17 15,4-5-15,1-4 16,-30-8-16,29 4 16,-29-4-16,25 4 15,-25-4-15,23 1 16,-23-1-16,20 3 15,-2-6-15</inkml:trace>
  <inkml:trace contextRef="#ctx0" brushRef="#br0" timeOffset="471640.6561">15614 16516 0,'0'0'0,"0"0"0,4-5 15,-4 5-15,8-12 16,7 0-16,3-2 15,5 4-15,3 5 0,3 6 16,3 7 0,5 3-16,-2 4 0,1 4 15,1 4-15,-2 2 16,1 5-16,1-2 16,0 5-16,0 2 15,-5 2-15,-5-1 16,-7 3-16,0 2 15,-9 2-15,0-2 16,-8 4-16,1-3 16,-6 0-16,-3 3 15,0-2-15,2 1 16,-5 2-16,-1-2 16,-3-2-16,-3-1 15,-1-6-15,2-2 16,14-33-16,-19 30 15,0-4-15,-6-2 16,-2-5-16,-5-5 0,2-2 16,-3-6-16,1-3 15,0-6-15,2-2 16,-2-1-16,-1-3 16,-6-3-1,-4-2-15,3-5 0</inkml:trace>
  <inkml:trace contextRef="#ctx0" brushRef="#br0" timeOffset="557839.4957">27834 2870 0,'0'0'0,"0"0"0,0 0 0,0-4 15,0 4-15,0-8 16,0 8-16,7-12 16,5 0-16,-12 12 15,18-10-15,-18 10 16,19-11-16,5 3 15,0 2-15,-24 6 16,26-4-16,4 3 16,5 1-16,3-1 15,1 1-15,3 1 16,4-2-16,2 0 16,2 1-16,3-1 15,3-3-15,3 0 16,3 3-16,2-1 15,0-1-15,2 3 0,4 0 16,0-3-16,1 0 16,1 1-16,-4 1 15,1-3-15,-2 3 16,1-3-16,-1 0 16,1 2-16,1-3 15,0 3-15,-1-1 16,-5-1-16,1-1 15,-8 2-15,-3-3 16,-4 1-16,-6 1 16,-43 4-16,36-2 15,-36 2-15,30-4 16,-30 4-16,26-3 16,-26 3-16,15-5 15,-15 5-15,8-4 16,-4 0-16,-9 1 15,-8 10-15</inkml:trace>
  <inkml:trace contextRef="#ctx0" brushRef="#br0" timeOffset="569977.2745">28515 4009 0,'0'0'0,"0"0"0,8-3 0,13-4 16,9-2-16,6 3 16,3 0-16,4-2 15,6 4-15,1-2 16,4-2-16,5 1 16,4 3-16,3-3 15,4 3-15,1-1 16,1-2-16,0 1 15,-1 1-15,0-3 0,-8 1 16,0 1-16,-6 0 16,-9-1-16,-48 7 15,43-5-15,-43 5 16,36-6-16,-36 6 16,24-7-16,-24 7 15,16-9-15,-9 0 16,-11-1-16,-7 1 15,-8 5-15</inkml:trace>
  <inkml:trace contextRef="#ctx0" brushRef="#br0" timeOffset="580209.272">28151 4901 0,'0'0'0,"0"0"0,1-2 15,-1 2-15,5-6 16,3 2-16,-8 4 16,13-3-16,-13 3 0,13-4 15,7 2 1,-20 2-16,21 0 15,4 0-15,2-4 0,3 2 16,4 1-16,2-1 16,2 2-16,6 1 15,2-2-15,7 2 16,0-2-16,4 0 16,3 0-16,0 2 15,6-3-15,9 0 16,-3-4-16,2 4 15,5 1-15,-3 1 16,1 2-16,-2-2 16,-2 0-16,-6-3 15,-2 2-15,-1-2 16,-5-1-16,-59 4 16,55-6-16,-55 6 15,41-5-15,-41 5 16,30-4-16,-30 4 15,17-2-15,-17 2 16,7-4-16,-10 4 0,-13 5 16</inkml:trace>
  <inkml:trace contextRef="#ctx0" brushRef="#br0" timeOffset="591972.1993">28169 5899 0,'0'0'0,"0"0"0,4-1 0,5-4 16,-9 5-16,15-2 15,5-1-15,9-1 16,-2 2-16,3-2 16,3 3-16,1 1 15,2 0-15,8-1 16,2-1-16,8 1 16,1-2-16,11-1 15,6-1-15,5 1 16,0-1-16,5 2 15,0 1-15,0 1 0,5-3 16,-2 3-16,-2-2 16,-6 3-16,-4 0 15,-13 0-15,-6-3 16,-10 2-16,-44 1 16,35-4-16,-35 4 15,25-2-15,-25 2 16,16-1-16,-16 1 15,7-3-15,-10 0 16,-7 6-16,-12 6 16</inkml:trace>
  <inkml:trace contextRef="#ctx0" brushRef="#br0" timeOffset="617075.7428">28140 7827 0,'0'0'0,"0"0"0,2-2 0,5-3 0,7-1 31,3 0-31,6 1 0,2 1 0,5 2 16,7-2-16,2-1 31,9 0-31,7 0 0,4-2 0,7 0 0,8 1 16,7 0-16,4 1 15,5 7-15,4-2 16,-2-2-16,2 5 16,0-4-16,-3 2 15,-4-2-15,-2 1 16,-9 1-16,-1-1 15,-6-4-15,-7 0 16,-7 1-16,-55 3 16,45-6-16,-10 0 15,-35 6-15,29-7 16,-29 7-16,23-9 16,-23 9-16,12-10 15,-12 10-15,7-10 16,-8-3-16,-8 6 0,-12 3 15</inkml:trace>
  <inkml:trace contextRef="#ctx0" brushRef="#br0" timeOffset="748107.1279">1650 10364 0,'0'0'0,"0"0"0,0 0 0,1-2 16,-1 2-16,-1-10 16,1 10-16,-3-13 15,3 13-15,0-15 16,0 15-16,-3-12 16,3 12-16,-4-10 15,-2 6-15,6 4 16,-13-1-16,-4 5 15,2 6-15,-7-2 16,1 0-16,3 2 16,-3-1-16,-1 0 15,3 1-15,-3 4 16,22-14-16,-21 13 16,5 3-16,16-16 15,-16 20-15,4 3 16,12-23-16,-11 27 15,2-1-15,-1 0 0,4-1 16,-2 2 0,-1-4-16,3 2 0,-1-1 15,-5 4-15,-1-2 16,2 2-16,2-4 16,-1 3-16,1 0 15,1-2-15,2 4 16,3-3-16,-3-1 15,1 5-15,3-1 16,-4 0-16,5 0 16,1-2-16,-3 3 15,3 2-15,-2-2 16,1 4-16,2-1 16,1 2-16,-2 1 15,0-36-15,0 37 16,3 4-16,2 5 15,1 0-15,4-2 16,-4 0-16,0 0 0,-2-4 16,-1-3-16,3 1 15,1 0-15,-1 6 16,2-3-16,3 5 16,-4-5-16,7 0 15,-5 5-15,0 0 16,1-3-16,-3 2 15,3-3-15,0 0 16,3 3-16,-1-1 16,2-1-16,-1-2 15,2-3-15,-1 2 16,3-1-16,1 0 16,-1 1-16,1-1 15,-1 1-15,-2-1 16,5-4-16,0 0 15,-1 0-15,1-1 16,3-5-16,-2 2 16,3-2-16,1 0 0,-1 0 15,5-1-15,-3-4 16,5 3-16,-2-1 16,1-4-16,2 1 15,-2-2-15,5 2 16,-2-1-16,3-3 15,5-3-15,1 0 16,2-1-16,-1 4 16,1-4-16,1 0 15,1 3-15,1-4 16,3-2-16,-2 2 16,7 0-16,0-2 15,3 0-15,-2 0 16,5-1-16,1-2 15,5-3-15,-2 2 16,0-2-16,3 0 16,0-1-16,0 0 15,1 0-15,4 1 16,-1-2-16,2-2 0,5 0 16,1-2-1,1 0-15,4-1 0,-5 1 16,2-1-1,2-2-15,0 0 16,0-1-16,1 1 0,-2-1 16,5-3-16,-1 3 15,-1-1-15,4 1 16,0 2-16,2 2 16,3-1-16,-3-3 15,2-3-15,-3 4 16,1-1-16,-1 3 15,4-1-15,0 0 16,1-1-16,-1 1 16,2-3-16,2 2 15,3 2-15,-4-1 16,5 0-16,0-2 16,1 1-16,3-1 15,3 2-15,-2 0 0,4-3 16,2 2-1,-2-2-15,2 3 0,3 0 16,-2-1-16,4 2 16,-1 2-16,-3-2 15,4 1-15,-1 0 16,2 0-16,1 0 16,8 3-16,0-1 15,2 0-15,-5 3 16,0-4-16,-4 2 15,2 4-15,-1-4 16,3 1-16,-1 2 16,1-3-16,3 1 15,-1 0-15,2 1 16,1-1-16,1 3 16,-2-1-16,-3 1 15,0-3-15,0 0 0,-3-1 16,-2-1-1,-1-1-15,5 2 16,-5 1-16,11-3 16,-3 0-16,4 0 0,-4-1 15,1 1-15,2-2 16,-4 2-16,-4-1 16,0-3-16,3 0 15,2 3-15,2-4 16,1 4-16,4-1 15,-1 2-15,1-4 16,-1 4-16,1-2 16,4 2-16,-7-2 15,6 0-15,-1-1 16,-3 1-16,2-1 16,1 0-16,-1 1 15,-4 1-15,1-3 16,-3 1-16,1 0 0,0-4 15,3 4 1,2 0-16,-2 5 0,-2 3 16,2-3-16,-2 0 15,1 2-15,-7-5 16,-3 2-16,2 2 16,4 1-16,7 1 15,-3 2-15,-5-1 16,-2 0-16,-3 1 15,-5-2-15,0 3 16,3-3-16,-7-1 16,1-2-16,-3 2 15,-1 0-15,-4-1 16,2 0-16,-6-1 16,1-2-16,-3-1 15,-4-2-15,-3-3 16,1 0-16,-4-1 15,0-2-15,-1 0 16,5-1-16,-1 1 16,0-3-16,-12-2 15,-6-5-15,-9 0 0,-3-4 16,-9-5-16,1 1 16,-2-7-16,-5 0 15,-1-4-15,-4 0 16,-1-5-16,-4-4 15,-4-1-15,-1-3 16,-5-4-16,0-1 16,-3 2-16,3-4 15,0 1-15,0 1 16,-6 0-16,1-4 16,-4 1-16,0-2 15,-1 0-15,-4-4 16,0 3-16,-5-3 15,0 3-15,-1 0 16,-2-1-16,-2 1 16,1 0-16,-5 0 0,2 1 15,-2 0-15,-3 4 16,1-1-16,-5 2 16,-3-2-16,-2 5 15,2 0-15,0 0 16,-3 2-16,-1 3 15,-1-2-15,-3 2 16,-4 1-16,1 3 16,-2 2-16,-2 5 15,-1 0-15,4 1 16,-8 3-16,-3 0 16,-6 0-16,0 4 15,-4-1-15,2 1 16,-10 2-16,-1 1 15,0-2-15,-3 2 16,1 2-16,0-1 16,-4 1-16,-2 2 15,0 1-15,-4-1 0,-2 4 16,-1 1 0,-1 2-16,-5-1 15,0 1-15,-4 2 16,-3-3-16,-2 3 0,1 0 15,-3 1-15,3-2 16,-5 1-16,-1-1 16,-4 2-16,-2 1 15,1-1-15,-5 0 16,0 1-16,-1-1 16,-4 3-16,-2-3 15,-2 3-15,-6 2 16,-2 0-16,0-1 15,-1 2-15,-1-4 16,-2 3-16,-1-1 16,-2 1-16,-1-2 15,-1 2-15,-2 0 16,1 1-16,-2 1 16,2 0-16,-1 0 15,1 1-15,-2-2 16,3 2-16,-4 2 0,-2 2 15,3 1-15,2-3 0,0 4 0,-1-1 32,6 2-32,-4-2 0,0 0 0,3 0 15,-1 0-15,-1 3 32,1-2-32,1 1 15,1 3-15,0-2 16,2 3-16,-1-3 0,1 1 0,-3-2 15,5-2-15,-3 0 16,1 2-16,0 1 16,5 0-16,-3 0 15,3-3-15,-3 3 16,1-1-16,0 0 16,1-2-16,2 1 0,-1-2 15,1 3 1,1-4-16,-5 2 0,2 0 15,-1 3-15,-1-2 16,2 3-16,0-4 16,-7-2-16,2 1 15,-1 5-15,-1-2 16,2 1-16,0 2 16,0 0-16,-1-1 15,-3-1-15,-3-1 16,1 2-16,1-2 15,0 0-15,-3-2 16,4-1-16,2 3 16,-2-4-16,3 0 15,2 2-15,-3-2 16,1 0-16,0-2 16,2 4-16,-3-4 15,3 2-15,0-2 16,2 1-16,3-4 0,4 1 15,-3 1-15,3-1 16,0 1-16,1-3 16,5 2-16,-2-1 15,-2 2-15,0-1 16,0 0-16,1-1 16,0 0-16,3-3 15,0 3-15,0-2 16,-3 2-16,2-3 15,0 2-15,-6 1 16,4-2-16,0 2 16,-2 0-16,1-1 15,4 2-15,-4 1 16,2-2-16,3 1 16,-5 0-16,1-1 15,-3 3-15,4-1 16,-3 3-16,0 1 0,1-1 15,5 0-15,-2-1 16,-1 2-16,0 2 16,-1-2-16,-3 5 15,3 0-15,-1-3 16,2 1-16,4 3 16,0-2-16,-3-1 15,11 0-15,-7-3 16,5-3-16,3 1 15,-5 1-15,6-6 16,2 2-16,-2 0 16,3 0-16,4 0 15,-2 0-15,3 2 16,-2-1-16,0 2 16,4-1-16,4 1 15,3-1-15,5 1 16,3 1-16,4-1 15,0 5-15,4 3 0,2-2 16,9 4-16,4-1 16,1 2-16,4 9 15,35-19-15</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2.98804" units="1/cm"/>
          <inkml:channelProperty channel="Y" name="resolution" value="650.78448" units="1/cm"/>
          <inkml:channelProperty channel="T" name="resolution" value="1" units="1/dev"/>
        </inkml:channelProperties>
      </inkml:inkSource>
      <inkml:timestamp xml:id="ts0" timeString="2024-03-12T08:03:11.191"/>
    </inkml:context>
    <inkml:brush xml:id="br0">
      <inkml:brushProperty name="width" value="0.05292" units="cm"/>
      <inkml:brushProperty name="height" value="0.05292" units="cm"/>
      <inkml:brushProperty name="color" value="#FF0000"/>
    </inkml:brush>
  </inkml:definitions>
  <inkml:trace contextRef="#ctx0" brushRef="#br0">5065 7666 0,'0'0'0,"0"0"0,0 0 0,4-2 16,-4 2-16,6-2 16,-6 2-16,6-4 15,7 4-15,5 2 16,5-1-16,2 2 15,1-2-15,9 0 16,7-2-16,4 1 16,14-2-16,13-3 15,10-2-15,8 2 16,8-4-16,4 1 16,6 6-16,5-2 15,4 3-15,5 0 16,2 2-16,-1 1 15,-1 2-15,-3 3 16,-3-3-16,-13 3 16,-3-3-16,-9-2 15,-5-1-15,-18 2 0,-7-1 16,-62-2-16,49 2 16,-49-2-16,38-2 15,-38 2-15,26-1 16,-26 1-16,15-2 15,-15 2-15,7-3 16,-9 3-16,-10 5 16</inkml:trace>
  <inkml:trace contextRef="#ctx0" brushRef="#br0" timeOffset="1202.8453">14873 7377 0,'0'0'0,"0"0"0,3 1 15,-3-1-15,12 0 16,4 5-16,7 2 15,4 0-15,0 2 16,5 0-16,5-3 16,8-3-16,7 0 15,7-3-15,13-2 16,5 1-16,7-3 16,8 0-16,8 3 15,10-6-15,9 3 16,14-1-16,9 0 15,11-3-15,10-2 16,6-1-16,-1 0 0,7-2 16,2 0-16,-1 6 15,3-1-15,6 0 16,-12-4-16,-5 6 16,0-2-16,-9 4 15,-5-4-15,-6 4 16,-13-1-16,-7-3 15,-16 2 1,-17 1-16,-14 2 0,-19 0 16,-62 3-16,46-2 15,-46 2-15,32-2 16,-32 2-16,18-1 16,-18 1-16,6 0 15,-9 5-15,-12 7 16,-8 7-16</inkml:trace>
  <inkml:trace contextRef="#ctx0" brushRef="#br0" timeOffset="2155.7485">25648 7446 0,'0'0'0,"14"-4"0,17 0 0,18-3 16,22 1-16,13 5 16,10 6-16,10-1 15,5 2-15,7-2 16,9 3-16,9-3 15,12 2-15,9 0 16,5-1-16,6 2 16,4 0-16,9 1 15,-3 2-15,2 0 16,-4 4-16,0-1 16,-1 1-16,-2 0 15,-10 1-15,-9-2 16,-10 0-16,-23-8 15,-16-4-15,-23-1 16,-80 0-16,59 0 16,-59 0-16,36-6 15</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2.98804" units="1/cm"/>
          <inkml:channelProperty channel="Y" name="resolution" value="650.78448" units="1/cm"/>
          <inkml:channelProperty channel="T" name="resolution" value="1" units="1/dev"/>
        </inkml:channelProperties>
      </inkml:inkSource>
      <inkml:timestamp xml:id="ts0" timeString="2024-03-12T08:04:43.982"/>
    </inkml:context>
    <inkml:brush xml:id="br0">
      <inkml:brushProperty name="width" value="0.05292" units="cm"/>
      <inkml:brushProperty name="height" value="0.05292" units="cm"/>
      <inkml:brushProperty name="color" value="#FF0000"/>
    </inkml:brush>
  </inkml:definitions>
  <inkml:trace contextRef="#ctx0" brushRef="#br0">2259 3905 0,'0'0'0,"0"0"15,3-5-15,-3 5 16,11-11-16,-11 11 16,12-13-16,-12 13 0,17-13 15,-17 13-15,12-8 16,-9 1-16,-12 5 16,-13-1-16,-5 5 15,-15-1-15,-9 1 16,-8 0-16,-9 0 15,0 2-15,-2 0 16,8 0-16,10-1 16,52-3-16,-42 1 15,9 2-15,33-3 0,-26-3 16,26 3 0,-20-1-16,20 1 0,-9-1 15,9 1-15,-6 0 16,6 0-16,-4-2 15,4 6 1,0 8-16,0 1 16,4 8-16,-5 4 0,-2 9 15,3 6-15,-7 10 16,-5 7-16,6 10 16,-4 10-16,6 8 15,-6-1-15,4 1 16,-1-3-16,1-6 15,-1-4-15,2-3 16,-2-3-16,3-2 16,-2-4-16,3-2 15,0-3-15,0-5 16,2-7-16,-4-6 16,5-3-16,0-34 15,2 26-15,-4-1 0,4 1 16,1 1-16,-3-27 15,0 23-15,0-23 16,0 24-16,3-2 16,3-2-16,8-4 15,5-5-15,10-5 16,6-3-16,9-3 16,14-6-16,19-4 15,20-8-15</inkml:trace>
  <inkml:trace contextRef="#ctx0" brushRef="#br0" timeOffset="1921.4627">22566 5961 0,'0'0'0,"18"-1"0,14-2 15,18 3-15,21-1 16,11 2-16,2 2 0,0 3 15,0-1 1,-6 0-16,-3 3 0,-3-3 16,-9 1-16,-9 1 15,-7 2-15,-10-4 16,-37-5-16,31 5 16,-7 6-16,-24-11 15,19 18-15,-9 1 16,-5 8-16,-2 7 15,-7 4-15,1 3 16,0 7-16,-4-1 16,-2 9-16,1 1 15,0 12-15,6 4 16,-8 4-16,9 1 16,1 7-16,6 1 15,1 1-15,0 0 16,-1 2-16,2-2 15,-4-5-15,2-4 0,-2-14 16,-4-11-16,-4-12 16,4-41-16,-9 33 15,-7-6-15,-20-11 16,-20-6-16,-30-16 16,-35-9-16,-31-6 15,-35-6-15,-35 9 16,-33 15-16</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2.98804" units="1/cm"/>
          <inkml:channelProperty channel="Y" name="resolution" value="650.78448" units="1/cm"/>
          <inkml:channelProperty channel="T" name="resolution" value="1" units="1/dev"/>
        </inkml:channelProperties>
      </inkml:inkSource>
      <inkml:timestamp xml:id="ts0" timeString="2024-03-12T08:07:48.673"/>
    </inkml:context>
    <inkml:brush xml:id="br0">
      <inkml:brushProperty name="width" value="0.05292" units="cm"/>
      <inkml:brushProperty name="height" value="0.05292" units="cm"/>
      <inkml:brushProperty name="color" value="#FF0000"/>
    </inkml:brush>
  </inkml:definitions>
  <inkml:trace contextRef="#ctx0" brushRef="#br0">17210 5417 0,'0'0'0,"9"-1"0,-9 1 0,16-3 16,5 0-16,10-2 0,-2 3 16,-29 2-1,31-2-15,3 1 0,7-3 16,-3-2-16,0 2 16,2-2-16,0 1 15,1 1-15,1-1 16,4 2-16,-4 0 15,4-1-15,2-1 16,-1 0-16,-1 0 16,5 0-16,1-2 0,-3 4 15,2-1-15,0 0 16,-1 3-16,1-3 16,-1-3-16,-4 3 15,0 1-15,1 2 16,-5 0-16,1 0 15,-2 1-15,4-3 16,2-1-16,0 1 16,-1-2-16,3 3 15,-3 1-15,-5-1 16,-1 2-16,3-2 16,1 1-16,1 1 15,3 0-15,2-5 16,-3 4-16,-2 1 15,2-1-15,2-1 16,-3 2-16,5 0 16,-3 2-16,0 0 0,0 0 15,6-2 1,-2 1-16,2-2 0,5-2 16,-2 4-16,1 2 15,-1-3-15,3 0 16,-1-3-16,-3 2 15,-1 2-15,-1 2 16,0 0-16,3 0 16,2-3-16,0 2 15,-4-1-15,3 5 16,-3-4-16,-2 0 16,-5 0-16,-4-1 15,-8-1-15,-36 0 16,32 2-16,-32-2 15,28-3-15,-28 3 16,23-3-16,-23 3 16,17-2-16,-17 2 15,11-2-15</inkml:trace>
  <inkml:trace contextRef="#ctx0" brushRef="#br0" timeOffset="10794.4126">3769 4873 0,'0'0'0,"0"0"0,5 0 16,8 5-16,8-2 15,9 0-15,3 0 16,9-3-16,7 0 16,2 0-16,1-4 0,3 3 15,0-3-15,0 1 16,-1 1-16,-4 1 15,-6-1-15,-10 0 16,-34 2-16,31 0 16,-31 0-16,21 0 15,-21 0-15,11 0 16,-11 0-16,5 2 16,-10 1-16,-7-4 15</inkml:trace>
  <inkml:trace contextRef="#ctx0" brushRef="#br0" timeOffset="11466.196">5152 4562 0,'0'0'0,"0"0"0,-2-5 15,1-6-15,1 11 16,-5-18-16,5 18 15,-10-18-15,-7-1 16,-11 1-16,-6 5 16,-3 7-16,-2 2 15,-2 4-15,4 5 16,1 8-16,0 5 16,-7 13-16,2 9 15,-4 10-15,2 10 16,4 3-16,8 6 15,10-5-15,9-1 16,13-5-16,7-6 16,13-8-16,8-6 15,9-8-15,11-5 16,3-10-16,15-5 0,3-5 16,2-4-1,-2-4-15,0-4 16,-5-9-16,-10-4 0</inkml:trace>
  <inkml:trace contextRef="#ctx0" brushRef="#br0" timeOffset="12028.5698">5804 4690 0,'0'0'0,"0"0"0,2-8 16,0-7-16,-2 15 16,0-17-16,-8-4 0,-6-2 15,-7 6 1,-8 2-16,-4 1 0,-2 3 15,-2 7-15,-2 5 16,5 6-16,1 4 16,1 10-16,-1 6 15,4 9-15,-2 6 16,9 9-16,1 3 16,8-1-16,9-4 15,10-4-15,8-8 16,12-6-16,5-5 15,4-6-15,7-3 16,4-6-16,0-5 16,3-8-16,-4-2 15,-2-6-15,-4-5 16,-7-6-16,-3-7 16,-1-5-16,-3-5 0,-7-1 15,-4-1 1,-10 1-16,-5-2 0,-11 1 15,-5 0-15,-9-1 16,-9 6-16,-3 9 16,-6 10-16,44 16 15,-45-8-15,6 11 16</inkml:trace>
  <inkml:trace contextRef="#ctx0" brushRef="#br0" timeOffset="12559.7146">6319 4591 0,'0'0'0,"-2"-5"0,2 5 15,-1-11-15,-5-1 16,-10-2-16,16 14 16,-20-13-16,-5 10 15,-8 8-15,-5 12 16,5 9-16,-7 8 16,5 6-16,4 6 15,11 6-15,6-1 16,11 2-16,9-5 15,15-7-15,4-6 16,10-6-16,4-12 16,0-6-16,3-8 15,-3-4-15,-4-5 16,2-7-16,-5-3 16,0-3-16,0-7 15,-4-6-15,-7-1 16,-5-6-16,-12-3 0,-8-1 15,-12 0-15,-7 0 16,-9 6 0,-2 3-16,0 7 0,-1 8 15,35 19-15,-32-11 16,32 11-16,-23-6 16</inkml:trace>
  <inkml:trace contextRef="#ctx0" brushRef="#br0" timeOffset="12825.2654">6724 4366 0,'0'0'0,"0"0"0,3 4 0,3 9 16,0 8-16,3 10 15,-4 12-15,-3 9 16,-4 6-16,0 4 16,-1 2-16,0-3 15,2-5-15,-1-4 16,-1-4-16,4-8 16,3-5-16,0-3 15,-1-6-15,-3-26 16,4 22-16,4-8 15</inkml:trace>
  <inkml:trace contextRef="#ctx0" brushRef="#br0" timeOffset="13168.9257">7175 4352 0,'0'0'0,"0"0"0,3 12 0,-3 16 15,0 13-15,0 9 16,-2 4-16,-1 1 16,-3 1-16,1-1 15,1 0-15,-5 0 16,3-4-16,5-3 15,1-48-15,-2 41 16,0-7-16,2-34 16,1 27-16,-1-27 15,0 20-15</inkml:trace>
  <inkml:trace contextRef="#ctx0" brushRef="#br0" timeOffset="13325.1549">6673 4809 0,'0'0'0,"11"-1"15,23-3-15,27-4 0,34 4 16,21 3-16,14 2 15</inkml:trace>
  <inkml:trace contextRef="#ctx0" brushRef="#br0" timeOffset="41599.9658">21454 3800 0,'0'0'0,"1"-9"0,-2-12 16,-5-11-16,-9-4 15,-4-5-15,-2 2 16,-7-2-16,-6 1 16,-8 1-16,-3 0 15,-10 3-15,-1-1 16,-3 1-16,1 6 16,-4 2-16,-1 2 15,-2 4-15,-1 2 16,-1 1-16,-8 2 15,1 3-15,0 4 0,-1 4 16,-6 2-16,3 3 16,0 0-1,-2 4-15,1 4 0,4 1 16,-1 5-16,-3-2 16,3 0-16,-2 1 15,2 3-15,3 0 16,4 1-16,0 2 15,3 1-15,7-3 16,4 2-16,6-1 16,3 5-16,0-4 15,3 3-15,0 2 16,6 1-16,-1 0 16,2-1-16,2 3 15,3-1-15,5 0 16,2 1-16,0-1 15,7-2-15,-1 2 0,3 4 16,0 2-16,2 1 16,-4 1-16,0 2 15,1 0-15,-5-3 16,1 2-16,0 1 16,3 0-1,0 1-15,2 2 0,2 0 16,2 1-16,1-1 15,6-2 1,-3 0-16,1 1 0,4 2 16,0-2-16,4 2 15,4-1-15,-1-2 16,1-1-16,1 3 16,3-3-16,1 2 15,4 0-15,-4 2 16,9 0-16,-6 1 15,5-1-15,-1-4 0,6 2 16,1 0-16,0-2 16,4-1-16,5 0 15,-1-4-15,1 3 16,5-8-16,3 3 16,1 0-16,8-1 15,-2-5-15,5 4 16,1 0-16,5-5 15,0-1-15,4 1 16,3-7-16,2 0 16,2-3-16,4-2 15,5-2-15,0 1 16,1-3-16,3-4 16,10 2-16,-10-3 15,-1-4-15,6 2 16,-6-2-16,-3 1 15,7-4-15,0 1 16,-1-1-16,-3-2 0,2 2 16,-1-4-1,-1-2-15,-1 3 0,-1-1 16,1-4-16,-3 0 16,-6-3-16,-7 0 15,0-2-15,-8 3 16,-5-5-16,-1-1 15,-3-2-15,-2-2 16,-6-1-16,0-1 16,-3-1-16,-5-2 15,-3-6-15,-4-1 16,-3-4-16,-3-5 16,-7 3-16,0-4 15,-5-2-15,-2 0 16,-5 0-16,0-2 15,-7-4-15,0 3 16,-3-1-16,-3 0 0,-3-1 16,-2 3-16,-4-2 15,2 2-15,-8 5 16,1-1-16,-6 2 16,-3-2-16,-7 2 15,1 0-15,-6 2 16,-2 1-16,-5 1 15,4 4-15,-5 1 16,1-2-16,2 3 16,-6 6-16,-4-4 15,2 6-15,2 0 16,-5 1-16,2 4 16,-5 1-16,-2 7 15,-1 5-15,2 11 16,2 6-16,-3 12 0</inkml:trace>
  <inkml:trace contextRef="#ctx0" brushRef="#br0" timeOffset="83992.9996">18892 10766 0,'0'0'0,"0"0"0,7 1 0,-7-1 16,14 2-16,6 4 16,9 1-16,2 3 15,-1-1-15,7-2 16,-1-1-16,1-2 0,7 2 15,6-2-15,3-1 16,3 1-16,4 3 16,1-3-16,8 3 15,0-2-15,7 1 16,1-1-16,5 0 16,2 0-16,0 0 15,-1 1-15,-2-2 16,1-2-16,1 1 15,-2-4-15,-1-1 16,0-3-16,-4-4 16,-3 1-16,-3-4 15,-6-5-15,1 2 16,-7-3-16,0-3 16,-3-2-16,-8-2 15,-3-3-15,-5-3 0,-8-4 16,-6-2-1,-5 0-15,-3-7 0,-6-2 16,-6 2-16,-3-5 16,-10 1-16,-3-1 15,-8 1-15,-4-2 16,-4 2-16,-8 0 16,-6-2-16,-7 1 15,-4 4-15,-6-1 16,0 0-16,-7 6 15,-2 2-15,-1 1 16,-6 3-16,-5 5 16,-1-2-16,-7 7 15,-1 1-15,-2 4 16,-8 1-16,0 5 16,1 5-16,-4 1 15,0 5-15,3 5 16,-2 5-16,1-1 15,5 6-15,-2 3 16,1 4-16,-1 8 16,0 2-16,7 5 0,1 4 15,5 3-15,7 5 16,10 1-16,3 9 16,6 2-16,9 0 15,10 0-15,8-1 16,12 1-16,13-5 15,10 1-15,11-2 16,12-1-16,12-3 16,12 0-16,13-3 15,13-1-15,11-6 16,11-5-16,14 1 16,1-6-16,5-2 15,3-4-15,2-2 16,1-6-16,3 0 15,-3-3-15,-3-2 0,-3-3 16,-7-6 0</inkml:trace>
  <inkml:trace contextRef="#ctx0" brushRef="#br0" timeOffset="106097.2703">3999 6556 0,'0'0'0,"0"0"0,0 0 16,0-2-16,0 2 15,0 0-15,0 0 16,5 0-16,7 5 16,13 7-16,1-2 15,13 4 1,1-3-16,7 0 0,3-7 15,8 1-15,5-4 16,3-2-16,3-1 16,-2 2-16,-4 2 15,-3 0-15,-13 2 16,-47-4-16,39 6 16,-39-6-16,31 5 15,-31-5-15,23 11 16,-23-11-16</inkml:trace>
  <inkml:trace contextRef="#ctx0" brushRef="#br0" timeOffset="106534.6347">5929 6399 0,'0'0'0,"0"0"0,-2-7 16,4-3-16,-2 10 16,-2-15-16,-5-5 15,-5 0-15,-4-1 16,-5 5-16,-7 1 15,-6 6-15,-3 7 16,-7 5-16,-7 8 0,-2 10 16,-3 8-16,-2 10 15,5 10-15,6 5 16,5 10-16,11 1 16,6 0-16,12-3 15,11 2-15,7-8 16,13-4-16,7-8 15,10-1-15,8-8 16,12-9-16,6-7 16,9-12-16,6-11 15,7-9-15,-1-13 16,-5-6-16</inkml:trace>
  <inkml:trace contextRef="#ctx0" brushRef="#br0" timeOffset="106831.4494">6257 6296 0,'0'0'0,"0"0"0,0 0 15,4 7-15,-1 7 16,7 10-16,-3 11 15,2 10-15,-5 7 16,4 8-16,-6 3 16,-2 1-16,3-4 15,-5-3-15,1-7 16,4-8-16,0-7 16,-3-35-16,6 28 15,2-6-15,4-10 16,3-17-16</inkml:trace>
  <inkml:trace contextRef="#ctx0" brushRef="#br0" timeOffset="107097.0037">6860 6297 0,'0'0'0,"2"7"0,-3 11 16,-1 10-16,0 11 16,1 4-16,-4 10 15,-1 2-15,2 2 16,-2-1-16,3-3 16,-1-5-16,5-8 15,-1-40-15,0 34 16,0-34-16,2 29 15,-2-29-15</inkml:trace>
  <inkml:trace contextRef="#ctx0" brushRef="#br0" timeOffset="107300.1321">6424 6642 0,'0'0'0,"9"-2"0,11-1 16,15-1-16,10 1 15,13 1-15,2 1 16,4-1-16,4-2 16</inkml:trace>
  <inkml:trace contextRef="#ctx0" brushRef="#br0" timeOffset="107800.0177">7548 6275 0,'0'0'0,"-9"-4"0,-7-2 0,-6 2 16,-9 4-1,-11 3-15,0 9 0,-9 9 16,2 17-16,-4 9 16,7 13-16,6 4 15,12-2-15,13-1 16,9-8-16,12-7 15,8-8-15,9-5 16,6-7-16,6-8 16,2-8-16,3-3 15,2-8-15,-4-5 16,-2-8-16,-2-3 16,-2-5-16,-3-8 15,-3-6-15,-7-4 0,-4-2 16,-6-6-1,-11-2-15,-6-4 16,-9 0-16,-11 2 0,-15 5 16,-8 9-16,-15 8 15,-9 15-15</inkml:trace>
  <inkml:trace contextRef="#ctx0" brushRef="#br0" timeOffset="108502.9676">3777 8279 0,'0'0'0,"0"0"0,0 0 15,0 0-15,6 0 16,16 3-16,8-2 15,12 0-15,10 0 16,12 1-16,1-3 16,6-1-16,-3 5 15,1-3-15,-9 2 16,-8-3-16,-3 2 0,-13-2 16,-36 1-1,29 1-15,-29-1 16,26 3-16,-26-3 0</inkml:trace>
  <inkml:trace contextRef="#ctx0" brushRef="#br0" timeOffset="108924.7073">5629 7953 0,'0'0'0,"0"0"0,-2-5 0,-12-3 16,-8-1-16,-7 1 15,-8 3 1,-5 6-16,-3 4 0,-3 6 16,-1 2-16,1 10 15,1 7-15,2 11 16,-2 10-16,5 11 16,7 12-16,5 5 15,9 6-15,13-4 16,13-7-16,12-7 15,8-10-15,11-9 16,9-8-16,1-11 16,5-11-16,3-3 15,4-7-15,-1-8 16,2-4-16,-8-5 16,-2-2-16,-4-3 15,-6-4-15</inkml:trace>
  <inkml:trace contextRef="#ctx0" brushRef="#br0" timeOffset="109533.9773">6521 8078 0,'0'0'0,"0"0"0,-8-7 0,-10-9 16,-10 2-16,-5 1 0,-6 3 15,-3 6 1,-1 10-16,-6 9 0,-2 8 16,-2 12-16,2 7 15,6 8-15,7 7 16,8 12-16,6-2 16,15 2-1,5-3-15,13-5 0,11-9 16,6-6-16,8-8 15,4-8-15,2-11 16,5-4-16,0-9 16,-3-4-16,2-5 15,-6-7-15,-3-9 16,3-5-16,-2-7 16,-6-8-16,-5-3 15,-4-7-15,-12-3 16,-7-5-16,-8-3 15,-11-4-15,-12 3 16,-6 3-16,-10 8 16,-11 5-16,-7 17 0,-3 8 15</inkml:trace>
  <inkml:trace contextRef="#ctx0" brushRef="#br0" timeOffset="110174.4177">3996 9948 0,'0'0'0,"0"0"0,0 0 0,0 0 15,7 0-15,5 5 16,8-1-16,9 0 15,10 0-15,13-2 16,3-1-16,10-2 16,0 0-16,4-2 15,-3 0-15,-4 0 16,-9-1-16,-2 4 16,-9 4-16,-42-4 15</inkml:trace>
  <inkml:trace contextRef="#ctx0" brushRef="#br0" timeOffset="110689.9588">5700 9797 0,'0'0'0,"0"0"0,0-5 15,-3-7-15,-8-6 16,-9-2-16,-11 2 16,-9 5-16,-6 6 15,-7 9-15,-2 8 16,1 9-16,-1 8 15,6 10-15,4 10 16,8 8-16,9 5 0,12 6 16,13 0-16,12-6 15,10-2-15,13-7 16,6-10-16,3-4 16,8-6-16,3-12 15,-4-6-15,3-8 16,-2-9-16,-11-6 15,-1-4-15,-2-5 16,-9-5-16,-4-6 16,-1-3-16,-9-5 15,-8-2-15,-4-5 16,-13-2-16,-9 0 16,-9-3-16,-11 6 15,-1 5-15,43 39 16</inkml:trace>
  <inkml:trace contextRef="#ctx0" brushRef="#br0" timeOffset="111002.3797">6279 9777 0,'0'0'0,"0"0"0,4 8 0,4 15 16,2 11-16,-1 8 15,0 12-15,-2 6 16,-3 4-16,-2 5 16,-1 1-16,2 2 15,-2-8-15,2-7 16,-1-10-16,1-9 15,-3-38-15,3 31 16,-1-6-16,-2-25 16</inkml:trace>
  <inkml:trace contextRef="#ctx0" brushRef="#br0" timeOffset="111299.2061">6693 9854 0,'0'0'0,"0"0"0,2 8 16,-2 15-16,-3 10 16,2 7-16,-1 14 15,2-1-15,-1 3 16,0-2-16,0 2 15,-1-5-15,0-5 16,4-3-16,-1-7 16,0-6-16,-1-30 15,3 27-15,-3-27 16</inkml:trace>
  <inkml:trace contextRef="#ctx0" brushRef="#br0" timeOffset="111455.3642">6353 10252 0,'0'0'0,"10"0"0,18 0 0,20 4 15,23 0 1,47 8-16</inkml:trace>
  <inkml:trace contextRef="#ctx0" brushRef="#br0" timeOffset="112064.6518">3663 11829 0,'0'0'0,"0"0"0,0 0 15,0 2 1,7 3-16,15 4 0,8-3 15,18 1-15,12-1 16,7-6-16,4 1 16,2 0-16,-8-3 15,-2 0-15,-9 1 16,-2 0-16,-9 0 16,-2 0-16</inkml:trace>
  <inkml:trace contextRef="#ctx0" brushRef="#br0" timeOffset="112361.4084">5124 11537 0,'0'0'0,"3"8"0,4 2 16,-3 11-16,1 13 16,-2 11-16,-2 12 15,-4 7-15,-1 6 16,-1 4-16,-3-2 16,2-6-16,2-8 15,2-10-15,1-7 16,1-3-16,0-8 15,0-30-15,1 27 16,-1-9-16,0-20 0</inkml:trace>
  <inkml:trace contextRef="#ctx0" brushRef="#br0" timeOffset="112767.5943">5198 11572 0,'0'0'0,"10"10"0,9 7 0,14 16 16,9 9-16,5 7 15,6 8-15,-4-2 16,-4 1-16,-2 0 15,-5-3-15,-7-9 16,0-3-16,-31-41 16,24 30-16,-24-30 15,21 23-15,-21-23 16,16 14-16,-6-9 16,-3-16-16,-4-10 15,0-12-15,-6-6 0,0-4 16,-4-5-16,3-6 15,0 1-15,4-2 16,0-5-16,1 2 16,3 8-16,-4 50 15,3-43-15</inkml:trace>
  <inkml:trace contextRef="#ctx0" brushRef="#br0" timeOffset="113064.4224">6043 11637 0,'0'0'0,"2"10"0,4 11 15,1 14-15,-4 13 16,1 7-16,4 5 15,-5 3-15,-2-2 16,-2 0-16,1-2 16,0-7-16,3-4 15,-3-48-15,4 38 16,2-12-16,-6-26 16</inkml:trace>
  <inkml:trace contextRef="#ctx0" brushRef="#br0" timeOffset="113298.7213">6363 11649 0,'0'0'0,"0"6"0,3 12 0,-1 14 15,-4 9-15,2 9 16,2 7-16,-2 2 16,-2 0-16,4-5 0,-2-1 15,0-9-15,0-44 16,0 34-16,0-34 16,1 27-16</inkml:trace>
  <inkml:trace contextRef="#ctx0" brushRef="#br0" timeOffset="113501.8177">6179 12004 0,'0'0'0,"8"1"0,25-1 0,16-2 16,18 0-16</inkml:trace>
  <inkml:trace contextRef="#ctx0" brushRef="#br0" timeOffset="114032.9255">6689 12200 0,'0'0'0,"0"0"0,1-1 0,8-8 16,3-1-16,5-4 15,5-2 1,4 3-16,0 5 0,1 4 15,-5 5-15,0 5 16,-4 9-16,-4 6 16,-3 9-16,-7 8 15,-7 4-15,-9 2 16,-6 2-16,-8 0 16,-9-3-16,-6-6 15,3-7-15,-3-9 16,0-3-16,4-8 15,3-7-15,34-3 16,-30-1-16,6-5 16,9-8-16,15 14 15,-8-15-15,11-2 16,8 1-16,6 4 16,5 7-16,4 6 15,2 7-15,2 8 0,3 5 16,7 4-16,-2 2 15,0 1-15,1-1 16,3-1-16,-4 1 16,-3-5-16,-1 1 15,-34-23-15,32 20 16</inkml:trace>
  <inkml:trace contextRef="#ctx0" brushRef="#br0" timeOffset="114173.4827">7308 12609 0,'0'0'0,"0"0"0,0 0 0,1 0 0</inkml:trace>
  <inkml:trace contextRef="#ctx0" brushRef="#br0" timeOffset="147868.7665">17065 5503 0,'0'0'0,"10"-1"0,14-6 0,13-2 15,19 0-15,15-4 16,2 1-16,-1 3 16,5-1-16,-2-4 15,-3 3-15,1-1 16,-6 0-16,-5 2 16,-5-3-16,-8 4 15,-49 9-15,41-9 16,-41 9-16,31-4 0,-31 4 15,22-3-15,-11 8 16</inkml:trace>
  <inkml:trace contextRef="#ctx0" brushRef="#br0" timeOffset="148462.384">17263 6992 0,'0'0'0,"0"0"0,0 0 15,0 0-15,0 0 16,0 0-16,8 0 16,11 4-16,5 1 0,10-2 15,10 0 1,4 2-16,8-2 0,5-4 15,7-2-15,4 1 16,2-4-16,0 4 16,-3-6-16,-12 3 15,-6 2-15,-53 3 16,44-6-16,-44 6 16,34-4-16,-9 6 15,-19 5-15</inkml:trace>
  <inkml:trace contextRef="#ctx0" brushRef="#br0" timeOffset="148946.6409">17141 8905 0,'0'0'0,"13"-4"0,13-3 15,10 3 1,24 6-16,14-4 0,8 2 16,4 2-16,3-1 15,-7-2-15,-4 1 16,-7 0-16,-9 0 16,-12 1-16,-50-1 15,39 0-15,-39 0 16,30 4-16,-13 2 15</inkml:trace>
  <inkml:trace contextRef="#ctx0" brushRef="#br0" timeOffset="149493.3953">17033 10806 0,'0'0'0,"0"0"0,0 0 0,3 0 15,10-3-15,14-3 16,14 0-16,14 2 16,10-2-16,9 0 15,10 1 1,0 1-16,0 0 0,-3 3 16,-7 0-16,-5 3 15,-10 2-15,-5 2 16,-10 2-16,-11 3 15,-12 4-15,-9 2 16</inkml:trace>
  <inkml:trace contextRef="#ctx0" brushRef="#br0" timeOffset="149930.8439">17030 12740 0,'0'0'0,"0"0"0,4-3 0,11-1 15,16 0 1,5 1-16,19 0 0,9-1 15,10 1-15,8 3 16,2 1-16,-6 0 16,4 0-16,-11 1 15,-7-2-15,-4 1 16,-3 7-16,-12 1 16,-6 3-16,-13 4 15</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2.98804" units="1/cm"/>
          <inkml:channelProperty channel="Y" name="resolution" value="650.78448" units="1/cm"/>
          <inkml:channelProperty channel="T" name="resolution" value="1" units="1/dev"/>
        </inkml:channelProperties>
      </inkml:inkSource>
      <inkml:timestamp xml:id="ts0" timeString="2024-03-12T08:12:12.968"/>
    </inkml:context>
    <inkml:brush xml:id="br0">
      <inkml:brushProperty name="width" value="0.05292" units="cm"/>
      <inkml:brushProperty name="height" value="0.05292" units="cm"/>
      <inkml:brushProperty name="color" value="#FF0000"/>
    </inkml:brush>
  </inkml:definitions>
  <inkml:trace contextRef="#ctx0" brushRef="#br0">3384 3648 0,'0'0'0,"0"0"0,0 0 16,0 0-16,6-3 15,-6 3-15,9-6 16,6-2-16,7 3 16,0 0-16,5 0 15,2 2-15,3 0 0,3-1 16,-2 1-16,3 1 16,2-2-16,1-1 15,0 0-15,3 0 16,3 3-16,-3-6 15,4 2-15,-1 1 16,-1 0-16,0-1 16,5 2-16,-5-1 15,2 0-15,2 3 16,1 1-16,-4 0 16,4-4-16,0 1 15,0 2-15,1-1 16,-3 2-16,0 0 15,-1-4-15,3 3 16,0 0-16,1 1 16,2-2-16,0 2 15,1-2-15,2 2 16,4-1-16,-1 2 16,1-2-16,0 1 15,-1-3-15,-1 0 16,1 1-16,-1-1 15,3 0-15,-2-1 0,4 3 16,0-3-16,1 1 16,0 0-16,-4-1 15,5 3-15,-4 0 16,0 0-16,2 0 16,0-1-16,-4-2 15,1 3-15,-1 0 16,3-3-16,-2 4 15,2-1-15,-2 0 16,2 2-16,4 0 16,-5 0-16,6-1 15,-1 2-15,-5 0 0,6-1 16,-1 0-16,1 1 16,1-2-16,0 1 15,5 0-15,-1-1 16,-5 1-16,5-1 15,1-2 1,-1-2-16,-1 2 0,3 1 16,1 0-16,3 1 15,-2-1-15,5 1 16,1 1-16,1 0 16,1 0-16,-1 0 15,3 0-15,1 0 16,0 1-16,3-2 15,0 0-15,1 1 16,2 0-16,0 0 16,3-2-16,-2 2 15,-1 0-15,3 2 16,-1-2-16,-4 0 16,3 4-16,1-2 15,-3-1-15,5 0 0,-2 0 16,2-1-16,-1 1 15,0 1-15,0 5 16,-1-4-16,-2 2 16,4-2-16,-1 2 15,-1 1-15,3-1 16,-4 1-16,5 2 16,-2-3-16,1-2 15,0 5-15,-4-1 16,0-3-16,0 5 15,3-1-15,1-4 16,1 4-16,5-1 16,1-2-16,2 1 15,-4 1-15,3-1 16,0 0-16,0-1 16,-1-4-16,-1-2 15,2 1-15,-2-3 0,6 3 16,-2-3-16,1 1 15,0-4-15,3 2 16,-7-2-16,4 1 16,-1 3-16,-5 1 15,2 1-15,2-4 16,-2 0-16,0-3 16,1 3-16,4 1 15,0-1-15,2 0 16,3-1-16,-5 4 15,-3-4-15,1 3 16,2 1-16,-2 0 16,3 0-16,-4-2 15,2 1-15,-1-3 16,3 0-16,-1 2 16,0-4-16,1 4 0,0-3 15,6 1-15,-5 0 16,4 2-16,-2 2 15,-4-1-15,4 2 16,1-1-16,-3 2 16,-4 1-16,3 1 15,2 1-15,-1-6 16,-1 0-16,2 0 16,-7 1-16,2 4 15,-4-5-15,0 8 16,0-2-16,-1-1 15,0 1-15,-1 0 16,3-1-16,-1 1 16,2 1-16,-3 3 15,2-2-15,-1-1 16,-4-3-16,1 0 16,1-1-16,-2 3 0,-2 0 15,1-2 1,1 2-16,3 2 0,-2 0 15,0-3-15,0 2 16,-1 1-16,-2-2 16,1-4-16,-4 5 15,-2-1-15,2-4 16,-2 4-16,-2-2 16,-1-1-16,-5-1 15,8 1-15,-3 0 16,-1-1-16,3-1 15,0 1-15,-2 2 16,-2-1-16,-6 3 16,0-2-16,1-3 15,-4 0-15,-1 0 0,3 2 16,-3-4 0,-3 1-16,1 4 15,1-3-15,-3-2 0,1 0 16,0 2-16,-3-2 15,-1-1-15,0 3 16,0-2-16,-2 0 16,1-3-16,-3 4 15,2 1-15,-2-1 16,0 0-16,2 1 16,0-3-16,1 0 15,-1 1-15,-1-1 16,1 0-16,-4 2 15,3-3-15,-2 1 16,-1 0-16,4 2 16,0-2-16,-1 1 15,0 0-15,3 1 16,1-3-16,3 1 16,1 1-16,1 1 0,-2-3 15,0 0 1,-4-1-16,0 2 0,-3 0 15,4-3-15,2 6 16,1 1-16,0-1 16,-4-1-16,1-3 15,-6 4-15,0-4 16,-4 3-16,-3 0 16,-1-3-16,-4 1 15,-1 1-15,-5 0 16,1 2-16,-1 0 15,-2 1-15,-2 1 16,0-2-16,-6 2 16,-4-3-16,-5-1 15,-28 3-15,26 0 16,-26 0-16,21 0 16</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2.98804" units="1/cm"/>
          <inkml:channelProperty channel="Y" name="resolution" value="650.78448" units="1/cm"/>
          <inkml:channelProperty channel="T" name="resolution" value="1" units="1/dev"/>
        </inkml:channelProperties>
      </inkml:inkSource>
      <inkml:timestamp xml:id="ts0" timeString="2024-03-12T08:14:53.610"/>
    </inkml:context>
    <inkml:brush xml:id="br0">
      <inkml:brushProperty name="width" value="0.05292" units="cm"/>
      <inkml:brushProperty name="height" value="0.05292" units="cm"/>
      <inkml:brushProperty name="color" value="#FF0000"/>
    </inkml:brush>
  </inkml:definitions>
  <inkml:trace contextRef="#ctx0" brushRef="#br0">4888 13383 0,'0'0'0,"0"0"0,0 0 0,1 1 16,-1-1-16,3 4 16,-3-4-16,6 8 15,-1 5-15,-4 10 16,1 4-16,-1 5 16,-1 2-16,-1 0 15,1 3-15,0 1 16,0-1-16,1-3 15,-1 0-15,-1-4 16,1-1-16,0-29 16,0 27-16,0-27 15,-2 23-15,2-23 16,0 21-16,0-21 16,0 17-16,-3-13 15,3-4-15</inkml:trace>
  <inkml:trace contextRef="#ctx0" brushRef="#br0" timeOffset="328.0497">5047 13400 0,'0'0'0,"0"0"0,2 3 16,-1 6-16,4 3 16,-4 8-16,5 2 15,1 3 1,-3 3-16,-2 3 0,2 5 16,-2 1-16,-2 0 15,0-37-15,2 34 16,0-6-16,-2-28 15,1 28-15,-1-28 16,2 26-16,-2-26 16,0 21-16,0-6 15</inkml:trace>
  <inkml:trace contextRef="#ctx0" brushRef="#br0" timeOffset="531.126">4966 13664 0,'0'0'0,"0"0"0,0 0 0,2 0 16,8-1-16,4 1 16,6 1-16,6-1 15,6 1-15,0 2 16</inkml:trace>
  <inkml:trace contextRef="#ctx0" brushRef="#br0" timeOffset="1093.4971">5126 13868 0,'0'0'0,"0"0"0,0 0 0,0 0 0,6-4 16,-6 4-16,14-6 15,3 2 1,-17 4-16,22-2 0,-2 7 15,-20-5-15,20 9 16,-7 5-16,-13-14 16,7 18-16,-7-1 15,-8-3-15,8-14 16,-14 11-16,14-11 16,-18 10-16,18-10 15,-19 5-15,19-5 16,-14 3-16,5-6 15,9 3-15,0-5 16,7 2-16,8 3 16,-15 0-16,18 8 15,2 3-15,0 10 16,-3 2-16,-6 1 0,-11-24 16,5 25-1,-5 2-15,-6-1 0,-1-2 16,-7-4-16,-3-4 15,-4-4-15,0-1 16,-3-5-16,24-6 16,-26 6-16,0-6 15,-7-5-15,2-12 16,4-6-16,27 23 16</inkml:trace>
  <inkml:trace contextRef="#ctx0" brushRef="#br0" timeOffset="2155.7479">7227 12361 0,'0'0'0,"0"0"0,0 0 16,1 2-16,1 7 15,-1 7-15,1 6 16,-1 1-16,-1 8 16,2-1-16,-2 1 15,1-2-15,0 1 16,2-2-16,-2-1 0,-1-2 16,0-25-16,0 22 15,0-22-15,2 22 16,-2-22-1,1 20-15</inkml:trace>
  <inkml:trace contextRef="#ctx0" brushRef="#br0" timeOffset="2468.1812">7535 12380 0,'0'0'0,"0"0"0,0 4 15,0 8-15,-1 6 16,1 5-16,0 2 16,0 7-16,0 3 0,4-2 15,-4 3 1,6-2-16,-6-34 0,2 32 15,-2-32-15,3 26 16,-3-26-16,1 25 16</inkml:trace>
  <inkml:trace contextRef="#ctx0" brushRef="#br0" timeOffset="2655.6324">7304 12583 0,'0'0'0,"0"0"0,2 1 0,14-4 16,5 2-16,15 0 15,6 0-15,8 4 16,3-1-16,3-1 0</inkml:trace>
  <inkml:trace contextRef="#ctx0" brushRef="#br0" timeOffset="3186.7579">7729 12635 0,'0'0'0,"0"0"0,0 0 0,4-2 15,6-5-15,-10 7 16,18-6-16,3 2 15,1 2-15,-22 2 16,25 5-16,-7 5 16,-5 7-16,-13-17 15,6 18-15,-8 0 0,2-18 16,-9 16-16,-6 1 16,15-17-16,-19 10 15,19-10-15,-18 7 16,18-7-16,-12 4 15,8-4-15,11-3 16,8 3-16,3 1 16,-18-1-16,25 5 15,-2 6-15,-3 4 16,-3 4-16,-17-19 16,14 21-16,-3 0 15,-11-21-15,4 22 16,-7-2-16,-9-3 15,-6-2-15,-5-3 16,-7-4-16,-5 0 16,-7-7-16,-1-1 15</inkml:trace>
  <inkml:trace contextRef="#ctx0" brushRef="#br0" timeOffset="5342.5349">7122 13528 0,'0'0'0,"0"0"0,0 0 16,2-1-16,-2 1 15,1-3-15,-1 3 16,0-2-16,0 2 16,1-1-16,-1 1 15,-1 4-15,5 7 16,-4-11-16,4 16 16,1 5-16,0 10 15,-3-1-15,1 0 0,-3-30 16,4 27-16,-3 0 15,-1-27-15,2 28 16,4-2-16,-6-26 16,4 28-16,-4-28 15,6 20-15,-6-20 16</inkml:trace>
  <inkml:trace contextRef="#ctx0" brushRef="#br0" timeOffset="5670.5542">7291 13484 0,'0'0'0,"0"0"0,0 0 15,0 1-15,0 3 0,-1 9 16,-1 4-16,2 6 16,0 3-16,2 3 15,-2 3-15,1-2 16,-1-1-16,2-1 16,-2-28-16,2 25 15,1-2-15,-3-23 16,3 23-16,-3-23 15,3 20-15,-3-20 16,1 16-16</inkml:trace>
  <inkml:trace contextRef="#ctx0" brushRef="#br0" timeOffset="5873.6327">7189 13697 0,'0'0'0,"0"0"0,0 0 0,4-2 15,7 1-15,12 0 16,10-1-16,15 1 16,11-2-16,9 4 15</inkml:trace>
  <inkml:trace contextRef="#ctx0" brushRef="#br0" timeOffset="7279.5538">8543 13521 0,'0'0'0,"0"0"0,0 0 0,2-1 16,-2 1-16,0-2 16,0 2-16,0-2 15,0 2-15,0 0 16,4 5-16,-2 8 15,-2 8-15,0 3 16,1 6-16,0 3 16,-1 0-16,2-3 15,0 2-15,-2-4 16,0-3-16,0-25 16,1 24-16,-1-24 15,1 22-15,-1-22 0,1 17 16,-1-8-1,0-9-15</inkml:trace>
  <inkml:trace contextRef="#ctx0" brushRef="#br0" timeOffset="7576.361">8698 13508 0,'0'0'0,"0"0"0,0 0 15,0 0-15,1 10 16,5 4-16,-2 6 16,1 8-16,-4 5 15,-2 1-15,2 5 16,2-3-16,0-1 15,-3-35-15,3 33 0,0-5 16,-3-28-16,2 27 16,-2-27-16,1 21 15</inkml:trace>
  <inkml:trace contextRef="#ctx0" brushRef="#br0" timeOffset="7795.0617">8621 13771 0,'0'0'0,"0"0"0,7 0 0,13-2 16,7 1-16,5 3 15,2 0-15,-34-2 16</inkml:trace>
  <inkml:trace contextRef="#ctx0" brushRef="#br0" timeOffset="8263.7018">8815 13902 0,'0'0'0,"0"0"0,0 0 16,2 0-16,-2 0 0,9-2 15,-9 2-15,13-3 16,4 3-16,-17 0 15,20 5-15,-2 5 16,-4 11-16,-3 1 16,-8 0-16,-6 1 15,-6-1-15,-2-2 16,-5-1-16,16-19 16,-16 15-16,-3-2 15,19-13-15,-23 8 16,23-8-16,-21 1 15,21-1-15,-21-2 0,12-10 16,9 12 0,0-13-16,11-3 15,10 7-15,4 7 0,0 8 16,2 6-16,-2 4 16,0 4-16,6 3 15,0 7-15,6 2 16</inkml:trace>
  <inkml:trace contextRef="#ctx0" brushRef="#br0" timeOffset="9841.4887">9913 13516 0,'0'0'0,"0"0"0,0 0 0,0-1 0,0 1 15,-1-4 1,1 4-16,-2-3 0,2 3 15,-2-2-15,2 2 16,-2 0-16,-2 3 16,1 10-16,0 4 15,0 2-15,2 8 16,2 2-16,0 1 16,0 4-16,1 0 15,-2-2-15,6 0 16,-3-5-16,-3-27 15,5 24-15,-5-24 16,2 24-16,-2-24 16,2 22-16,-2-22 15,2 18-15,-2-18 16</inkml:trace>
  <inkml:trace contextRef="#ctx0" brushRef="#br0" timeOffset="10153.8848">10080 13515 0,'0'0'0,"0"0"0,0 0 15,0 0-15,0 0 16,0 1-16,2 5 15,-2 9-15,-2 4 16,1 7-16,1 2 16,3 5-16,-5 1 15,4 4-15,-2-1 16,0-5-16,0-32 16,0 31-16,0-5 15,0-26-15,0 24 16,0-24-16,0 19 15</inkml:trace>
  <inkml:trace contextRef="#ctx0" brushRef="#br0" timeOffset="10341.3424">9951 13736 0,'0'0'0,"0"0"0,8 0 16,12-1-16,9 1 15,5 2-15,9-1 16,-2 1-16</inkml:trace>
  <inkml:trace contextRef="#ctx0" brushRef="#br0" timeOffset="10825.6037">10201 13984 0,'0'0'0,"0"0"0,0 0 15,0 0-15,0 0 0,3-1 16,-3 1-16,6-6 16,-6 6-16,9-1 15,4 4-15,4 7 16,-7 5-16,-10-15 16,9 21-16,-7 5 15,-6 6-15,-4-1 16,-4-3-16,-6-2 15,-6-4-15,2-5 16,-1-4-16,23-13 16,-23 10-16,1-7 15,22-3-15,-20-1 16,5-6-16,15 7 16,-8-16-16,8 1 15,9-1-15,9 4 0,0 8 16,5 8-1,4 6-15,-3 5 0,-1 6 16,0 2-16,3 4 16,2 1-16,5 2 15,0-2-15</inkml:trace>
  <inkml:trace contextRef="#ctx0" brushRef="#br0" timeOffset="12122.2088">11307 13531 0,'0'0'0,"0"0"0,0 0 0,1-4 16,-1 4-1,-1-6-15,1 6 0,-3-6 16,3 6-16,0-7 16,0 7-16,4-6 15,-4 6-15,3-4 16,2 8-16,-2 9 16,-2 4-16,3 6 15,-2 4-15,0 6 16,0 2-16,-1-2 15,0 2-15,0-2 16,1-5-16,-2-28 16,4 25-16,-4-25 15,2 26-15,-2-26 0,1 22 16,-1-22-16,1 19 16,1-10-16,0-9 15</inkml:trace>
  <inkml:trace contextRef="#ctx0" brushRef="#br0" timeOffset="12434.6053">11524 13491 0,'0'0'0,"0"0"0,4 6 0,-1 8 16,-3 7-16,0 7 15,2 8-15,3 2 16,-3 2-16,0 0 16,-2 0-16,-2-5 15,0-6-15,2-29 0,-2 26 16,3-2-16,-1-24 15,1 22-15,-1-22 16,1 21-16</inkml:trace>
  <inkml:trace contextRef="#ctx0" brushRef="#br0" timeOffset="12637.7175">11384 13752 0,'0'0'0,"0"0"0,10 0 16,18 1-16,14 0 15,9 0-15,9 0 16</inkml:trace>
  <inkml:trace contextRef="#ctx0" brushRef="#br0" timeOffset="13246.9157">11519 12422 0,'0'0'0,"0"0"0,1 3 0,-2 7 15,2 5 1,-1 7-16,0 4 15,-2 6-15,1 3 16,0 0-16,1-1 0,0-3 16,0-31-16,1 31 15,1-2-15,-2-29 16,1 27-16,-1-27 16</inkml:trace>
  <inkml:trace contextRef="#ctx0" brushRef="#br0" timeOffset="13528.1011">11782 12422 0,'0'0'0,"0"0"0,-1 8 0,-2 13 0,3 3 16,-4 5-16,-3 7 16,2 2-16,3-2 15,-4 0-15,6-36 16,-3 33-16,3-3 16,0-30-16,-3 28 15,3-28-15,0 23 16</inkml:trace>
  <inkml:trace contextRef="#ctx0" brushRef="#br0" timeOffset="13699.9342">11597 12642 0,'0'0'0,"0"0"0,11-2 0,16-2 16,14 0-16,9 0 15,2 1-15</inkml:trace>
  <inkml:trace contextRef="#ctx0" brushRef="#br0" timeOffset="14090.4694">11943 12727 0,'0'0'0,"0"0"0,0 0 15,2 0-15,8 0 16,-10 0-16,17 1 15,-17-1-15,17 1 16,-17-1-16,20 4 16,-20-4-16,19 7 15,-5 3-15,-14 4 16,-4 2-16,-9 2 16,-1 2-16,-6 1 15,20-21-15,-18 20 0,3 0 16,15-20-16,-8 19 15,7-2 1,15-4-16,12-10 0,19-1 16,7-7-16,9-8 15</inkml:trace>
  <inkml:trace contextRef="#ctx0" brushRef="#br0" timeOffset="14652.89">11517 11375 0,'0'0'0,"0"0"0,0 0 0,0 2 15,2 9-15,-2 11 16,-2 4-16,-2 5 16,-1 7-16,4 3 15,-2-1-15,-2 0 16,1-1-16,4-39 16,-1 32-16,1-32 15,0 27-15,0-27 16</inkml:trace>
  <inkml:trace contextRef="#ctx0" brushRef="#br0" timeOffset="14934.0216">11816 11338 0,'0'0'0,"0"0"0,1 2 0,3 9 15,-4 10-15,-2 5 16,2 9-16,-6 5 16,-2 5-16,2 1 15,1-3-15,2-4 16,3-39-16,-3 32 15,2-2-15,1-30 16,1 25-16,-1-25 16,1 18-16</inkml:trace>
  <inkml:trace contextRef="#ctx0" brushRef="#br0" timeOffset="15121.4802">11574 11595 0,'0'0'0,"7"0"0,9-1 16,8 1-16,10 0 16,12-2-16,6 0 15,-3 0-15</inkml:trace>
  <inkml:trace contextRef="#ctx0" brushRef="#br0" timeOffset="15699.4784">12015 11636 0,'0'0'0,"0"0"0,1-6 15,3-5-15,-4 11 16,11-9 0,3 2-16,4-1 0,2 6 15,-20 2-15,23 4 16,-4 5-16,-2 8 15,-17-17-15,13 22 16,-7 2-16,-6-24 16,0 28-16,0-28 15,-6 26-15,-10-8 16,16-18-16,-17 12 16,17-12-16,-15 7 15,15-7-15,-11 1 16,9-2-16,12-6 15,-10 7-15,17-2 16,1 1-16,6 3 16,-24-2-16,23 8 15,-6 8-15,2 2 0,-19-18 16,13 22-16,-3 2 16,-8 2-16,-2-26 15,-3 24-15,-10-4 16,-11-4-16,-5-1 15,-3-3-15,-5-3 16,0-5-16,-1-1 16,2-6-16</inkml:trace>
  <inkml:trace contextRef="#ctx0" brushRef="#br0" timeOffset="16746.1048">12728 13477 0,'0'0'0,"0"0"0,0 0 0,0 0 16,0 0-16,0 0 15,0 0-15,0 0 16,2 5-16,5 4 16,-3 8-16,1 5 15,-1 2-15,0 5 16,-3 4-16,2 2 15,0 1-15,-2-1 0,-1-2 16,2-4 0,0-2-16,-2-27 0,3 25 15,-3-25-15,0 24 16,0-24-16,-1 24 16,0-10-16</inkml:trace>
  <inkml:trace contextRef="#ctx0" brushRef="#br0" timeOffset="17167.8818">12976 13482 0,'0'0'0,"0"0"0,0 0 0,0-2 16,0 2-1,0-4-15,0 4 0,-2-1 16,4 6-16,-3 16 15,-1 4-15,-1 6 16,1 6-16,-4 2 16,0 1-16,-1-4 15,5-4-15,2-32 16,-1 30-16,-2-4 16,3-26-16,1 25 15,-1-25-15,3 23 16,-3-23-16,4 17 15,-4-17-15,3 12 16</inkml:trace>
  <inkml:trace contextRef="#ctx0" brushRef="#br0" timeOffset="17761.4907">12772 13716 0,'0'0'0,"0"0"0,3 0 16,8 0-16,10 0 16,9 1-16,10 0 15,10 3-15,10 0 16</inkml:trace>
  <inkml:trace contextRef="#ctx0" brushRef="#br0" timeOffset="18277.0186">12888 14450 0,'0'0'0,"0"0"0,3 2 0,3 11 16,-2 8-16,4 8 15,-2 5-15,-1 7 16,-5-2-16,0 1 16,-2 0-16,1-1 15,0-4-15,-2-4 16,1-6-16,2-25 15,-2 23-15,6-10 16</inkml:trace>
  <inkml:trace contextRef="#ctx0" brushRef="#br0" timeOffset="18558.1774">13212 14491 0,'0'0'0,"0"0"0,0 2 0,1 7 16,0 8-16,-1 3 16,-1 9-16,4 7 15,-5 5-15,3 0 16,-4 2-16,2-7 15,1-36-15,-1 32 16,3-3-16,-2-29 16,1 28-16,-1-28 15</inkml:trace>
  <inkml:trace contextRef="#ctx0" brushRef="#br0" timeOffset="18761.2558">13059 14727 0,'0'0'0,"0"0"0,3 0 16,6 2-16,7-1 15,12-1-15,12 1 16,4 1-16,9-3 15</inkml:trace>
  <inkml:trace contextRef="#ctx0" brushRef="#br0" timeOffset="19323.6261">13378 14909 0,'0'0'0,"0"0"0,0 0 16,1-1-16,5-2 16,-6 3-16,11-4 15,2 2-15,-13 2 16,18 0-16,1 7 15,-19-7-15,15 13 16,-6 4-16,-9-17 16,2 19-16,-2-19 15,-5 20-15,-4-3 16,9-17-16,-14 13 16,14-13-16,-14 8 15,14-8-15,-9 5 16,6-5-16,3 0 15,7-2-15,10 0 0,-17 2 16,25 0-16,1 4 16,-1 7-16,-7 4 15,-2 6-15,-13 1 16,-3-1-16,-9 1 16,-6-2-16,-8-2 15,-3-4-15,-4-4 16,-4-6-16,-4-6 15,3-1-15,-3-6 16,2-4-16,1-5 16,9-6-16</inkml:trace>
  <inkml:trace contextRef="#ctx0" brushRef="#br0" timeOffset="20588.9561">14091 13489 0,'0'0'0,"0"0"0,0 0 0,1 0 16,-1 0-16,1-6 16,-1 6-16,1-3 15,-1 3-15,2-4 16,-2 4-16,3-4 16,-3 4-16,3-2 15,-3 2-15,4-2 16,-4 2-16,2 0 15,-2 3-15,0 7 16,1 5-16,-1 5 16,1 6-16,-2 3 15,2 7-15,-3-2 16,0 1-16,2-2 16,0-33-16,-1 33 15,1 1-15,2-2 16,-2-32-16,2 29 0,-2-29 15,-1 25-15,1-25 16,1 21-16,-1-21 16,0 17-16,0-17 15,-1 8-15</inkml:trace>
  <inkml:trace contextRef="#ctx0" brushRef="#br0" timeOffset="21073.217">14300 13481 0,'0'0'0,"0"0"0,1 3 0,1 10 15,-1 5 1,2 7-16,-2 5 0,1 1 16,-1 5-16,-1 1 15,5 0-15,-3 0 16,-1-5-16,-1-32 15,-1 31-15,-1-4 16,1-1-16,-1-4 16,2-22-16,-3 22 15,0-9-15</inkml:trace>
  <inkml:trace contextRef="#ctx0" brushRef="#br0" timeOffset="21291.9173">14163 13749 0,'0'0'0,"0"0"0,9 1 16,10-1-16,13 1 15,6 2-15,8 2 0</inkml:trace>
  <inkml:trace contextRef="#ctx0" brushRef="#br0" timeOffset="21666.8853">14431 13943 0,'0'0'0,"0"0"0,7 0 0,3-3 16,-10 3-16,17 0 15,0 4-15,-17-4 16,26 4-16,-26-4 15,19 7-15,-4 4 16,-8 6-16,-9-1 0,-8 4 16,-2 0-16,-5 0 15,-3-3-15,-1-1 16,21-16-16,-23 16 16,23-16-16,-17 17 15,7-2-15,12 3 16,17 0-16,9-4 15,16-9-15,12 4 16,11-8-16</inkml:trace>
  <inkml:trace contextRef="#ctx0" brushRef="#br0" timeOffset="22307.3067">15560 13483 0,'0'0'0,"0"0"0,0 0 0,1 0 16,1 8-1,5 9-15,-4 5 0,1 9 16,-2 9-16,-1 2 16,-6 2-16,3-1 15,-5-1-15,7-42 16,-3 37-16,2-3 0,1-34 15,3 30 1,-4-5-16,1-25 16,-2 22-16,2-22 0</inkml:trace>
  <inkml:trace contextRef="#ctx0" brushRef="#br0" timeOffset="22635.3528">15799 13424 0,'0'0'0,"0"0"0,3 8 0,-2 8 15,0 12-15,-1 5 16,4 12-16,-6-2 16,0 2-16,0-1 0,1-1 15,1-4-15,1-6 16,-1-33-16,3 29 16,2-7-16,-5-22 15,2 22-15,-2-22 16,0 17-16</inkml:trace>
  <inkml:trace contextRef="#ctx0" brushRef="#br0" timeOffset="22854.0528">15654 13708 0,'0'0'0,"11"1"0,13 0 15,12 1-15,15 3 16,11 0-16</inkml:trace>
  <inkml:trace contextRef="#ctx0" brushRef="#br0" timeOffset="23510.1498">15975 13858 0,'0'0'0,"0"0"0,0 0 16,4-1-16,6-2 15,-10 3-15,15-2 0,1 4 16,-16-2-16,22 5 15,-6 9-15,-4 4 16,-9 2-16,-3-20 16,-4 20-16,-9-1 15,13-19 1,-16 15-16,16-15 16,-20 11-16,20-11 0,-16 7 15,16-7-15,-13 3 16,13-3-16,-8 1 15,10-4-15,15 2 16,-17 1-16,20 0 16,6 3-16,4 8 15,-30-11-15,24 15 16,-7 6-16,-3 4 16,-7 0-16,-7-1 15,-7-2-15,-3-3 16,10-19-16,-16 18 0,-2-5 15,18-13-15,-25 12 16,-3-1-16,-4-9 16,32-2-16,-37-2 15,3-3-15,1-9 16,2-1-16,4-5 16,27 20-16</inkml:trace>
  <inkml:trace contextRef="#ctx0" brushRef="#br0" timeOffset="245317.0666">7976 12204 0,'0'0'0,"0"0"0,0 0 0,0 0 15,0 0-15,0 0 16,0 0-16,-1-6 16,-7-3-1</inkml:trace>
  <inkml:trace contextRef="#ctx0" brushRef="#br0" timeOffset="245520.1436">7411 11860 0,'0'0'0,"0"0"0,-3-2 16,-6-1-16,-4-3 15</inkml:trace>
  <inkml:trace contextRef="#ctx0" brushRef="#br0" timeOffset="245723.2204">6724 11918 0,'0'0'0,"0"0"0,0 0 15,-3 3-15,-2 7 16,5-10 0,-8 17-16</inkml:trace>
  <inkml:trace contextRef="#ctx0" brushRef="#br0" timeOffset="245910.7099">6372 12427 0,'0'0'0,"0"8"0,1 5 0,-1-13 15,2 20-15</inkml:trace>
  <inkml:trace contextRef="#ctx0" brushRef="#br0" timeOffset="246066.8943">6416 13009 0,'0'0'0,"0"0"0,1 8 15</inkml:trace>
  <inkml:trace contextRef="#ctx0" brushRef="#br0" timeOffset="246238.7611">6462 13587 0,'0'0'0,"3"10"0,2 3 16,6 3-16</inkml:trace>
  <inkml:trace contextRef="#ctx0" brushRef="#br0" timeOffset="246598.021">6510 13924 0,'0'0'0,"0"0"0,0 8 0,8 6 15,4 5-15,-12-19 16,15 21-16,0 3 16,2-4-16,-1 1 15,1-3-15,0-1 16,-1-1-16,-16-16 0,22 14 16,-1 3-16,4 0 15,6 0-15,-3 0 16,-2-4-16,-1-2 15,-2-1-15,1-1 16,4 0-16,3 2 16,6-2-16,1 0 15,2-5-15</inkml:trace>
  <inkml:trace contextRef="#ctx0" brushRef="#br0" timeOffset="246769.8522">7842 14312 0,'0'0'0,"15"-1"0,8-2 15,12 0-15,6-2 0</inkml:trace>
  <inkml:trace contextRef="#ctx0" brushRef="#br0" timeOffset="247097.9058">8568 14259 0,'0'0'0,"10"-2"0,6 0 16,12 1-16,12 1 15,9-2-15,0 0 16,-1 2-16,4-2 16,-1 2-16,0 0 15,0 2-15,0 5 16,0 0-16,-1-4 16,-4 4-16,6-4 15,-6 1-15,1 2 16,-8-2-16,-3-1 15,-1 0-15,4-1 16,2-1-16,8 3 16,1-4-16,2 1 15,2 1-15,-3 0 0</inkml:trace>
  <inkml:trace contextRef="#ctx0" brushRef="#br0" timeOffset="247379.0892">10518 14329 0,'0'0'0,"10"-2"0,8-1 16,12 2-16,16-2 16,2 1-16,4 2 15,4 0-15,-5-2 16,-5 1-16,0 1 15,-4-1-15,-7-2 16,1 3-16,-2-4 16,-2 0-16,8 3 15,-2 0-15,2 0 16,1 2-16,3 3 16,4 1-16,-2-4 0,2-3 15</inkml:trace>
  <inkml:trace contextRef="#ctx0" brushRef="#br0" timeOffset="247535.299">12156 14322 0,'0'0'0,"8"-1"15,17 1-15,12 0 16,8 1-16,4-2 15,2-2-15,-6 5 16</inkml:trace>
  <inkml:trace contextRef="#ctx0" brushRef="#br0" timeOffset="247691.5116">12832 14299 0,'0'0'0,"8"-2"15,6-4-15,12 1 16,5-1-16,5 1 15,9 3-15,3 2 0,3 2 16</inkml:trace>
  <inkml:trace contextRef="#ctx0" brushRef="#br0" timeOffset="247832.1056">14025 14320 0,'0'0'0,"12"-1"0,12 1 0,15 3 15,16-3-15</inkml:trace>
  <inkml:trace contextRef="#ctx0" brushRef="#br0" timeOffset="248050.8087">14993 14280 0,'0'0'16,"12"0"-16,16 0 0,16 7 16,9 5-16,9 3 15,1-4-15,-1 4 0,-1-2 16,-3-2-16,-1-1 15</inkml:trace>
  <inkml:trace contextRef="#ctx0" brushRef="#br0" timeOffset="248191.4012">16048 14428 0,'0'0'0,"6"-2"0,11-4 15,3-2-15,14-2 16,2 2-16,2 0 15,-3-1-15,-2-2 16,0-3-16,-7-5 16,4-2-16</inkml:trace>
  <inkml:trace contextRef="#ctx0" brushRef="#br0" timeOffset="248363.2333">16438 13791 0,'0'0'0,"0"-8"0,-1-11 15,-2-7-15,-3-5 16,1-3-16,-7 0 16</inkml:trace>
  <inkml:trace contextRef="#ctx0" brushRef="#br0" timeOffset="248535.0674">15838 13261 0,'0'0'0,"-9"0"0,-10 0 15,-12 0-15,-13-3 16,-3-1-16,-7 0 15,2 1-15</inkml:trace>
  <inkml:trace contextRef="#ctx0" brushRef="#br0" timeOffset="248753.7662">14557 13205 0,'0'0'0,"-20"4"0,-10 1 0,-14 1 16,-17 2-16,-8-4 15,1 0-15,4-4 16</inkml:trace>
  <inkml:trace contextRef="#ctx0" brushRef="#br0" timeOffset="248863.1146">13299 13248 0,'0'0'0,"-18"-2"0,-18 1 0,-10 3 16</inkml:trace>
  <inkml:trace contextRef="#ctx0" brushRef="#br0" timeOffset="249003.7088">12158 13211 0,'0'0'0,"-17"0"0,0-3 0</inkml:trace>
  <inkml:trace contextRef="#ctx0" brushRef="#br0" timeOffset="249159.9213">11576 13229 0,'0'0'0,"-11"3"15,-10 1-15,-13 2 0,-6-1 16,-7 1-1,-1-4-15</inkml:trace>
  <inkml:trace contextRef="#ctx0" brushRef="#br0" timeOffset="249331.7572">10498 13279 0,'0'0'0,"-15"5"0,-13-3 16,-9-1-16,-10 0 16,-1-3-16,3-2 15</inkml:trace>
  <inkml:trace contextRef="#ctx0" brushRef="#br0" timeOffset="249472.3475">9658 13262 0,'0'0'0,"-15"-2"0,-12-1 16,-8 2-16,-13 3 15,-2-5-15,1 1 16,49 2-16</inkml:trace>
  <inkml:trace contextRef="#ctx0" brushRef="#br0" timeOffset="249628.5607">8844 13248 0,'0'0'0,"-9"-2"0,-7-4 0,-4 5 16,-11 0-16,31 1 16,-34-4-1</inkml:trace>
  <inkml:trace contextRef="#ctx0" brushRef="#br0" timeOffset="249753.5332">8302 13088 0,'0'0'0,"-10"-6"0,-3-5 0,1-7 15,-3-9-15</inkml:trace>
  <inkml:trace contextRef="#ctx0" brushRef="#br0" timeOffset="249925.3685">8143 12515 0,'0'0'0,"-2"-7"0,-1-9 16,2-8-16,-1-8 15,5-5-15,-4-1 16,1 38-16</inkml:trace>
  <inkml:trace contextRef="#ctx0" brushRef="#br0" timeOffset="250065.9639">8008 12041 0,'0'0'0,"-5"-6"0,-8-6 16,-1-4-1,-3-3-15,-3-1 16,-1 5-16,0-3 0,-5 2 16,-5 8-16</inkml:trace>
  <inkml:trace contextRef="#ctx0" brushRef="#br0" timeOffset="273872.9557">4971 14294 0,'0'0'0,"0"0"0,0 0 0,1 0 16,-1 0-16,3-1 16,-3 1-1,3 1-15,-3-1 0,5 0 16,6 3-16,-11-3 16,16 4-16,3 0 15,1-1-15,0-1 16</inkml:trace>
  <inkml:trace contextRef="#ctx0" brushRef="#br0" timeOffset="274232.2045">5422 14345 0,'0'0'0,"0"0"16,3 1-16,-3-1 15,10 6-15,6-1 16,2 0-16,9-3 16,-1 1-16,0-4 0,6-3 15,-6 4-15,2-2 16,3 1-16,1 2 16,-3 3-16,1 0 15,-1-2-15,-2 1 16,-2-1-16,-25-2 15,26 3-15,2 1 16,-4 1-16,1 1 16,0-4-16,-2 3 15,3 0-15,4-2 16,2-3-16,-3 3 16,5-4-16</inkml:trace>
  <inkml:trace contextRef="#ctx0" brushRef="#br0" timeOffset="274388.4538">6593 14434 0,'0'0'0,"0"0"0,9 3 16,8 2-16,14-1 0,7-3 15,4-2-15</inkml:trace>
  <inkml:trace contextRef="#ctx0" brushRef="#br0" timeOffset="274544.6653">7508 14425 0,'0'0'0,"10"-3"0,10 3 16,7-1-16,9 0 16</inkml:trace>
  <inkml:trace contextRef="#ctx0" brushRef="#br0" timeOffset="274700.8454">7987 14424 0,'0'0'0,"0"0"0,3 1 0,8 4 16,5 1-16,5-2 16,10-1-16,2-2 15,2-2-15</inkml:trace>
  <inkml:trace contextRef="#ctx0" brushRef="#br0" timeOffset="274857.0599">8572 14500 0,'0'0'0,"0"0"0,10 1 15,14 2-15,10 1 16,3 0-16,8-1 16,-1 0-16,-6 2 15</inkml:trace>
  <inkml:trace contextRef="#ctx0" brushRef="#br0" timeOffset="274997.6508">9133 14537 0,'0'0'0,"0"0"0,4 0 0,9 2 16,8-2-16,6 0 16,7-2-16,2 2 15,-1-1-15</inkml:trace>
  <inkml:trace contextRef="#ctx0" brushRef="#br0" timeOffset="275169.487">9761 14485 0,'0'0'0,"7"-1"0,6 0 0,7-4 15,9-1-15,4 1 16,0 0-16,0 1 0,0 1 16</inkml:trace>
  <inkml:trace contextRef="#ctx0" brushRef="#br0" timeOffset="275341.3234">10244 14430 0,'0'0'0,"0"0"0,0 0 0,2 0 15,6-2-15,13 0 16,3 1-16,10-1 16,-3 1-16,-5 2 15</inkml:trace>
  <inkml:trace contextRef="#ctx0" brushRef="#br0" timeOffset="275466.2923">10724 14443 0,'0'0'0,"0"0"0,8 1 0,12 4 15,8-2-15,4-1 16,2 1-16</inkml:trace>
  <inkml:trace contextRef="#ctx0" brushRef="#br0" timeOffset="275778.72">11537 14401 0,'0'0'0,"0"0"0,0 0 0,2-4 16,7-3-16,4-3 15,5-1-15,-18 11 16</inkml:trace>
  <inkml:trace contextRef="#ctx0" brushRef="#br0" timeOffset="275966.1766">11742 14252 0,'0'0'0,"0"0"0,0 0 0,2-5 16,-2 5-16,4-8 16,7-4-16,5 0 15,-16 12-15,18-13 16</inkml:trace>
  <inkml:trace contextRef="#ctx0" brushRef="#br0" timeOffset="276122.3907">11885 13975 0,'0'0'0,"0"0"0,2-4 16,3-7-16,-1-3 15,-4 14-15,10-19 16</inkml:trace>
  <inkml:trace contextRef="#ctx0" brushRef="#br0" timeOffset="276278.6332">11926 13722 0,'0'0'0,"0"0"0,-1-7 15,1 7-15,2-12 16,4-4-16,-6 16 15,11-19-15</inkml:trace>
  <inkml:trace contextRef="#ctx0" brushRef="#br0" timeOffset="276606.6525">12010 13405 0,'0'0'0,"0"0"0,2-4 0,2-6 16,-4 10-16,8-15 15,6-2-15,-14 17 16,17-18-16,1 0 0,-18 18 16,20-18-16,1 3 15,-21 15-15,21-15 16,-2 2-16,-19 13 15,19-15-15,-19 15 16,16-14-16,-16 14 16,12-14-16,-12 14 15,11-15-15,3 1 16,-14 14-16,17-15 16</inkml:trace>
  <inkml:trace contextRef="#ctx0" brushRef="#br0" timeOffset="276747.2444">12371 12931 0,'0'0'0,"0"0"0,4-6 0,7-11 15,5-2-15,-16 19 16,20-20-16</inkml:trace>
  <inkml:trace contextRef="#ctx0" brushRef="#br0" timeOffset="276934.7016">12621 12542 0,'0'0'0,"3"-6"15,-3 6-15,5-11 16,0-5-16,6-4 15,-2-5-15,3 1 16,2-1-16</inkml:trace>
  <inkml:trace contextRef="#ctx0" brushRef="#br0" timeOffset="277090.9166">12661 12012 0,'0'0'0,"1"-6"0,2-6 16,-2-5-16,2-5 15,-3 22-15,3-25 0,-3-2 16</inkml:trace>
  <inkml:trace contextRef="#ctx0" brushRef="#br0" timeOffset="277403.3466">12591 11565 0,'0'0'0,"0"0"0,0-7 16,-3-6-16,3 13 16,-5-17-16,-1-5 15,-1-3-15,-5 2 16,3 1-16,-2 3 15,-2-1-15,-2 3 16,0 0-16,-3 1 16,-4 0-16,-2-1 15,-5 1-15,2-3 16,-1 4-16,-2 0 16,-1 2-16,0 0 15,-1 4-15,-3-1 0,0 3 16,-2-3-16,1 3 15</inkml:trace>
  <inkml:trace contextRef="#ctx0" brushRef="#br0" timeOffset="277731.4012">11602 11105 0,'0'0'0,"0"0"0,-10 0 15,-6 0-15,-8 0 16,-5-1-16,29 1 16,-31 1-16,3-2 15,-3-2-15,31 3 16,-27 0-16,-1-3 16,-7 1-16,2 2 15,-2-3-15,35 3 16,-32-4-16,-1 1 15,-4 0-15,37 3 16,-36-1-16,2 2 16,-4 3-16,5 2 15,5 1-15,0 1 0,3 1 16</inkml:trace>
  <inkml:trace contextRef="#ctx0" brushRef="#br0" timeOffset="277856.3615">10681 11211 0,'0'0'0,"-8"5"0,-3 5 0,-4 3 15,15-13-15,-13 16 16,-5 3-16,3 6 16,15-25-16,-14 24 15</inkml:trace>
  <inkml:trace contextRef="#ctx0" brushRef="#br0" timeOffset="278028.1972">10462 11651 0,'0'0'0,"1"7"0,0 7 16,0 10-16,-4 7 16,2 4-16,1 1 15,1-1-15,0-1 16,6 0-16</inkml:trace>
  <inkml:trace contextRef="#ctx0" brushRef="#br0" timeOffset="278200.0304">10439 12325 0,'0'0'0,"0"7"0,5 8 0,-3 3 0,6 11 16,-8-29-16,11 32 16,4-3-16</inkml:trace>
  <inkml:trace contextRef="#ctx0" brushRef="#br0" timeOffset="278325.0026">10561 12727 0,'0'0'0,"0"0"0,1 7 0,-1 6 16,0-13-16,2 17 15,0 2-15</inkml:trace>
  <inkml:trace contextRef="#ctx0" brushRef="#br0" timeOffset="278496.837">10470 12972 0,'0'0'0,"0"0"0,-6 3 16,-1 5-16,-3 5 16,-2 2-16,-6 3 15,18-18-15</inkml:trace>
  <inkml:trace contextRef="#ctx0" brushRef="#br0" timeOffset="278684.3264">9983 13233 0,'0'0'0,"-10"3"0,-9 2 15,-6 1-15,-5 0 16,0-1-16,-1-2 16</inkml:trace>
  <inkml:trace contextRef="#ctx0" brushRef="#br0" timeOffset="278996.7212">9455 13268 0,'0'0'0,"0"0"0,-7 1 16,-12 1-16,-9 1 16,-1 0-16,29-3 15,-31 3-15,0-1 0,-1-5 16,2 1-16,3 1 16,1-1-16,-4 2 15,2 0 1,0 1-16,-6-3 15,-3-2-15,4-2 0,-2 1 16,-2 0-16,2-1 16,-3 4-16,-1 1 15,-1 1-15,-3-1 16,2 1-16,2-4 16,3-1-16,0-1 15</inkml:trace>
  <inkml:trace contextRef="#ctx0" brushRef="#br0" timeOffset="279137.3145">8151 13155 0,'0'0'0,"-11"-2"0,-11 0 0,-9-1 0,-7-1 16,-10 1-16,-2-1 15,4-1-15,2-1 16</inkml:trace>
  <inkml:trace contextRef="#ctx0" brushRef="#br0" timeOffset="279309.1506">7237 13064 0,'0'0'0,"-10"2"0,-10-1 15,-12-2-15,-7 2 16,-4-3-16,5-1 15,-1-3-15,2 0 16,4-3-16</inkml:trace>
  <inkml:trace contextRef="#ctx0" brushRef="#br0" timeOffset="279465.3611">6504 12993 0,'0'0'0,"-13"-2"0,-13 1 16,-9 0-16,-4 1 15,-5-1-15,1 3 16,-5 3-16,6-3 16,1-2-16,2-1 15</inkml:trace>
  <inkml:trace contextRef="#ctx0" brushRef="#br0" timeOffset="279762.1677">5610 13012 0,'0'0'0,"-12"1"0,-12 3 0,-5 1 16,-10-1-16,4-2 0,-4 4 15,7-3 1,1-1-16,4-3 0,-3 0 16,7-1-16,23 2 15,-26 4-15,-5-2 16,-11 1-16,1 3 15,-6 1-15,4-1 16,-1-1-16,7 0 16,37-5-16,-40 7 15,6 3-15,1 4 16,5 1-16,2 2 16,26-17-16,-23 17 15,3 1-15,-3 1 16</inkml:trace>
  <inkml:trace contextRef="#ctx0" brushRef="#br0" timeOffset="279902.7626">4472 13472 0,'0'0'0,"-5"8"0,-5 9 16,0 8-16,6 2 0,2 3 15,4-3-15,8 1 16,6 2-16,1-1 15</inkml:trace>
  <inkml:trace contextRef="#ctx0" brushRef="#br0" timeOffset="280090.2171">4815 14173 0,'0'0'0,"11"6"15,9 3-15,18 2 16,7 2-16,7 0 16,7-1-16,0-1 15,3 0-15,5-1 16,1-2-16</inkml:trace>
  <inkml:trace contextRef="#ctx0" brushRef="#br0" timeOffset="284714.1376">9522 13925 0,'0'0'0,"0"0"0,6-1 16,-6 1-16</inkml:trace>
  <inkml:trace contextRef="#ctx0" brushRef="#br0" timeOffset="311098.6266">6982 14054 0,'0'0'0,"0"0"0,0 0 16,0 0-16,0 0 15,2-3-15,-2 3 16,4-5-16,-4 5 16,5-6-16,-5 6 15,7-4-15,-7 4 16,11-3-16,4 3 16,-15 0-16,16 5 0,0 5 15,-4 6-15,-5 4 16,-7-20-16,4 21 15,-4 3-15,-2 3 16,-4-2-16,-5 1 16,11-26-16,-14 22 15,-2-3-15,-3-1 16,19-18-16,-22 12 16,22-12-16,-18 11 15,18-11-15,-18 6 16,18-6-16,-17 0 15,17 0-15,-15-4 16,8-5-16,7 9 16,-4-13-16,4 13 15,1-13-15,9 4 16,5 9-16,0 3 16,3 5-16,-18-8 0,19 13 15,1 3 1,-1 3-16,5-3 0,2 1 15,8-1-15,-2-3 16</inkml:trace>
  <inkml:trace contextRef="#ctx0" brushRef="#br0" timeOffset="314535.4455">11075 14023 0,'0'0'0,"0"0"0,0 0 0,0 0 15,0-1-15,0 1 16,2-2-16,-2 2 16,3-4-16,-3 4 15,2-5-15,-2 5 16,1-6-16,-1 6 16,0-6-16,0 6 0,-7-8 15,-4 1-15,11 7 16,-14-9-16,14 9 15,-14-6-15,14 6 16,-13-4-16,13 4 16,-12-1-16,12 1 15,-13 5-15,13-5 16,-10 8-16,1 7 16,9-15-16,-6 17 15,6-17-15,-3 18 16,3-18-16,0 20 15,0-20-15,0 18 16,0-18-16,1 15 16,-1-15-16,3 9 15,-3-9-15,2 7 16,-2-7-16,1 2 0,-1-2 16,2 0-1,-2 0-15,1-1 0,-1 1 16,3-4-16,-3 4 15,5-9-15,4 2 16,-9 7-16,17-6 16,-17 6-16,14-2 15,6 5-15,-3 4 16,2 5-16,-5 4 16,-1 1-16,-5 3 15,-2 1-15,-6-21 16,6 25-16,-1-1 15,-5-24-15,-2 23 16,2-23-16,0 22 16,0-22-16,-8 19 15,-5-4-15,13-15 16,-18 9-16,-3-5 16,-5-5-16,0 0 15,26 1-15,-24-6 0,3-5 16,-3-3-16,24 14 15,-21-17-15</inkml:trace>
  <inkml:trace contextRef="#ctx0" brushRef="#br0" timeOffset="316128.8755">12832 12745 0,'0'0'0,"0"0"0,0 0 15,0-3-15,0 3 16,-1-8-16,1 8 0,-6-9 16,6 9-1,-5-9-15,5 9 16,-5-5-16,5 5 15,-7-4-15,-8 5 0,15-1 16,-18 5-16,-1 7 16,-3 4-16,1 5 15,-2 2 1,1 2-16,1 6 0,3 1 16,-1 0-16,6 3 15,0 0-15,4-3 16,3-2-16,7-4 15,3-2-15,-4-24 16,6 24-16,10-2 16,7-2-16,-1-1 15,-22-19-15,23 12 16,3-6-16,-26-6 16,22 2-16,-5-5 15,-17 3-15,16-7 16,-3-4-16,-5-4 15,-8 15-15,3-19 0,-4 0 16,-7-5-16,-6 1 16,-1-1-16,-9 4 15,-5 5-15,-6 5 16,-10 8-16</inkml:trace>
  <inkml:trace contextRef="#ctx0" brushRef="#br0" timeOffset="326376.4228">5642 9479 0,'0'0'0,"0"0"0,0 0 0,1 1 15,4 5-15</inkml:trace>
  <inkml:trace contextRef="#ctx0" brushRef="#br0" timeOffset="340170.1406">3462 9204 0,'0'0'0,"0"0"0,0 0 0,2 0 16,-2 0-16,-2-1 15,-2-5-15,-11 3 16,-9-3-16,-7-1 16,-8 1-16,-6 1 15,2 0-15,-2 0 16,8 0-16,37 5 15,-34-4-15,34 4 0,-30-4 16,30 4-16,-23-2 16,23 2-16,-19-1 15,5 7-15,6 5 16,5 8-16,0 7 16,0 5-16,6 2 15,2 3-15,1-2 16,0 0-16,0-2 15,-6-32-15,2 35 16,-1-6-16,-1-29 16,2 28-16,-2-28 15,-2 20-15,2-20 16,2 17-16,-2-17 16,1 11-16,-1-11 15,2 5-15,-2-5 16,1-1-16,4-7 15,-5 8-15,8-14 16,7-1-16,8-1 16,0 4-16,6 5 0,3 5 15,1 5-15,4 8 16,-5 4-16,7 6 16,-5 7-1,-5 5-15,-6 4 0,-4 3 16,-6 2-16,-8-1 15,-6-3-15,-8-1 16,-4-5-16,-4-4 16,-9-3-16,-7-4 15,-5-3-15,-2-4 16,-1-1-16,-4-7 16,5-3-16,-2-7 15,7-2-15,2-5 16,8-3-16,5-8 15,3 0-15</inkml:trace>
  <inkml:trace contextRef="#ctx0" brushRef="#br0" timeOffset="340467.0015">3766 9668 0,'0'0'0,"0"0"0,3 1 15,11 1-15,11-2 16,6-2-16,9 2 0,2-1 16,7 1-16,-4-4 15</inkml:trace>
  <inkml:trace contextRef="#ctx0" brushRef="#br0" timeOffset="340935.5917">4232 9682 0,'0'0'0,"0"0"0,8 0 16,4-7-16,6 1 16,1-2-16,-19 8 15,22-9-15,0-3 0,-22 12 16,19-14-16,-1-4 16,-18 18-16,18-23 15,-8-1-15,-10 24 16,0-25-16,-6 3 15,-11 5-15,-5 6 16,-5 5-16,0 9 16,0 4-16,-4 9 15,3 8-15,5 8 16,0 5-16,6 5 16,8 5-16,6 0 15,9-7-15,8-5 16,7-8-16,5-7 15,9-7-15,6-5 16,2-11-16,3-6 16,1-7-16</inkml:trace>
  <inkml:trace contextRef="#ctx0" brushRef="#br0" timeOffset="341232.4272">4631 9165 0,'0'0'0,"5"6"0,-3 9 15,2 10-15,3 10 16,1 11-16,-1 5 15,3 10-15,-4 2 16,-3 3-16,4-2 16,-5-5-16,-2-7 15,0-5-15,-2-8 16,2-39-16,-1 30 16,1-30-16,0 25 15</inkml:trace>
  <inkml:trace contextRef="#ctx0" brushRef="#br0" timeOffset="341935.3581">4595 9619 0,'0'0'0,"14"0"0,15-6 16,11 0-16,15-4 15,4-1-15,1-2 16,-8-2-16,-1-5 16,-8-1-16,-4-4 15,-6-2-15,-4 0 16,-4-5-16,-5 2 16,-8-4-16,-7 1 15,-5 0-15,-12 0 16,-5-1-16,-3 7 15,-4 3-15,24 24 16,-26-18-16,4 9 16,22 9-16,-26-2 15,4 13-15,2 16 16,8 12-16,2 11 0,2 5 16,0 3-1,9 3-15,1-1 16,3-5-16,3-5 0,1-6 15,-9-44-15,7 36 16,-7-36-16,6 32 16,-6-32-16,7 25 15,-7-25-15,5 18 16,-5-18-16,0 9 16,-1-8-16,2-12 15,-1-6-15,4-8 16,3-4-16,-7 29 15,14-24-15,1 4 16,-15 20-16,19-13 16,0 8-16,0 13 15,-2 3-15,-3 11 16,-2 2-16,1 2 16,-3 3-16,-6-1 15,-3 0-15,-1-28 16,-1 27-16,1-27 15,-5 26-15,-1-3 16,6-23-16</inkml:trace>
  <inkml:trace contextRef="#ctx0" brushRef="#br0" timeOffset="342435.2374">5276 9675 0,'0'0'0,"7"3"0,2 5 16,5 3-16,5 0 15,-19-11-15,22 11 16,4-1-16,3-4 16,0-4-16,-29-2 15,26-2-15,-3-7 16,-3-5-16,-20 14 15,12-16-15,-2-6 16,-10 22-16,4-23 16,-4 23-16,3-20 15,-3 20-15,-4-21 0,1 13 16,-4 17-16,1 14 16,-5 11-1,1 12-15,2 6 0,2 2 16,-3 8-16,4 2 15,-1-2-15,-3 2 16,3-4-16,-2-7 16,0-7-16,-1-10 15,-3-5-15,12-31 16,-15 23-16,1-9 16,-8-7-16,-6-9 15,-3-13-15,-7-12 16,-1-11-16,6-10 15,7-3-15,16-1 16</inkml:trace>
  <inkml:trace contextRef="#ctx0" brushRef="#br0" timeOffset="342794.5692">5671 9133 0,'0'0'0,"0"0"16,0 0-16,0 0 15,5 7-15,2 7 16,2 11-16,1 10 15,5 8-15,-5 8 16,-1 5-16,-3 5 16,-1 3-16,-2 1 15,-3 0-15,3-4 16,-2-9-16,1-6 16,1-7-16,-3-39 0,4 30 15,-1 1 1,-3-31-16,5 24 0,-1-8 15,-4-16-15</inkml:trace>
  <inkml:trace contextRef="#ctx0" brushRef="#br0" timeOffset="343028.9051">5954 9653 0,'0'0'0,"0"0"0,6 3 16,10-2-16,13 0 15,7 2-15,7-1 16,4 2-16,1 0 15,-2-3-15,-2 0 0</inkml:trace>
  <inkml:trace contextRef="#ctx0" brushRef="#br0" timeOffset="343653.7387">6553 9199 0,'0'0'0,"0"0"0,3-6 0,8-8 16,11 0-16,1 2 15,6 2-15,3 9 16,4 8-16,-1 5 16,-3 9-16,-3 10 15,-3 7-15,-10 5 16,-6 7-16,-11 7 15,-11 1-15,-6-4 16,-5-3-16,-3-4 16,-3-9-16,-3-5 15,-5-7-15,-1-3 16,-1-7-16,4-4 16,35-12-16,-34 6 15,6-5-15,28-1 16,-20-8-16,5-7 15,15 15-15,-3-23 16,12 2-16,10 1 16,4 5-16,-23 15 0,28-6 15,-2 11 1,3 6-16,-6 9 0,0 2 16,-4-1-16,-1 4 15,3 2 1,-2-4-16,4 0 0</inkml:trace>
  <inkml:trace contextRef="#ctx0" brushRef="#br0" timeOffset="343934.9416">7158 9728 0,'0'0'0,"0"9"0,4 11 0,-7 8 16,-1 5-16,-5 3 16,-8 2-16,-5-4 15,-7 0-15,-7-5 16,-4-4-16,40-25 0,-38 22 15,7-11-15</inkml:trace>
  <inkml:trace contextRef="#ctx0" brushRef="#br0" timeOffset="344466.0476">7667 9121 0,'0'0'0,"0"0"0,0 0 16,0-2-16,0 0 15,-6 5-15,-6 5 0,-5 6 16,-8 12-16,-1 6 16,-8 10-16,-3 9 15,2 11-15,1 5 16,7 2-16,6 0 16,7-4-16,12-3 15,5-6-15,10-10 16,7-6-16,2-10 15,5-3-15,0-9 16,-1-4-16,-2-5 16,1-7-16,-3-5 15,1-5-15,3-3 16,-5-4-16,-5-6 16,-5 3-16,-3-9 15,-10 0-15,-6-3 16,-8 3-16,-9 0 15,-6 5-15,-10 6 16,-3 7-16,0 8 16,44 1-16,-38 1 0</inkml:trace>
  <inkml:trace contextRef="#ctx0" brushRef="#br0" timeOffset="344731.6369">7784 9621 0,'0'0'0,"0"0"16,2 1-16,13 1 15,10 1-15,9-1 16,7 1-16,4-3 0,4-3 16,-4 0-1,1 1-15,-5-1 0,-5-1 16</inkml:trace>
  <inkml:trace contextRef="#ctx0" brushRef="#br0" timeOffset="345309.5682">8571 9090 0,'0'0'0,"0"0"0,1 6 0,2 17 0,2 11 15,1 7-15,-3 10 16,2 8-16,-1 2 16,1 5-1,-1 1-15,0-2 0,0-7 16,-2-8-16,-2-10 15,3-8-15,-3-32 16,4 26 0,-4-26-16,3 22 0,-3-22 15,4 14-15,-4-14 16,3 9-16,-2-12 16,-4-8-1,-1-8-15,-4-4 0,-5-2 16,1 2-16,-4 0 15,-3 7-15,-1 2 16,-6 3-16,-1 2 16,-2 10-16,-3 7 15,0 4-15,2 12 16,1 0-16,3 6 16,8 2-16,8-3 15,12 0-15,6-2 16,13-6-16,13-5 0,7-1 15,9-10-15,7-2 16,-1-7-16,1-7 16,-5-4-16</inkml:trace>
  <inkml:trace contextRef="#ctx0" brushRef="#br0" timeOffset="345528.2748">8830 9644 0,'0'0'0,"1"7"0,3 7 16,1 8-16,3 7 16,1 5-16,-4-3 15,-5-31-15,6 34 16,-6-34-16,4 29 15,-3-7-15</inkml:trace>
  <inkml:trace contextRef="#ctx0" brushRef="#br0" timeOffset="345715.7763">8814 9453 0,'0'0'0,"0"0"0,3 1 0,-1 6 16,-2-7-16</inkml:trace>
  <inkml:trace contextRef="#ctx0" brushRef="#br0" timeOffset="346403.0683">9079 9626 0,'0'0'0,"0"0"0,1 6 15,3 8-15,-4-14 0,9 19 16,1 6 0,-4 3-16,-6-28 0,6 27 15,-6-27-15,5 24 16,-5-24-16,2 21 16,-2-21-16,1 12 15,-1-12-15,2 6 16,-4-6-16,1-7 15,1 7-15,-3-15 16,3-3-16,3-8 16,3 0-16,3 1 15,-9 25-15,13-23 16,4 4-16,-17 19 16,22-11-16,0 11 15,2 10-15,-5 5 16,-19-15-16,15 18 15,-5 5-15,-10-23 16,9 22-16,-9-22 0,6 21 16,-6-21-16,3 21 15,-3-21-15,0 14 16,-2-7-16,2-7 16,0-6-16,2-7 15,5-10-15,6-2 16,1 0-16,1 3 15,-15 22-15,19-19 16,5 5-16,0 7 16,-24 7-16,23-3 15,-2 9-15,-3 13 16,-4 3-16,-9 2 16,-1 1-16,-4-25 15,1 26-15,-1-26 16,1 24-16,-1-24 15,2 19-15</inkml:trace>
  <inkml:trace contextRef="#ctx0" brushRef="#br0" timeOffset="346824.8901">9741 9679 0,'0'0'0,"0"0"0,3 3 16,10 1-16,1 0 15,7-1-15,0-3 16,0-6-16,-21 6 16,21-6-16,-1-3 15,-20 9-15,17-11 16,-4-6-16,-13 17 15,4-18-15,-8-1 16,-10-5-16,-6 5 16,-10 8-16,-3 6 15,-4 14-15,-1 7 16,-1 8-16,6 10 16,8 2-16,6 0 15,13 1-15,7-5 0,13-3 16,6-4-1,11-7-15,5-5 0,10-6 16,1-8 0,6-7-16</inkml:trace>
  <inkml:trace contextRef="#ctx0" brushRef="#br0" timeOffset="347168.5356">10172 9051 0,'0'0'0,"1"6"0,0 8 0,1 15 16,-1 10-16,2 11 15,0 10-15,-2 5 16,-3 7-16,1 0 16,0-1-16,-5-6 15,1-6 1,3-11-16,-3-6 0,5-42 16,-4 36-16,3-3 15,1-33-15,-2 30 16,2-30-16,-5 23 15</inkml:trace>
  <inkml:trace contextRef="#ctx0" brushRef="#br0" timeOffset="347855.906">10056 9613 0,'0'0'0,"10"-2"0,12-1 0,13-1 16,18-2-16,14-3 15,-4 1-15,2-4 16,-3 1-16,-5-3 0,-3-4 16,-6-5-1,-5-1-15,-11-4 16,-6-6-16,-6 0 0,-6 0 15,-3-4-15,-8-2 16,-6 1-16,-6 1 16,-8 4-16,-5 4 15,22 30-15,-25-26 16,-2 5-16,-4 7 16,4 8-16,5 9 15,3 12-15,1 10 16,-7 13-16,7 11 15,0 7-15,0 8 16,0 4-16,9-3 16,0-3-16,5-3 15,0-13-15,5-3 16,-1-43-16,-1 36 16,1-6-16,0-30 15,-2 25-15,2-25 0,-3 20 16,3-20-16,-2 11 15,1-9-15,1-2 16,0-12-16,1-9 16,6-7-16,2-1 15,2 1 1,7 8-16,1 4 0,-19 16 16,20-5-16,2 3 15,-22 2-15,25 10 16,-3 7-16,-4 6 15,-4 2-15,-4 3 16,-10-28-16,5 27 16,-3 0-16,-3-2 15,1-25-15,2 24 16,-2-24-16</inkml:trace>
  <inkml:trace contextRef="#ctx0" brushRef="#br0" timeOffset="348371.3564">10762 9703 0,'0'0'0,"6"4"0,5 3 15,1 6-15,7 0 16,4 1-16,3-1 15,-26-13-15,26 9 16,3-5-16,-29-4 16,31 0-16,-5-9 15,-26 9-15,22-15 16,-3-2-16,-8-11 16,-6 3-16,-3-1 15,-2 26-15,-4-23 16,4 23-16,-5-21 15,2 6-15,-4 12 16,1 13-16,0 7 16,2 12-16,-2 6 15,1 11-15,1 2 16,-2 8-16,3 2 0,-1 1 16,-3-4-16,2-2 15,2-1-15,-4-7 16,-1-6-16,0-6 15,-4-7-15,12-26 16,-15 20-16,-6-5 16,-9-6-16,-3-9 15,-5-10-15,-3-10 16,-3-9-16,9-9 16,9-4-16,8-8 15</inkml:trace>
  <inkml:trace contextRef="#ctx0" brushRef="#br0" timeOffset="348699.4067">11275 9070 0,'0'0'0,"0"0"0,0 6 0,3 12 16,-1 13-16,2 9 16,-2 10-16,-3 9 15,-2 5-15,-3 4 16,-5 2-16,3 4 15,-3-1-15,4-8 16,-1-4-16,2-6 16,3-10-16,3-4 15,6-5-15</inkml:trace>
  <inkml:trace contextRef="#ctx0" brushRef="#br0" timeOffset="350167.8451">11973 9649 0,'0'0'0,"0"0"0,0 0 16,4 0-16,-4 0 16,5-2-16,-5 2 15,4-5-15,-4 5 0,3-9 16,4-5-1,-7 14-15,2-19 0,-2 19 16,-2-18-16,-7-3 16,-8 2-1,-5 1-15,-5 7 0,-5 1 16,-4 5-16,2 3 16,-1 5-16,2 4 15,-2 9-15,3 5 16,1 11-16,5 3 15,5 9-15,7-2 16,7 2-16,9-8 16,12 0-16,9-5 15,5-6-15,3-7 16,6-5-16,1-8 16,0-6-16,2-7 15,-1-6-15,-1-4 16,-5-2-16,-4-2 15,-3-3-15,-8-1 16,-3 0-16,-6-3 0,-9-3 16,-3 2-16,-7-1 15,-7-1-15,-4 2 16,-5 5-16,-7 1 16,-3 11-16,-3 9 15,3 7-15,36-3 16</inkml:trace>
  <inkml:trace contextRef="#ctx0" brushRef="#br0" timeOffset="350542.7236">12579 9624 0,'0'0'0,"0"0"0,5-6 0,-5 6 16,-2-18 0,-3 0-16,-2-3 0,-9 5 15,-4 6-15,-4 6 16,-3 2-16,-7 9 15,-10 7-15,5 9 16,-4 11-16,4 11 16,9 1-16,9 5 15,11-3-15,14-6 16,12-7-16,6-8 16,10-4-16,9-10 15,3-5-15,5-5 16,-1-8-16,6-5 15</inkml:trace>
  <inkml:trace contextRef="#ctx0" brushRef="#br0" timeOffset="350902.1185">12903 8981 0,'0'0'0,"3"5"16,0 8-16,2 10 15,-6 11-15,4 13 16,-3 11-16,0 5 15,-3 6-15,0 2 16,-2 1-16,5-3 16,-9-4-16,5-7 15,6-7-15,0-5 16,0-9-16,-2-37 0,4 33 16,-4-33-16,1 30 15,-1-30-15,2 26 16,-2-26-16</inkml:trace>
  <inkml:trace contextRef="#ctx0" brushRef="#br0" timeOffset="351089.5682">12776 9627 0,'0'0'0,"9"0"0,12-3 16,10 1-1,17 1-15,11 1 0,1 0 16,6-2-16</inkml:trace>
  <inkml:trace contextRef="#ctx0" brushRef="#br0" timeOffset="351698.8544">13643 9657 0,'0'0'0,"0"0"0,2-4 16,2-5-16,-4 9 16,3-15-16,-2-5 15,-3-4-15,-4-1 16,6 25-16,-16-24 16,-4 6-16,-10 4 15,-2 5-15,-3 11 16,1 9-16,-2 7 15,-2 13-15,6 7 16,9 3-16,10 0 16,6-6-16,14-2 0,6-4 15,2-7-15,9-3 16,7-4-16,-3-6 16,7-4-16,-2-5 15,-1-4-15,-1-5 16,-2-4-16,-3 1 15,-6-3 1,-2-2-16,-6-2 0,-3 0 16,-9 19-16,4-20 15,-4 20-15,2-20 16,-2 20-16,0-19 16,-2 7-16,1 13 15,-1 11-15,1 7 16,2 6-16,4 4 15,5 1-15,7-4 16,5 3-16,6-5 0,7-8 16,2-6-1</inkml:trace>
  <inkml:trace contextRef="#ctx0" brushRef="#br0" timeOffset="352261.2912">14109 9506 0,'0'0'0,"0"0"15,3 5-15,3 16 16,6 6-16,0 7 0,4 6 16,-1 0-16,0-3 15,-8-4-15,0-4 16,-7-29-16,2 27 16,-2-27-16,0 21 15,0-21-15,-3 19 16,3-19-16,-2 10 15,2-10-15,-2 5 16,-1-14-16,3-7 16,-2-6-16,5-2 15,2-3-15,3-1 16,6 1-16,3-3 16,1 2-16,3 6 15,2 4-15,5 7 16,-28 11-16,27-7 15,-2 6-15,4 9 16,-3 8-16,-6 8 16,-1 1-16,-7 1 0,-1 3 15,-3-1-15,-1-1 16,-7-27-16,6 30 16,1-2-16,-7-28 15,3 28-15,-3-28 16</inkml:trace>
  <inkml:trace contextRef="#ctx0" brushRef="#br0" timeOffset="352823.642">14911 9685 0,'0'0'0,"0"0"0,5 4 0,12 1 16,7 0-16,5-3 15,6 0-15,-1-4 16,1-5-16,-2 3 15,-2-5-15,-7-1 16,-5-4-16,-1 1 16,-2-3-16,-16 16 15,10-20-15,-2-2 16,-7-2-16,-1 24 16,-7-27-16,-8 3 15,-7 6-15,-10 5 16,-11 7-16,-6 8 15,-3 14-15,-3 5 16,5 10-16,3 6 16,8 5-16,4 3 15,9 1-15,9-6 16,11-2-16,12-2 16,11-4-16,10-3 0,8-6 15,11-1 1,7-3-16,4-3 0,6-4 15,6-7 1,-3-2-16,8-4 0,-2-5 16,-5-2-16</inkml:trace>
  <inkml:trace contextRef="#ctx0" brushRef="#br0" timeOffset="422166.8576">3102 10307 0,'0'0'0,"0"0"0,0 0 0,0 0 0,0 0 16,3-2 0,-3 2-16,3-1 0,-3 1 15,5-2-15,-5 2 16,8-1-16,-8 1 15,14-1-15,-14 1 16,13 1-16,3 0 16,-1 0-16,3 3 15,-18-4-15,18 1 16,3 2-16,8-4 16,2 3-16,-1-2 15,2 1-15,3 0 16,-2 0-16,2-1 15,5-1-15,-2 4 16,1-3-16,1 2 16,4-2-16,-2 2 15,4-2-15,-1 3 16,-2-2-16,5 0 16,1 2-16,-1 0 15,-4-2-15,7 0 0,-3 1 16,4-4-16,-1 1 15,2 3-15,0-3 16,2 0-16,-4 0 16,1 0-16,2-1 15,-5-1-15,2 1 16,2 0-16,-5 2 16,1-3-16,3 3 15,-1-1-15,4 0 16,-4 1-16,-1 0 15,3-3-15,-2 2 16,-2 1-16,2 0 16,-6 0-16,4-2 15,-1 1-15,1 1 16,-2 1-16,3 0 16,-1 0-16,-1 0 15,1-2-15,0 0 16,2 1-16,0 0 0,-2-2 15,3 2 1,-4 0-16,5-2 0,-1 2 16,3-3-16,0 1 15,-3-1-15,1 1 16,1 0-16,-3-1 16,1-1-16,4 1 15,-1 0-15,1 1 16,-2-5-16,5 2 15,-3 0-15,4 3 16,-2-3-16,1 2 16,0-1-16,2-1 15,1 3-15,0-1 16,0 0-16,-2-2 16,1 1-16,3 0 15,-4 2-15,8-1 16,2 2-16,0-3 15,0 4-15,3-2 0,-4 0 16,1-2-16,0 2 16,1-3-16,0 5 15,1-2-15,-4-2 16,2-2-16,-4 4 16,6-3-16,-4 1 15,3 2-15,-1-1 16,-2-1-16,3 1 15,-6 0-15,2 0 16,1 0-16,-3 2 16,1 0-16,0-2 15,-1 1-15,3-1 16,-4 1-16,4 0 16,-2 1-16,-1 0 15,2-2-15,-5 3 16,-1-1-16,3-1 15,-3-1-15,0 0 16,3 1-16,-5-2 16,0 2-16,-1 2 0,-4-1 15,-1-1-15,0 3 16,-2-4-16,-5-1 16,-3 0-16,-4-1 15,-4 3-15,-1-4 16,-3 1-16,-5 0 15,-1 1-15,-25 4 16,25-2-16,-25 2 16,19-3-16,-19 3 15,19-7-15,-19 7 16,11-4-16,-11 4 16,8-5-16,-8 5 15,5-5-15,-5 5 16,1-3-16,-1 3 15,-3-1-15,-8 6 16</inkml:trace>
  <inkml:trace contextRef="#ctx0" brushRef="#br0" timeOffset="422963.5467">4361 10545 0,'0'0'0,"0"0"0,0 0 16,0 0-16,0 5 15,1 12-15,0 8 16,3 10-16,2 11 16,-3 6-16,2 2 0,-4 2 15,-1-1-15,2-6 16,-1-5-16,-2-2 15,2-7-15,2-6 16,-3-29-16,2 28 16,-2-28-16,5 24 15,1-5-15</inkml:trace>
  <inkml:trace contextRef="#ctx0" brushRef="#br0" timeOffset="423291.5947">4362 10452 0,'0'0'0,"0"0"0,10-2 0,13-1 0,10 1 16,8 7-16,6 3 15,3 6-15,0 3 0,-3 4 16,-6-1-16,-7 7 16,-8-2-16,-13 0 15,-10 0-15,-11 0 16,-10-4-16,-3 1 16,-9-1-16,-6 0 15,-3-2-15,6-4 16,1 0-16,32-15 15,-32 12-15</inkml:trace>
  <inkml:trace contextRef="#ctx0" brushRef="#br0" timeOffset="423666.5076">4759 10849 0,'0'0'0,"0"0"0,5 2 15,3 6-15,4 2 16,10 3-16,-1 5 16,7 3-16,-5-2 15,-1 2-15,-22-21 16,20 22-16,-8 2 15,-12-24-15,5 26 16,-7-2-16,-7-3 16,9-21-16,-16 15 15,16-15-15,-19 8 16,-1-9-16,4-10 16,6-10-16,8-10 15,12-6-15,11-5 16,8-2-16,6 3 15,11 11-15,-7 8 0</inkml:trace>
  <inkml:trace contextRef="#ctx0" brushRef="#br0" timeOffset="424057.0403">5271 10988 0,'0'0'0,"0"0"0,9 0 15,14-6-15,8 1 0,2-3 16,3-3-16,-2-1 16,-6-2-16,-4-4 15,-5-2-15,-19 20 16,9-22-16,-9 0 15,-9-2-15,-8 7 16,-3 4-16,-6 7 16,-3 6-16,-3 7 15,-3 11-15,1 8 16,-1 6-16,5 5 16,7 4-16,8-3 0,9-3 15,8-4-15,11-3 16,9-4-1,11-5-15,8-4 0,8-9 16,10-10-16,-3-8 16</inkml:trace>
  <inkml:trace contextRef="#ctx0" brushRef="#br0" timeOffset="424353.8476">5707 10593 0,'0'0'0,"3"8"0,4 9 16,-7 14-16,3 8 15,0 11-15,-1 6 16,6 1-16,-2-3 15,-3 0-15,1-5 16,2-7-16,-4-6 16,-2-36-16,5 33 0,-5-33 15,3 29-15</inkml:trace>
  <inkml:trace contextRef="#ctx0" brushRef="#br0" timeOffset="424572.5453">5705 10435 0,'0'0'0,"12"-3"0,8-4 15,12-1-15,14 3 16,7 9-16,-1 6 15,2 8-15,-6 5 16,-9 4-16</inkml:trace>
  <inkml:trace contextRef="#ctx0" brushRef="#br0" timeOffset="424931.89">5736 10891 0,'0'0'0,"0"0"0,3 0 15,8-5 1,11-1-16,2 1 0,2-2 16,-26 7-16,27-8 15,-27 8-15,27-5 16,-27 5-16,21-2 15,-21 2-15,18 0 16,-18 0-16,10 0 16,-3 8-16,-5 10 15,-2 4-15,3 2 16,0 2-16,-2-1 16,-1-25-16,5 23 15,-1 0-15,-4-23 16,3 27-16,-3-27 15,3 22-15,-3-22 16</inkml:trace>
  <inkml:trace contextRef="#ctx0" brushRef="#br0" timeOffset="425088.0562">5882 10729 0,'0'0'0,"0"0"16,0 0-16,0 1 15,6 4-15,-6-5 16</inkml:trace>
  <inkml:trace contextRef="#ctx0" brushRef="#br0" timeOffset="425384.8578">6204 10825 0,'0'0'0,"0"0"0,6 1 0,3 5 15,4 2-15,7 8 16,3 4-16,3 1 15,5 0-15,-1 3 16,-5-3-16,-2-1 16,0 0-16,-23-20 15,21 16-15,-5 2 16,-16-18-16,16 15 16,-6-5-16,-10-10 15</inkml:trace>
  <inkml:trace contextRef="#ctx0" brushRef="#br0" timeOffset="425666.0954">6482 10730 0,'0'0'0,"-3"6"0,-5 4 15,-4 10-15,-8 4 16,-6 8-16,-3 6 16,-5 6-16,0-1 15,-1 1-15,2-6 16,1-6-16,32-32 0,-29 30 16,29-30-16,-25 22 15,25-22-15,-17 18 16,10-6-16</inkml:trace>
  <inkml:trace contextRef="#ctx0" brushRef="#br0" timeOffset="556432.4457">4544 13003 0,'0'0'0,"0"0"0,0 0 0,1 1 16,-1-1-16,7 0 15,4 1-15,-11-1 16,17 5-16,-1 3 16,7 1-16,0 0 0,2-2 15,0 1-15,1 0 16,0-2 0,2 0-16,6 0 0,1-4 15,6 1-15,6 2 16,5-3-16,4-1 15,1-5-15,1 5 16,2-4-16,0 3 16,2-1-16,-6 4 15,5-1-15,-2-1 16,2 0-16,-1 0 16,-2-2-16,0 2 15,-1-2-15,-2 2 16,3 4-16,-6 1 15,7-3-15,-2 0 16,3 0-16,-5 0 16,5 1-16,-3 1 0,1 1 15,-2 2-15,3-1 16,0-3-16,1 5 16,4-3-16,-4-2 15,3 4-15,0-4 16,1 1-16,3 0 15,2 0-15,1-1 16,0 2-16,0-2 16,-2-1-16,4-1 15,-3 0-15,2-3 16,3 1-16,-2 0 16,1 2-16,-1 0 15,0-2-15,-4 0 16,2 1-16,0-4 15,-6 3-15,1 0 16,-2 0-16,0-1 16,-1 0-16,1-1 15,-4 2-15,-1 1 0,1-2 16,1 1-16,2 0 16,0 2-16,0-2 15,-1 0 1,3 0-16,3 3 0,-4-2 15,1 2-15,2-3 16,0 1-16,8 1 16,-2-3-16,1 1 15,0-1-15,-1 1 16,5 0-16,-2 0 16,1-1-16,1 1 15,2-3-15,-4 0 16,4 0-16,0-1 15,2 1-15,-4 2 16,3-1-16,0 1 16,-1 0-16,-1 0 15,1 1-15,2 0 0,-1 0 16,0 2-16,4-2 16,0 4-1,-3 1-15,-2-2 0,1-1 16,3 1-16,1-1 15,10-1-15,1 0 16,1 3-16,-6 1 16,-3-2-16,-10-1 15,0-5 1,-5 3-16,3-3 0,-2 2 16,-1-5-16,-1 5 15,-3-6-15,-2 1 16,-2-4-16,1 2 15,-3 1-15,3-3 16,-5 0-16,3 0 16,-4 2-16,4-3 15,-7 2-15,3 1 16,-2 1-16,5-1 16,-3 3-16,5 2 0,1 1 15,1-2-15,-3 1 16,6 1-16,2 4 15,0 1 1,0 0-16,-3 6 0,6-5 16,-3-1-16,5 1 15,1 6-15,1-5 16,-2 4-16,1 0 16,1 2-16,-5-3 15,2-1-15,-3 1 16,1 0-16,-5-1 15,-4 0-15,-6-1 16,-2-1-16,-6-2 16,-2 0-16,-4-2 15,-6-2-15,-38 1 16,42-5-16,-8 1 16,5 1-16,-4-2 15,-35 5-15,33-2 0,-1 0 16,-32 2-16,31-2 15,-31 2-15,26-2 16,-26 2 0,25-2-16,-25 2 0,24-4 15,-24 4-15,20-3 16,-20 3-16,21-1 16,-21 1-16,17 2 15,-17-2-15,16 4 16,-2 4-16,-14-8 15,15 12-15,0 4 16,-3 8-16,4-1 16,-3 1-16,-3 1 15,3 1-15,-4-4 16,1 5-16,-1-1 16,0 4-16,-1 0 15,-2 3-15,2 0 16,-1-1-16,-1 3 0,-2-1 15,3 1-15,-3-1 16,2 2-16,-5 0 16,0-1-1,1 1-15,-4 0 0,-3-1 16,5 1-16,0-2 16,-2-2-16,2-1 15,-1 0-15,-4-3 16,4-1-16,3 1 15,-3 0-15,1-28 16,-1 28-16,2-2 16,4 2-16,-5-28 15,1 23-15,-1-23 16,2 21-16,-2-21 16,1 17-16,-1-17 15,0 15-15,0-15 16,-4 14-16,4-14 15,-5 11-15,5-11 0,-6 9 16,-2-3 0,8-6-16,-11 7 0,11-7 15,-10 3-15,10-3 16,-14 5-16,-2 0 16,16-5-16,-18 4 15,1 3-15,-4-2 16,0 3-16,21-8 15,-21 8-15,-4 0 16,-4 2-16,-1-2 16,0-1-16,-7-3 15,1 2-15,0-2 16,-3-2-16,-4 0 16,5 0-16,-4 0 15,-6-6-15,-1 1 16,-2-2-16,-8-2 15,-3 0-15,3-3 0,-3-1 16,0 0-16,-1 1 16,-2-2-1,1-2-15,-1 2 0,-3-2 16,1-2-16,2 4 16,3 0-16,-2 0 15,1 1-15,3 2 16,-3-2-16,3 0 15,1 2-15,1 1 16,-3 0-16,4 1 16,1-2-16,0 4 15,1-2-15,-1 3 16,3 3-16,1 1 16,-1-4-16,-2 2 15,7 1-15,-2-1 16,2 1-16,0 1 15,0-1-15,-3-3 0,2 4 16,2-3 0,-2 1-16,-5 0 0,4 1 15,1 0-15,-2 2 16,0 1-16,1 0 16,0 1-16,1-3 15,-3 1 1,1-1-16,-2 0 0,3 1 15,1-1-15,1 1 16,1 2-16,-3 1 16,-1 2-16,3-3 15,-1-1-15,-1 1 16,0-1-16,-1 2 16,-3-3-16,3 3 15,-4-2-15,4 0 16,-2 0-16,3-1 15,0 0-15,1 1 16,-4 0-16,2 0 16,3-2-16,-5 2 15,5 3-15,-4-3 0,-1-1 16,0-2-16,2-1 16,-2 2-16,3-2 15,-1 0-15,3 1 16,-3 4-16,2-3 15,0-1-15,6 0 16,-6 0-16,3-1 16,-6 0-16,4 1 15,-2 1-15,4 1 16,-3 1-16,4 0 16,-2-2-16,3-1 15,0 0-15,1 3 16,1-1-16,1 2 15,-2-4-15,-2 0 16,1-1-16,-2 3 16,-2-1-16,2 0 15,2-2-15,-2 1 0,-3 1 16,1-1-16,-2 1 16,1 0-16,-1 0 15,1-2 1,0 2-16,-3-1 15,4 1-15,-5-5 0,1 5 16,4-1-16,-2 2 16,0-6-16,-6 5 15,3-1-15,-1-2 16,3 2-16,-5-2 16,5 3-16,1 3 15,-7-2-15,1 1 16,-1-1-16,-3-2 15,0 0-15,3 4 16,-3-1-16,1-1 16,1 2-16,-3 0 15,1-2-15,-4 1 16,4 1-16,-2 0 16,1-1-16,3 1 15,-3-2-15,-1-1 0,3 0 16,-2 3-16,2-2 15,-4-1-15,3 2 16,-4-2-16,-1 1 16,3-2-16,0 1 15,-2-3-15,2 6 16,-7-4-16,1 0 16,-1-1-16,4 1 15,3 0-15,0 1 16,0 0-16,1 0 15,0 2-15,4-1 16,-4 0-16,4 2 16,-3 2-16,1-3 15,1 2-15,4-2 16,-6 3-16,7-1 16,-5 1-16,1-2 0,-4 2 15,-1 1 1,1 0-16,-1-3 15,-1 0-15,1-1 0,0 2 16,3 1-16,1-2 16,3-1-16,0-1 15,7-2-15,5 1 16,0-2-16,5 2 16,3-6-16,5 4 15,30 2-15,-26-3 16,0 1-16,26 2 15,-25-7-15,0 3 16,2 0-16,-1-1 16,24 5-16,-22-5 15,-3 0-15,25 5 16,-31-5-16,0 3 16,2 1-16,29 1 15,-30-1-15,30 1 16,-25-1-16,25 1 15,-18-1-15,18 1 0,-16-1 16,16 1-16,-11-4 16,6-3-16,5 7 15,-6-13-15,2-4 16,1-7-16,3-4 16,-3-2-16,0-1 15,-2-4-15,0-3 16,-1-1-16,2-6 15,-2-2-15,-3-5 16,4-2-16,-1-5 16,0-1-16,-1-2 15,1-1-15,-1 2 0,-2 4 0,3 3 16,3-3-16,-1 4 16,-3 2-16,5-1 15,-3 4-15,-1 6 16,1 4-16,1 6 15,0 5-15,4 27 0,-3-26 16,3 26-16,-3-25 16,3 25-16,-3-23 15,3 23-15,-1-22 16,1 22-16,0-18 16,0 18-16,-2-12 15,2 12-15,0-6 16,0 3-16,-1 8 15,1 8-15,-5 13 16</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2.98804" units="1/cm"/>
          <inkml:channelProperty channel="Y" name="resolution" value="650.78448" units="1/cm"/>
          <inkml:channelProperty channel="T" name="resolution" value="1" units="1/dev"/>
        </inkml:channelProperties>
      </inkml:inkSource>
      <inkml:timestamp xml:id="ts0" timeString="2024-03-13T08:41:11.276"/>
    </inkml:context>
    <inkml:brush xml:id="br0">
      <inkml:brushProperty name="width" value="0.05292" units="cm"/>
      <inkml:brushProperty name="height" value="0.05292" units="cm"/>
      <inkml:brushProperty name="color" value="#FF0000"/>
    </inkml:brush>
  </inkml:definitions>
  <inkml:trace contextRef="#ctx0" brushRef="#br0">4602 14310 0,'0'0'0,"0"0"0,4 1 16,-4-1-16,1 8 15,4 6-15,-2 7 16,3 6-16,1 4 15,-4 1-15,2 6 16,0 0-16,-4 4 16,1-2-16,-2 1 15,0-7-15,-2-4 16,2-30-16,-1 25 0,1-25 16,-3 22-16,3-22 15,0 18-15,0-18 16,0 15-16,3-15 15,6-15-15</inkml:trace>
  <inkml:trace contextRef="#ctx0" brushRef="#br0" timeOffset="312.4215">4894 14277 0,'0'0'0,"0"0"0,0 7 15,0 11-15,4 6 0,-2 8 16,-2 7 0,-2 3-16,4 3 0,-5 2 15,0-1-15,1-3 16,2-4-16,0-39 15,-2 35-15,2-5 16,1-4-16,-1-26 16,-2 23-16,2-23 15,-3 14-15,3-14 16</inkml:trace>
  <inkml:trace contextRef="#ctx0" brushRef="#br0" timeOffset="484.2615">4770 14600 0,'0'0'0,"0"0"0,4 0 0,12-5 16,13 0-16,7 2 15,6 2-15</inkml:trace>
  <inkml:trace contextRef="#ctx0" brushRef="#br0" timeOffset="1015.3865">5069 14779 0,'0'0'0,"0"0"0,0 0 15,6-2-15,4-2 16,6 0-16,6 2 16,4 1-16,-1 8 15,1 3-15,-5 5 16,-21-15-16,13 20 15,-4 5-15,-9 0 16,-6 0-16,-5-2 16,11-23-16,-17 16 0,17-16 15,-17 9-15,17-9 16,-18 6-16,18-6 16,-14 1-16,7-5 15,11-4-15,9 1 16,9 2-16,0 6 15,7 5-15,0 7 16,-2 5-16,-3 3 16,-3 5-16,-7 4 15,-9 1-15,-11 0 16,-7-1-16,-12-3 16,-5-3-16,-5-8 15,-4-4-15,3-5 16,-3-4-16,-3-7 15,-2-7-15,4-8 16</inkml:trace>
  <inkml:trace contextRef="#ctx0" brushRef="#br0" timeOffset="90260.147">6489 14365 0,'0'0'0,"0"0"0,0 5 0,3 6 15,-3-11-15,4 16 16,1 5-16,1 8 15,0 1-15,0 0 16,-2 3-16,0 0 16,-1-2-16,-3-1 15,3-2-15,0-1 16,-6-2-16,3 0 0,0-25 16,0 23-16,0-23 15,0 20-15,0-20 16,0 18-16,-3-11 15,3-7-15</inkml:trace>
  <inkml:trace contextRef="#ctx0" brushRef="#br0" timeOffset="90635.0873">6724 14348 0,'0'0'0,"0"0"0,0 0 16,1 1-16,2 7 15,5 5-15,0 7 16,-2 2-16,-1 10 0,2 4 15,-5 5 1,1 2-16,0-2 0,-3-2 16,1-1-16,1-8 15,-2-30-15,0 27 16,3 0-16,-3-27 16,1 25-16,-1-25 15,2 21-15,-2-21 16,3 18-16,-2-7 15,-1-11-15,-1-2 16</inkml:trace>
  <inkml:trace contextRef="#ctx0" brushRef="#br0" timeOffset="90869.4096">6593 14597 0,'0'0'0,"9"5"0,7-3 16,11 2 0,7 2-16,8 0 0,10-1 15,1-4-15</inkml:trace>
  <inkml:trace contextRef="#ctx0" brushRef="#br0" timeOffset="92790.8352">6739 13223 0,'0'0'0,"0"0"0,0 0 0,0-1 16,0 1-16,0-2 16,0 3-1,-1 8-15,2 7 0,-1 7 16,-3 8-16,-2 6 16,1 2-16,1 3 15,-2 4-15,1-6 16,1 0-16,2-7 15,1-33-15,-1 28 16,1-28-16,2 21 16,7-13-16</inkml:trace>
  <inkml:trace contextRef="#ctx0" brushRef="#br0" timeOffset="93072.0223">6958 13234 0,'0'0'0,"0"0"0,4 8 0,-1 14 16,1 8-16,-3 8 15,0 4-15,-2 6 16,-5-3-16,0-3 15,0-4-15,6-38 16,-8 34-16,8-34 16,-6 28-16,6-28 15,-10 22-15</inkml:trace>
  <inkml:trace contextRef="#ctx0" brushRef="#br0" timeOffset="93259.4779">6759 13469 0,'0'0'0,"0"0"0,6-2 16,10 0-1,14-3-15,6 2 0,10 3 16,-3 0-16</inkml:trace>
  <inkml:trace contextRef="#ctx0" brushRef="#br0" timeOffset="93806.226">7047 13561 0,'0'0'0,"0"0"16,1 0-16,-1 0 16,7-3-16,3 0 15,-10 3-15,20-7 16,0 7-16,-20 0 0,26-1 16,-5 4-16,-1 8 15,-7 5-15,-13-16 16,7 17-16,-7 4 15,0-21-15,-6 20 16,6-20-16,-7 17 16,7-17-16,-11 13 15,11-13-15,-12 6 16,12-6-16,-8-1 16,5-3-16,3 4 15,4-7-15,8 5 16,-12 2-16,15 0 15,1 7-15,2 7 16,-8 5-16,-10-19 16,7 20-16,-4 2 15,-3-22-15,-6 22 16,-5-3-16,-8 1 16,-5-9-16,-5-4 15,-2 0-15,2-11 0,0-1 16,1 1-16,1-5 15,7-4-15,1 0 16,19 13-16</inkml:trace>
  <inkml:trace contextRef="#ctx0" brushRef="#br0" timeOffset="94587.3104">8538 14382 0,'0'0'0,"0"0"0,0 1 0,3 6 0,-2 5 15,0 8-15,-2 8 16,4 5-16,3 7 16,-3 1-16,3 2 15,-2-1-15,3-1 16,-4-5-1,-1-2-15,-2-34 0,6 27 16,-6-27-16,3 25 16,-3-25-16,3 21 15,-3-21-15,1 13 16</inkml:trace>
  <inkml:trace contextRef="#ctx0" brushRef="#br0" timeOffset="95196.5253">8767 14348 0,'0'0'0,"0"0"0,0 0 0,0 0 15,1 3-15,-1 11 16,2 5-16,2 10 16,-3 2-16,3 11 15,-3-1-15,2 1 0,-1-2 16,-2-2-1,-2-3-15,4-6 16,-2-29-16,3 30 0,-2-4 16,-1-26-16,1 27 15,-1-27-15,1 24 16</inkml:trace>
  <inkml:trace contextRef="#ctx0" brushRef="#br0" timeOffset="95415.2326">8626 14657 0,'0'0'0,"0"0"0,10 1 0,16-4 15,8 2-15,10 0 16,-1 1-16</inkml:trace>
  <inkml:trace contextRef="#ctx0" brushRef="#br0" timeOffset="95930.7249">8890 14816 0,'0'0'0,"0"0"0,0 0 16,2-2-16,-2 2 15,7-6-15,5 2 16,-12 4-16,16-2 16,1 7-16,4 8 0,-2 7 15,-5 2-15,-7 3 16,-10 2-16,-1-2 16,-7-1-16,-5 0 15,-1-2-15,-5-5 16,22-17-16,-22 13 15,22-13-15,-22 8 16,-1-6-16,23-2 16,-20-5-16,6-7 15,14 12-15,-5-19 16,7 0-16,-2 19 16,14-16-16,7 8 15,10 9-15,-1 9 16,1 8-16,1 6 15,-2 2-15,1 2 16,1 6-16,1-1 16,2 2-16,0-6 0</inkml:trace>
  <inkml:trace contextRef="#ctx0" brushRef="#br0" timeOffset="97086.7233">10582 14382 0,'0'0'0,"0"0"0,0 0 16,-1-2-16,1 2 15,0-3-15,0 3 16,-1-1-16,1 1 16,4-2-16,-4 2 15,4-1-15,-4 1 16,6 3-16,-6-3 15,6 5-15,-6-5 16,6 9-16,-6-9 16,5 12-16,-3 4 15,4 6-15,-3 5 16,-1 6-16,0 7 16,0 2-16,-1 5 15,-2 0-15,-1 0 16,2-2-16,0-2 15,-1-6-15,-1-1 16,2-36-16,0 31 16,0-31-16,2 25 0,-2-25 15,1 20-15,-1-14 16</inkml:trace>
  <inkml:trace contextRef="#ctx0" brushRef="#br0" timeOffset="99429.908">10884 14352 0,'0'0'0,"0"0"0,0 0 0,1 1 15,3 1-15,-4-2 16,5 9-16,2 4 16,-1 12-16,0 6 15,0 5-15,0 7 16,1 3-16,-7 3 16,0-2-16,0-3 15,-3-5-15,-1-5 16,4-34-16,-1 33 15,-2-4-15,3-29 16,-6 26-16,6-26 16,-6 23-16,6-23 15</inkml:trace>
  <inkml:trace contextRef="#ctx0" brushRef="#br0" timeOffset="99617.335">10720 14666 0,'0'0'0,"7"-2"0,9 0 0,3 1 0,17-1 16,4 1-16,2 1 15</inkml:trace>
  <inkml:trace contextRef="#ctx0" brushRef="#br0" timeOffset="100195.3601">11036 14837 0,'0'0'0,"0"0"0,0 0 0,4 0 15,6-3-15,-10 3 16,15 0-16,3 8 16,-2 11-16,-1 3 15,-6 7-15,-9 9 16,-5 3-16,-10-2 16,-6-1-16,-7-5 15,-1-7-15,0-8 16,3-4-16,26-14 15,-27 8-15,5-5 16,22-3-16,-22-4 16,4-8-16,7-6 0,10-3 15,1 21 1,3-22-16,9 5 0,-12 17 16,20-12-1,4 8-15,3 7 0,1 9 16,-3 6-16,-3 6 15,2 7-15,-3 4 16,4 1-16,5 2 16,2-2-16,7-6 15</inkml:trace>
  <inkml:trace contextRef="#ctx0" brushRef="#br0" timeOffset="100976.4261">12512 14309 0,'0'0'0,"0"0"0,0 0 15,0 0-15,1 9 16,1 13-16,4 7 16,-2 10-16,-7 10 15,-5 6-15,3 5 16,-1 2-16,0 1 15,-7-7-15,7-9 16,6-47-16,-5 39 16,1-6-16,4-33 15,1 27-15,-1-27 0,4 17 16,-4-11 0</inkml:trace>
  <inkml:trace contextRef="#ctx0" brushRef="#br0" timeOffset="101273.2316">12685 14336 0,'0'0'0,"0"0"0,0 4 16,2 8-16,4 9 15,0 3-15,-2 8 16,0 8-16,2 7 16,-6 6-16,0 0 15,-1-2-15,-1-6 16,2-4-16,0-9 16,0-32-16,-3 30 15,-1-4-15,4-26 16,-3 26-16,3-26 15,-3 17-15</inkml:trace>
  <inkml:trace contextRef="#ctx0" brushRef="#br0" timeOffset="101445.0664">12559 14658 0,'0'0'0,"0"0"0,5-1 0,10-4 16,6 3-16,10 0 15,1 2-15,7 2 16,1-2-16</inkml:trace>
  <inkml:trace contextRef="#ctx0" brushRef="#br0" timeOffset="101929.3244">12876 14837 0,'0'0'0,"0"0"0,0 1 0,6-3 0,7-2 16,3-1-16,-16 5 16,19 1-16,4 7 15,1 8-15,-1 6 16,-6 6-16,-6 2 16,-12 2-16,-4 0 15,-10 1-15,-4-4 16,-6-4-16,-2-5 15,1-4-15,-4-3 16,30-13-16,-28 4 16,1-4-16,4-10 15,4-5-15,19 15 16,-8-20-16,8 20 16,0-21-16,12 3 15,12 9-15,6 10 16,0 9-16,-4 6 15,5 8-15,-2 3 16,-1 0-16,1 1 0,6 0 16,1-6-16</inkml:trace>
  <inkml:trace contextRef="#ctx0" brushRef="#br0" timeOffset="102429.2165">14580 14368 0,'0'0'0,"0"0"0,0 4 0,0 8 16,0 11-16,-1 8 16,2 10-16,0 5 15,-2 3-15,-2 2 16,6-2-16,-3-4 16,4-4-16,-3-5 15,3-4-15,-4-32 16,3 27-16,-3-27 15,4 23-15,1-6 0,1-11 16</inkml:trace>
  <inkml:trace contextRef="#ctx0" brushRef="#br0" timeOffset="102679.1195">14850 14372 0,'0'0'0,"0"0"0,1 4 0,3 14 0,-1 8 16,-4 12-16,2 9 15,-3 5-15,-2-2 16,1-3-16,3-3 15,0-6-15,0-7 16,0-31-16,3 27 16,-3-27-16,1 24 15,-1-24-15,-1 21 0,-1-6 16</inkml:trace>
  <inkml:trace contextRef="#ctx0" brushRef="#br0" timeOffset="102882.2319">14703 14612 0,'0'0'0,"0"0"0,5 0 15,14-4-15,13 0 16,6 0-16,6 2 15,6 5-15</inkml:trace>
  <inkml:trace contextRef="#ctx0" brushRef="#br0" timeOffset="103444.5953">14949 14844 0,'0'0'0,"0"0"16,0 0-16,6-1 15,7-2-15,6 1 16,1 3-16,3 4 15,1 3-15,-8 5 16,-16-13-16,13 17 16,-6 3-16,-7 4 15,0-24-15,-6 22 16,-8-2-16,14-20 16,-15 16-16,15-16 0,-19 9 15,19-9-15,-17 4 16,17-4-16,-13 2 15,13-2-15,-6-2 16,5-2-16,10 0 16,5 3-16,5 7 15,-4 8-15,0 2 16,1 8-16,-8 3 16,-1 3-16,-4 2 15,-7 1-15,-4-4 16,-11-3-16,-3-6 15,-8-4-15,-3-7 16,-3-4-16,-4-9 16,2-4-16,1-7 15,-5 0-15,2-6 16,-3-5-16</inkml:trace>
  <inkml:trace contextRef="#ctx0" brushRef="#br0" timeOffset="269998.9755">2130 15969 0,'0'0'0,"0"0"0,0 0 0,0-3 16,0 3-16,0-4 15,0 4-15,0-3 0,0 3 16,1-3-1,-1 3-15,8-2 0,2 7 16,-2 9 0,3 2-16,0 4 0,-2 7 15,0 1-15,-1 2 16,-1 2-16,1 1 16,2-1-16,0-4 15,3-7-15,-4-1 16,5-4-16,-14-16 15,15 12-15,3-3 16,13-10-16,5-8 16,2-10-16,12-16 15,11-9-15,11-12 16,18-11-16,12-3 16,7 1-16,2 10 15,-8 11-15</inkml:trace>
  <inkml:trace contextRef="#ctx0" brushRef="#br0" timeOffset="273029.4853">17823 15818 0,'0'0'0,"0"0"0,0 0 15,3 0-15,-3 0 16,3-1-16,4 4 15,11 7-15,-1 5 16,10 9-16,2 6 16,0 8-16,8 2 15,4 5-15,5 2 16,2 6-16,1-3 16,-3-1-16,2-5 15,-4 1-15,-5-10 16,-39-35-16,36 35 15,-6-5-15,-30-30 0,25 23 16,-9-10-16,-7-18 16,-9-13-16</inkml:trace>
  <inkml:trace contextRef="#ctx0" brushRef="#br0" timeOffset="273263.8051">18451 15878 0,'0'0'0,"0"0"0,0 7 16,-8 17-16,-6 8 16,-7 8-16,-13 13 15,-8 6-15,-15 6 16,-9 6-16,-11 4 15,-10 5-15,-7 7 16,-2 0-16,0 0 16</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2.98804" units="1/cm"/>
          <inkml:channelProperty channel="Y" name="resolution" value="650.78448" units="1/cm"/>
          <inkml:channelProperty channel="T" name="resolution" value="1" units="1/dev"/>
        </inkml:channelProperties>
      </inkml:inkSource>
      <inkml:timestamp xml:id="ts0" timeString="2024-03-13T08:47:01.584"/>
    </inkml:context>
    <inkml:brush xml:id="br0">
      <inkml:brushProperty name="width" value="0.05292" units="cm"/>
      <inkml:brushProperty name="height" value="0.05292" units="cm"/>
      <inkml:brushProperty name="color" value="#FF0000"/>
    </inkml:brush>
  </inkml:definitions>
  <inkml:trace contextRef="#ctx0" brushRef="#br0">3523 14648 0,'0'0'0,"0"0"0,0 0 0,4 0 15,-4 0-15,3 0 16,-3 0-16,7 4 15,-7-4 1,12 7-16,-12-7 0,13 6 16,-13-6-16,11 7 15,-11-7-15,11 5 16,-11-5-16,7 8 16</inkml:trace>
  <inkml:trace contextRef="#ctx0" brushRef="#br0" timeOffset="515.4947">3584 14732 0,'0'0'0,"0"0"0,0 0 15,-3 0-15,3 0 16,-6 0-16,6 0 15,-7 0-15,7 0 0,-6-3 16,6 3-16,-9-4 16,9 4-16,-4-3 15,4 3-15,-3-3 16,3 3-16,0-1 16,0 1-16,-3 0 15,3 0-15,-1 0 16,1 0-16,4 1 15,-4-1-15,0 4 16,3 5-16,0 6 16,4 2-16,-4 5 15,0 0-15,-3 6 16,3 1-16,-2-3 16,2-1-16,-3 0 15,0-2-15,0-23 16,0 24-16,3 1 0,-3-1 15,0-24-15,1 24 16,-1-24-16,2 16 16,-2-16-16,0 15 15,3-7-15,3-12 16,0-5-16</inkml:trace>
  <inkml:trace contextRef="#ctx0" brushRef="#br0" timeOffset="859.1625">3722 14672 0,'0'0'0,"0"0"0,0 0 15,-1 4-15,-1 4 16,-1 9-16,-1 4 0,0 4 16,0 5-16,4 1 15,-3 2-15,1 4 16,-1-3-16,3 1 16,0-35-16,-1 32 15,-1-3-15,2-29 16,0 27-16,0-27 15,-1 26-15,1-26 16,-2 21-16</inkml:trace>
  <inkml:trace contextRef="#ctx0" brushRef="#br0" timeOffset="1030.9975">3611 14965 0,'0'0'0,"0"0"0,5 0 0,9-2 0,9 3 16,6-2-16,5-1 16,-34 2-16</inkml:trace>
  <inkml:trace contextRef="#ctx0" brushRef="#br0" timeOffset="1608.981">3795 15097 0,'0'0'0,"0"0"0,0 0 16,-2-3-16,2 3 16,2-4-16,-2 4 15,4-6-15,-4 6 0,11-4 16,-11 4-16,15-3 16,1 6-16,-16-3 15,16 8-15,-16-8 16,10 14-16,-7 4 15,-3-18-15,-7 18 16,7-18-16,-8 19 16,8-19-16,-13 14 15,13-14-15,-11 8 16,11-8-16,-6 5 16,6-5-16,-4 2 15,4-2-15,3 0 16,9 2-16,-12-2 15,17 5-15,0 5 16,-1 9-16,-16-19 16,13 20-16,-8 2 15,-5-22-15,2 25 16,-6 2-16,-9-2 16,-6-5-16,-7-1 15,0-10-15,0-3 0,-3-6 16,0-4-16,3-4 15,3-3-15,0-4 16,7-9-16,9-7 16,12-8-16</inkml:trace>
  <inkml:trace contextRef="#ctx0" brushRef="#br0" timeOffset="2249.4591">5126 14726 0,'0'0'0,"0"0"0,0 0 0,1 3 16,-1-3 0,0 0-16,0 0 0,3 4 15,1 5-15,2 8 16,-3 6-16,1 5 16,-2 4-16,0 3 15,0-2-15,1 1 16,2-3-16,-5-31 15,5 27-15,-5-27 16,3 24-16,-3-24 16,3 23-16,-3-23 15,1 15-15,2-9 16</inkml:trace>
  <inkml:trace contextRef="#ctx0" brushRef="#br0" timeOffset="2561.8776">5347 14715 0,'0'0'0,"0"0"0,0 0 0,2 0 16,-2 3-16,5 9 15,-2 3-15,1 8 16,0 4-16,-1 10 16,-2 3-16,1 2 15,0-1-15,-2-1 16,0-40-16,2 35 16,-2-35-16,2 30 15,-2-30-15,1 27 0,-1-27 16,2 21-1,-2-11-15,0-10 0</inkml:trace>
  <inkml:trace contextRef="#ctx0" brushRef="#br0" timeOffset="2749.3353">5225 14879 0,'0'0'0,"0"0"0,2 0 0,6 0 16,11 0-16,13-1 15,14 0-15,16 0 16</inkml:trace>
  <inkml:trace contextRef="#ctx0" brushRef="#br0" timeOffset="3702.2294">5312 13714 0,'0'0'0,"0"0"0,0 2 16,0 7-16,3 5 16,0 4-16,0 8 15,-4 7-15,-1 2 16,-1 5-16,0 4 16,2-4-16,-2-1 15,0-6-15,3-33 16,0 27-16,0-27 15,0 20-15,0-20 0,3 14 16</inkml:trace>
  <inkml:trace contextRef="#ctx0" brushRef="#br0" timeOffset="4014.6658">5549 13734 0,'0'0'0,"0"0"0,5 9 15,-4 14-15,1 5 16,-3 7-16,3 1 15,-4-1-15,1-3 0,0 0 16,-1-3 0,1-1-16,1-5 0,0-23 15,-3 21-15,3-21 16,0 18-16,0-18 16</inkml:trace>
  <inkml:trace contextRef="#ctx0" brushRef="#br0" timeOffset="4217.7432">5361 13897 0,'0'0'0,"8"-1"16,10-2-16,14 1 15,9 0-15,5-1 16,5 1-16</inkml:trace>
  <inkml:trace contextRef="#ctx0" brushRef="#br0" timeOffset="4826.9702">5663 13972 0,'0'0'0,"0"0"0,0 0 16,2-4-16,7-3 15,-9 7-15,14-7 16,3 4-16,-17 3 16,25 0-16,0 6 15,-25-6-15,22 14 16,-7 5-16,-5 5 0,-10-24 16,2 28-16,-7-2 15,-6-4-15,11-22 16,-12 21-16,12-21 15,-11 13-15,11-13 16,-13 8-16,13-8 16,-10 3-16,10-3 15,-6-2-15,6 2 16,-2-7-16,7-3 16,-5 10-16,13-8 15,3 1-15,-16 7 16,23 3-16,-2 4 15,-3 7-15,-18-14 16,13 19-16,-3 1 16,-10-20-16,3 22 15,-8-1-15,-3-5 16,-12-2-16,-1-4 16,-4-3-16,-5-5 0,0-2 15,1-5-15,3 1 16,26 4-16,-28-10 15,5-1-15,23 11 16,-20-19-16</inkml:trace>
  <inkml:trace contextRef="#ctx0" brushRef="#br0" timeOffset="5545.5243">6782 14659 0,'0'0'0,"0"0"0,1 7 15,-1 11-15,0 5 0,-3 8 16,3 3-16,-1 5 16,2 0-1,-1-1-15,3 3 0,-5-2 16,1-6-16,1-33 16,-4 31-1,1-3-15,3-28 0,-6 24 16,6-24-16,-6 19 15</inkml:trace>
  <inkml:trace contextRef="#ctx0" brushRef="#br0" timeOffset="5889.2236">6952 14657 0,'0'0'0,"0"0"0,0 8 0,1 16 16,1 5 0,-1 9-16,-3 7 0,1-2 15,-3-2-15,-1-1 16,2-4-16,0-5 15,3-31-15,0 29 16,0-29-16,0 27 16,0-27-16,0 21 15,1-11-15,-1-10 16,-1 0-16</inkml:trace>
  <inkml:trace contextRef="#ctx0" brushRef="#br0" timeOffset="6029.8112">6815 14945 0,'0'0'0,"0"0"0,0 0 16,3 0-16,7 0 0,18 1 16,9 3-1,5 1-15,7 0 0</inkml:trace>
  <inkml:trace contextRef="#ctx0" brushRef="#br0" timeOffset="6529.6963">7084 15122 0,'0'0'0,"0"0"0,6-3 16,14 3-16,4 1 16,-2 7-16,4 1 15,-1 8-15,-8 4 16,-8 2-16,-8 2 15,-7 3-15,-9 1 16,-6-4-16,-4-4 0,-6-1 16,0-7-16,0-2 15,3-6-15,28-5 16,-29 0 0,6-5-16,23 5 0,-17-12 15,10-6-15,12-2 16,10-1-16,8 7 15,-1 10-15,4 9 16,0 9-16,-3 7 16,0 7-16,-1 2 15,2 4-15,4 3 16,1-2-16,7-2 16,-3-7-16,5-6 15</inkml:trace>
  <inkml:trace contextRef="#ctx0" brushRef="#br0" timeOffset="7060.8175">8395 14718 0,'0'0'0,"0"0"0,0 0 15,2 1-15,-2 8 16,0 8-16,1 8 15,0 6-15,0 10 16,-1 4-16,-2 0 16,-1 3-16,-1-4 15,3-3-15,-2-7 16,3-6-16,0-28 16,2 24-16,-2-24 15,2 17-15,-2-17 0</inkml:trace>
  <inkml:trace contextRef="#ctx0" brushRef="#br0" timeOffset="7357.6231">8631 14701 0,'0'0'0,"0"0"0,0 0 16,0 0-16,1 6 15,3 7-15,-2 8 16,-2 8-16,5 12 16,-4 2-16,-8 4 15,3-1-15,-1-3 16,5-43-16,-6 37 15,2-5-15,4-32 16,-2 27-16,2-27 16,-4 23-16,4-23 15</inkml:trace>
  <inkml:trace contextRef="#ctx0" brushRef="#br0" timeOffset="7513.8021">8437 14927 0,'0'0'0,"0"0"0,0 0 0,-1 0 15,5-1-15,11 1 16,5-3-16,10 0 16,6 2-16,9 2 15</inkml:trace>
  <inkml:trace contextRef="#ctx0" brushRef="#br0" timeOffset="8029.3414">8717 15121 0,'0'0'0,"0"0"0,0 0 16,3-2-16,-3 2 0,9-6 15,-9 6-15,14-4 16,1 6-16,-15-2 16,18 4-16,-6 12 15,-9 10-15,-8 5 16,-5 1-1,-8 0-15,-4-2 0,-6-5 16,2-7-16,-5 0 16,2-8-16,29-10 15,-28 5-15,28-5 16,-25 1-16,3-6 16,8-11-16,7-2 15,8 0-15,10 2 16,6 5-16,3 6 15,2 8-15,1 9 16,1 5-16,0 8 16,1 8-16,3 1 15,-1 3-15,4 1 16,3 3-16,-2-1 16,2-8-16</inkml:trace>
  <inkml:trace contextRef="#ctx0" brushRef="#br0" timeOffset="8982.2382">10107 14689 0,'0'0'0,"0"0"0,0 0 16,0 0-16,2 9 0,-2-9 16,1 15-1,-1 9-15,-2 14 16,0 4-16,-3 5 0,-2-2 16,0 3-16,-2-6 15,4-3-15,5-39 16,-6 34-16,6-34 15,-3 30-15,2-5 16,1-25-16,5 11 16,3-12-16</inkml:trace>
  <inkml:trace contextRef="#ctx0" brushRef="#br0" timeOffset="9325.9047">10343 14680 0,'0'0'0,"0"0"0,0 0 15,2 2-15,-2 7 16,1 9-16,0 7 15,0 7-15,-1 4 16,-1 3-16,-1 1 16,-1 0-16,-2-1 15,2-4-15,0-4 16,1-1-16,2-30 16,0 26-16,0-26 15,0 25-15,0-25 16,0 18-16</inkml:trace>
  <inkml:trace contextRef="#ctx0" brushRef="#br0" timeOffset="9497.706">10154 14968 0,'0'0'0,"0"0"0,1 0 16,11 0-16,7 0 16,10 1-16,4 4 15,7-1-15,-2 0 16</inkml:trace>
  <inkml:trace contextRef="#ctx0" brushRef="#br0" timeOffset="9966.377">10449 15134 0,'0'0'0,"0"0"0,0 0 0,2 0 15,6-1-15,-8 1 0,18 0 16,1 3-16,-19-3 16,19 9-16,-3 7 15,-5 7-15,-7 3 16,-9 1-16,-6-1 16,-7-1-16,-4-6 15,-4-3-15,2-4 16,-4-4-16,28-8 15,-27 4-15,27-4 16,-24 1-16,24-1 16,-18-4-16,5-6 15,13 10-15,-1-15 16,11 4-16,5 6 16,12 9-16,4 8 15,2 12-15,3 0 0,2 6 16,0 0-1,-38-30-15</inkml:trace>
  <inkml:trace contextRef="#ctx0" brushRef="#br0" timeOffset="10450.6447">10171 13742 0,'0'0'0,"1"7"0,0 5 0,2 14 16,0 5-16,0 8 16,-2 1-16,1 2 15,-2-1-15,-2-2 16,4-7-16,-2-32 16,1 33-16,-1-33 15,2 27-15,-2-27 0,3 18 16</inkml:trace>
  <inkml:trace contextRef="#ctx0" brushRef="#br0" timeOffset="10716.2041">10490 13778 0,'0'0'0,"0"0"0,1 5 0,0 9 16,0 5-16,-1 11 15,0 6-15,-4 4 16,-2-1-16,2-1 16,0 0-16,4-38 15,-5 32-15,5-32 16,-5 28-16,5-28 15</inkml:trace>
  <inkml:trace contextRef="#ctx0" brushRef="#br0" timeOffset="10903.6572">10289 13959 0,'0'0'0,"0"0"0,7-5 16,17 0-16,12 1 15,9 2-15,3-2 16,-48 4-16</inkml:trace>
  <inkml:trace contextRef="#ctx0" brushRef="#br0" timeOffset="11247.2922">10634 14082 0,'0'0'0,"0"0"0,3-4 0,9-1 16,-12 5-16,17-1 0,4 2 16,-21-1-1,25 4-15,-5 5 0,-20-9 16,14 12-16,-7 5 16,-8 5-16,-10 3 15,-9 1-15,-1 2 16,21-28-16,-24 27 15,24-27-15,-22 26 16,11-1-16,18 0 16,18-7-16,17-6 15,18-11-15</inkml:trace>
  <inkml:trace contextRef="#ctx0" brushRef="#br0" timeOffset="11716.0024">10242 12721 0,'0'0'0,"0"0"0,0 6 0,1 14 16,0 13-16,0 6 16,-4 8-16,0 5 15,2-6-15,2-3 16,4-4-16,-1-8 15,-4-31-15,8 26 16,-8-26-16,9 19 16</inkml:trace>
  <inkml:trace contextRef="#ctx0" brushRef="#br0" timeOffset="12012.7704">10550 12743 0,'0'0'0,"0"0"0,2 5 0,-1 9 15,1 7-15,-4 8 16,2 9-16,-1 2 15,1 0-15,4 2 16,0-1-16,4-6 16,-8-35-16,5 30 15,-5-30-15,5 26 16,-5-26-16</inkml:trace>
  <inkml:trace contextRef="#ctx0" brushRef="#br0" timeOffset="12215.8449">10303 12948 0,'0'0'0,"0"0"0,8-3 15,11-2-15,22-3 16,4 1-16,9 4 15,-2 0-15</inkml:trace>
  <inkml:trace contextRef="#ctx0" brushRef="#br0" timeOffset="12715.7266">10650 13015 0,'0'0'0,"0"0"0,3-2 16,-3 2-16,7-8 16,5 0-16,-12 8 0,15-8 15,-15 8-15,18-7 16,1 2-16,-2 8 15,-17-3-15,18 7 16,-6 6-16,-12-13 16,2 16-16,-5 5 15,3-21-15,-10 19 16,10-19-16,-13 17 16,13-17-16,-15 13 15,15-13-15,-9 5 16,9-5-16,-7 3 15,10-4-15,-3 1 16,12-2-16,7 7 16,2 3-16,1 10 15,-22-18-15,20 21 16,-6 8-16,-8 6 16,-7-3-16,-4-2 0,-3-6 15,-6-5-15,-6-7 16,-7-3-16,-5-4 15,-2-5-15,-4-4 16,-1-5-16,4-5 16</inkml:trace>
  <inkml:trace contextRef="#ctx0" brushRef="#br0" timeOffset="13918.6133">11787 14611 0,'0'0'0,"0"0"0,0 0 16,0 0-16,0 0 0,4 1 16,-4-1-16,4 1 15,-1 2 1,-2 10-16,1 6 0,-6 10 16,2 8-16,-6 3 15,2 4-15,0 5 16,-1-6-16,-1 0 15,3-6-15,5-37 16,-8 33-16,3-1 16,5-32-16,-6 30 15,6-30-15,-3 25 16,3-25-16,-1 21 16,5-20-16</inkml:trace>
  <inkml:trace contextRef="#ctx0" brushRef="#br0" timeOffset="14215.3713">11971 14666 0,'0'0'0,"0"0"0,3 2 0,3 13 15,2 4-15,-2 9 16,0 7-16,-7 8 16,0 1-16,-1 5 15,-2-5-15,1-3 16,1-5-16,2-36 16,-3 32-16,1-6 15,2-26-15,-2 25 16,2-25-16,-2 18 15,3-9-15,-1-9 16</inkml:trace>
  <inkml:trace contextRef="#ctx0" brushRef="#br0" timeOffset="14387.2035">11864 14901 0,'0'0'0,"0"0"0,0 0 0,0 0 16,7 1-16,17 2 15,11-3-15,15 3 16,19-4-16</inkml:trace>
  <inkml:trace contextRef="#ctx0" brushRef="#br0" timeOffset="15933.7158">11901 15602 0,'0'0'0,"0"0"0,0 0 0,1 0 16,2 10-16,-2 11 15,2 9-15,-4 9 16,1 13-16,-3 3 16,-4-2-16,1-3 15,3-7-15,3-43 16,-3 38-16,3-5 16,0-33-16,4 29 15,2-8-15,4-9 16</inkml:trace>
  <inkml:trace contextRef="#ctx0" brushRef="#br0" timeOffset="16214.9004">12175 15701 0,'0'0'0,"0"0"0,0 4 0,1 14 16,0 6-16,-3 7 15,2 9-15,-1 4 16,-1 2-16,1 0 16,-1-3-16,2-6 15,0-5-15,0-32 16,1 26-16,-1-26 15,2 17-15</inkml:trace>
  <inkml:trace contextRef="#ctx0" brushRef="#br0" timeOffset="16417.9759">11975 15922 0,'0'0'0,"0"0"0,10 0 0,20 0 16,11-1-16,12-1 16,5 5-16</inkml:trace>
  <inkml:trace contextRef="#ctx0" brushRef="#br0" timeOffset="16949.0998">12296 16147 0,'0'0'0,"0"0"0,8 0 0,4-1 15,9 1-15,-21 0 16,21 4-16,3 2 0,-24-6 16,19 11-16,-4 3 15,-15-14-15,7 19 16,-8-1-16,1-18 15,-9 18-15,-9-2 16,18-16-16,-18 13 16,18-13-16,-20 10 15,20-10-15,-14 4 16,14-4-16,-6 0 16,11-2-16,-5 2 15,18 2-15,6 5 16,3 8-16,-6 2 15,-4 3-15,-5 3 16,-6-1-16,-11-1 16,-7 1-16,-5-1 15,-9-1-15,-7-6 16,-2-2-16,-2-6 0,1-6 16,0-5-16,3-8 15,2-7-15,3-11 16,8-4-16</inkml:trace>
  <inkml:trace contextRef="#ctx0" brushRef="#br0" timeOffset="17495.8438">13366 14717 0,'0'0'0,"0"0"0,0 0 0,0 0 16,4 5-16,1 0 15,-2 6-15,3 3 0,0 6 16,-5 5-16,-1 6 16,0 6-16,-3 1 15,0 3-15,1-3 16,1-4-16,1-34 15,-6 31-15,6-31 16,-4 26-16,4-26 16,-3 24-16,0-13 15</inkml:trace>
  <inkml:trace contextRef="#ctx0" brushRef="#br0" timeOffset="17808.2706">13537 14658 0,'0'0'0,"0"0"0,2 3 0,0 9 15,-1 6-15,1 6 16,2 8-16,-5 5 15,-4 1-15,0 5 16,-2-1-16,1-1 16,3-2-16,2-5 15,1-34-15,0 29 16,0-29-16,-1 25 16,1-25-16,1 23 15,-1-23-15</inkml:trace>
  <inkml:trace contextRef="#ctx0" brushRef="#br0" timeOffset="17964.4522">13420 14984 0,'0'0'0,"0"0"0,8 0 0,17-1 16,14-2-16,3 4 16</inkml:trace>
  <inkml:trace contextRef="#ctx0" brushRef="#br0" timeOffset="18323.7729">13607 15161 0,'0'0'0,"0"0"0,3 0 16,-3 0-16,10 1 15,8 4 1,-18-5-16,20 8 0,3 3 15,-23-11-15,20 14 16,-9 6-16,-9 5 16,-10 1-16,-11 3 15,-2-2-15,-4-2 16,0-1-16,25-24 0,-24 19 16,24-19-16,-21 20 15,9-2-15,15 3 16,9-7-16,21-3 15,17-11-15,17-3 16</inkml:trace>
  <inkml:trace contextRef="#ctx0" brushRef="#br0" timeOffset="18792.4082">14863 14675 0,'0'0'0,"0"0"0,2 1 0,0 5 15,6 5-15,-2 5 16,2 8-16,-2 14 15,-8 7-15,0 9 16,-4 7-16,-2-2 16,-1-6-16,5-6 15,3-8-15,1-39 16,1 30-16,3-7 16,-4-23-16,11 16 15,4-10-15</inkml:trace>
  <inkml:trace contextRef="#ctx0" brushRef="#br0" timeOffset="19120.4572">15134 14675 0,'0'0'0,"0"0"0,0 0 16,4 1-16,-1 7 15,-2 13-15,-1 11 16,-1 5-16,0 8 16,1 1-16,3-4 15,-2-2-15,-1-40 16,3 34-16,1-5 15,-4-29-15,3 27 16,-3-27-16,4 22 16,-4-22-16</inkml:trace>
  <inkml:trace contextRef="#ctx0" brushRef="#br0" timeOffset="19307.9183">14913 14924 0,'0'0'0,"0"0"0,10 0 0,14-1 16,24 1-16,6 1 15,7 1-15</inkml:trace>
  <inkml:trace contextRef="#ctx0" brushRef="#br0" timeOffset="19839.0389">15272 15093 0,'0'0'0,"0"0"0,0 0 16,2 0-16,8-2 15,9 1-15,2 2 16,-21-1-16,24 0 16,1 4-16,-25-4 15,23 8-15,-6 3 16,-3 9-16,-13 1 15,-7-1-15,-8-1 16,14-19-16,-16 16 16,-4-3-16,20-13 15,-21 11-15,21-11 0,-15 6 16,15-6-16,-10 3 16,7-4-16,10-3 15,10 3-15,-17 1 16,19 0-16,6 6 15,7 11-15,-6 5 16,-5 5-16,-5 3 16,-9 0-16,-10 1 15,-4-1-15,-9 2 16,-5-7-16,-5 0 16,-6-7-16,-10-4 15,-6-6-15,-1-6 16,-1-7-16,-3-1 15,5-5-15,-4-5 16</inkml:trace>
  <inkml:trace contextRef="#ctx0" brushRef="#br0" timeOffset="79214.8679">5439 17965 0,'0'0'0,"0"0"0,7 1 16,7 4-16,7 4 16,4 1-16,4-3 15,1 2-15,-1-1 16,0 0-16,0-1 15,0 2-15,7-1 16,1 0-16,5-2 16,8-1-16,3 0 15,8-2-15,1-1 16,2 3-16,6-1 16,3-1-16,5 2 15,3 0-15,3-1 0,6 0 16,4-2-16,4 1 15,1 0-15,3 0 16,4 0-16,0 0 16,2 0-16,2 2 15,-2-3-15,1 1 16,-2 2-16,1-3 16,-2 1-16,2 1 15,1-3-15,0 0 16,2-1-16,1 2 15,-1 1-15,-3-1 16,2 0-16,-3 1 16,1-1-16,1 3 15,0 0-15,-3-2 16,1-2-16,-2 3 16,-1 1-16,0-1 15,3 0-15,2 2 16,-3-3-16,2 2 15,-3 1-15,-1-2 0,-6-2 16,-1 0-16,-2-2 16,2-1-16,-2 0 15,4 1-15,0 0 16,-3-5-16,-4 0 16,-2-1-16,-4-3 15,-6 0-15,2-3 16,-3-1-16,-1-2 15,-4 1-15,8-4 16,3-1-16,-10 2 16,-5-1-16,-2-2 15,-5-2-15,-4 1 16,-2 0-16,-1-1 16,-3 0-16,-3 0 15,-2-1-15,-2 0 0,-4-6 16,-5 3-16,-4-3 15,-2-1-15,-5-2 16,-3 3-16,-3-4 16,-1-2-16,-10 0 15,-1 2-15,-6-6 16,-5 2-16,-8-1 16,-4-2-16,-9 1 15,-4-3-15,-6 2 16,-2 0-16,-4 6 15,-4-1-15,-2 4 16,-5-3-16,-6 5 16,0-3-16,-4 8 15,-2 2-15,2 1 16,-2 2-16,-2 5 16,1-5-16,-2 5 15,-6 0-15,0 2 0,0-2 16,-4 3-16,2 1 15,-1-1-15,1 2 16,1 1-16,-2-2 16,0 3-16,0-1 15,-1 4-15,2-4 16,-1 1-16,-1 2 16,1 0-16,1-2 15,-2 0-15,4 3 16,0 2-16,-1-1 15,-2 2-15,2 2 16,-1 0-16,3-1 16,-1-1-16,1 0 15,-3 1-15,2 0 16,-2-3-16,3 0 16,3-1-16,-1 6 15,3 2-15,0 3 16,-2-1-16,-1 0 15,5 0-15,-3 2 16,3-2-16,-2 1 0,-1 0 16,-3-1-16,-1-1 15,0 2-15,0-1 16,-2 2-16,1 0 16,3 0-16,-5 1 15,1-2-15,2-3 16,-1 3-16,0 1 15,1-2-15,-1-2 16,0 1-16,0 1 16,0-4-16,-2 1 15,1-2-15,-4 1 16,3-4-16,0 0 16,2-2-16,-2 0 15,2 0-15,2-3 16,4-1-16,-1 2 15,-2-4-15,-2 1 16,3 1-16,-3-1 16,-1 0-16,-1 3 15,1 1-15,-6-2 0,7 2 16,-1 1-16,-1 2 16,-2 5-16,-2 1 15,2 0-15,-1 5 16,-3 5-16,1 2 15,2 4-15,-2 5 16,2 3-16,3 2 16,2 6-16,3 5 15,2 2-15,3 1 16,7 5-16,4-1 16,4 0-16,10 1 15,7 1-15,7 0 16,7 2-16,9-2 15,8 0-15,11 0 16,12-4-16,9 0 16,10-2-16,13-4 0,10-2 15,13-5-15,13-4 16,16-4-16,14 0 16,16-9-16,12 1 15,17-1-15,8 3 16,15 1-16</inkml:trace>
  <inkml:trace contextRef="#ctx0" brushRef="#br0" timeOffset="163991.7325">21260 17806 0,'0'0'0,"9"2"0,7-1 0,5 3 16,11 1-16,6-1 16,3 4-16,9-1 0,3-1 15,2-1-15,6 2 16,5 1-16,2-1 15,1 3-15,6-1 16,0-3-16,6 3 16,6-1-16,9-2 15,2 4-15,10 2 16,0 2-16,4 2 16,4 0-16,4-1 15,-1 4-15,3-3 16,3 1-16,2 2 15,1-1-15,2 0 16,5 0-16,-8-2 16,0 0-16,-8-4 15,2 1-15,-5-5 16,-1-1-16,2 0 0,-5-2 16,-3-3-16,-1-5 15,0 2-15,-2-5 16,0-2-16,3 1 15,-2-3-15,3 2 16,-4-2-16,2 0 16,-4-1-16,-5-1 15,3-1-15,4-3 16,-7 2-16,-4 0 16,3-1-16,-5-1 15,-2 0-15,-5-2 16,0 0-16,-6-3 15,-3 1-15,-3 0 16,0-4-16,-3 2 16,1 1-16,-2 0 15,-2 1-15,1 2 16,0 0-16,-4 0 16,-1 0-16,-2 2 0,-4 0 15,-2-1-15,-3 0 16,-3 3-16,-5-4 15,-3 1-15,-2 0 16,-4 1-16,-3-3 16,-4-5-16,-5-1 15,-1 0-15,-3-2 16,-6-1 0,-4 0-16,-4-1 0,-5-3 15,-2-1-15,-4 1 16,-6-1-16,-4 0 15,-3 2-15,-8-2 16,-6 2-16,-10-1 16,-7 0-16,-7 3 15,-7 0-15,-7-1 16,-2 4-16,-2 3 0,-6 1 16,0 1-16,-5 7 15,-1-1-15,-2 5 16,1 4-16,0 2 15,-1 4-15,0 0 16,-1 3 0,-3 2-16,1 1 0,-2 1 15,-4-3-15,0 2 16,2-1-16,-3-1 16,-2 1-16,-1 2 15,2-3-15,-1 4 16,-5-3-16,4 2 15,1 0-15,1 0 16,-2 0-16,6 3 16,-1-3-16,0 0 15,3 3-15,1-2 16,0 1-16,3-2 0,1-1 16,2 3-16,-1-3 15,-3-1-15,2 0 16,-3-3-1,1-2-15,3 0 0,-2-1 16,4-1-16,3-5 16,-1-1-16,0 0 15,0-2-15,-5 1 16,3 2-16,-3-1 16,5 1-16,1 1 15,-2 2-15,-1-4 16,2 4-16,-4 1 15,0-1-15,2-2 16,-2 2-16,1-1 16,-1 0-16,3 4 15,-4-1-15,1 2 16,4-1-16,0 0 0,2 2 16,-2 5-16,2 1 15,3 2-15,1 4 16,2 2-16,5 2 15,-2 6-15,2 4 16,-1 2-16,2 0 16,4 5-16,7 1 15,7 2 1,7 3-16,8 0 0,7 5 16,6-2-1,10 3-15,7-1 0,11 2 16,9 2-16,13 1 15,19 2-15,20 1 16,20 2-16,24 1 16,23-1-16,21 2 15</inkml:trace>
  <inkml:trace contextRef="#ctx0" brushRef="#br0" timeOffset="180425.3553">3478 10771 0,'0'0'0,"6"1"0,0 6 16,3 8-16,3 8 15,4 7-15,-1 7 16,8 3-16,-1-2 16,1 0-16,-23-38 15,26 29-15,1-4 16,5-10-16,-2-7 0,8-13 15,5-10 1,14-15-16,12-15 0,15-17 16,20-10-1,19-11-15,12-8 0,8 2 16,3 3-16,3 9 16,-5 4-16,-9 12 15,-15 8-15,-10 12 16,-20 9-16</inkml:trace>
  <inkml:trace contextRef="#ctx0" brushRef="#br0" timeOffset="183955.7655">20376 10630 0,'0'0'0,"0"0"0,0 0 15,2-1-15,2-2 16,7 2-16,-11 1 16,17 0-16,1 7 15,11 9-15,3 7 16,2 8-16,5 3 15,2 6-15,6 1 16,1 6-16,6 0 16,5 0-16,1 3 15,-1-2-15,2-6 16,-9-1-16,-1-5 16,-6-5-16,-45-31 0,38 24 15,-38-24 1,29 17-16,-9-12 15,-10-21-15,-7-9 16,-13-8-16</inkml:trace>
  <inkml:trace contextRef="#ctx0" brushRef="#br0" timeOffset="184236.9528">21063 10543 0,'0'0'0,"0"0"0,0 0 16,-1 0-16,-2 3 15,-7 9-15,-6 10 16,-7 15-16,-8 6 16,-10 11-16,-10 10 15,-6 4-15,-7 3 0,-6 1 16,3-1-16,-8-2 15,1 2-15,-6 3 16,0 4-16,0 3 16,3-3-16</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2.98804" units="1/cm"/>
          <inkml:channelProperty channel="Y" name="resolution" value="650.78448" units="1/cm"/>
          <inkml:channelProperty channel="T" name="resolution" value="1" units="1/dev"/>
        </inkml:channelProperties>
      </inkml:inkSource>
      <inkml:timestamp xml:id="ts0" timeString="2024-03-13T08:52:54.147"/>
    </inkml:context>
    <inkml:brush xml:id="br0">
      <inkml:brushProperty name="width" value="0.05292" units="cm"/>
      <inkml:brushProperty name="height" value="0.05292" units="cm"/>
      <inkml:brushProperty name="color" value="#FF0000"/>
    </inkml:brush>
  </inkml:definitions>
  <inkml:trace contextRef="#ctx0" brushRef="#br0">3346 7537 0,'0'0'0,"0"0"0,-3-4 0,3 4 0,-1-9 15,-3-3-15,4 12 16,4-16-16,0-2 16,8-3-16,4 2 15,6-2-15,5 7 16,9 3-16,3 8 15,-1 3-15,-2 12 16,2 8-16,-5 12 16,2 9-16,-8 9 15,-8 7-15,-6 9 16,-6 0-16,-11 4 16,-9-8-16,-4-3 15,-8-4-15,-6-3 16,-7-5-16,-5-4 15,-7-1-15,-2-2 16,-3-8-16,3-9 16,7-8-16,5-7 15,12-11-15,5-8 16,10-13-16,7-6 16,6-7-16,4 1 0,8 3 15,7 4 1,-2 5-16,7 8 0,1 6 15,4 7-15,2 9 16,6 4-16,-7 9 16,4 4-16,-4 4 15,2 3-15,-3 2 16,-4 1-16,-4-1 16,4-3-16,-4-3 15,4-1-15,6-10 16,3-7-16</inkml:trace>
  <inkml:trace contextRef="#ctx0" brushRef="#br0" timeOffset="265.5849">4009 8015 0,'0'0'0,"0"0"0,6 1 0,17-4 16,10 0-16,15-3 15,0 2-15,5 0 16,-1 4-16,-7-1 15</inkml:trace>
  <inkml:trace contextRef="#ctx0" brushRef="#br0" timeOffset="999.8509">4540 7815 0,'0'0'0,"0"0"0,1 3 0,2 6 16,4 9-16,2 8 15,0 9-15,0 4 16,0-2-16,-1 1 16,-8-38-16,3 36 15,1-4-15,-4-32 16,4 29-16,-4-29 16,0 19-16,0-19 15,0 13-15,0-8 16,0-5-16,0-7 15,-4-9-15,4-9 16,4-6-16,5-1 16,0-3-16,6-1 15,1 3-15,6 2 16,-1 6-16,0 9 0,4 6 16,-1 10-16,-2 11 15,-3 4-15,-2 8 16,-4 3-16,-13-26 15,9 25-15,-1 1 16,-8-26-16,2 25 16,-2-25-16,0 21 15,0-21-15,0 14 16,0-14-16,-3 7 16,1-14-16,5-11 15,3-8-15,6-3 16,5-3-16,6 2 15,1 6-15,-24 24 16,25-20-16,0 12 16,4 12-16,-3 8 15,0 9-15,-4 9 16,-5 3-16,-8 2 16,-6 1-16,-3-2 15,0-34-15,-6 31 16,1-5-16,5-26 0,-7 26 15,6-10-15</inkml:trace>
  <inkml:trace contextRef="#ctx0" brushRef="#br0" timeOffset="1406.0297">5340 8036 0,'0'0'0,"0"0"0,6 0 15,8 0-15,13-4 16,2 0-16,-29 4 0,29-8 16,0-5-1,-5-2-15,-24 15 16,15-20-16,-15 20 0,9-22 15,-6-1-15,-14 0 16,-7 4-16,-4 7 16,-1 11-16,-5 9 15,-2 11-15,3 11 16,3 8-16,7 3 16,7 2-16,13-3 15,10-5-15,11-7 16,10-7-16,9-7 15,8-8-15,5-9 16,-3-11-16</inkml:trace>
  <inkml:trace contextRef="#ctx0" brushRef="#br0" timeOffset="1702.7842">5974 7365 0,'0'0'16,"2"11"-16,-2 13 0,1 15 15,-2 12-15,2 16 16,-1 9-16,0 1 15,0-1-15,-3-3 16,1-7-16,2-8 16,-3-6-16,1-8 15,2-44-15,0 39 16,0-39-16,-2 36 16,0-10-16</inkml:trace>
  <inkml:trace contextRef="#ctx0" brushRef="#br0" timeOffset="2327.6366">5871 7868 0,'0'0'0,"15"-7"0,16-4 0,18-1 15,11-3-15,6-2 16,4-1-16,-6-1 15,-5 1-15,-8-2 16,-9-4-16,-2-1 16,-2-6-16,-9-4 15,-4 2-15,-5-2 16,-9-4-16,-10 0 16,-7 4-16,-12 1 15,18 34-15,-24-25 16,-3 6-16,27 19 15,-27-8-15,3 11 16,4 24-16,5 18 0,3 11 16,-1 13-1,7 7-15,1 1 0,0-8 16,7-5-16,-1-10 16,-1-54-16,2 45 15,1-7-15,-3-38 16,3 32-16,-3-32 15,2 24-15,-2-24 16,0 17-16,0-17 16,1 10-16,3-13 15,3-14-15,4-10 16,7-3-16,2-1 16,5 5-16,1 8 15,1 9-15,3 9 16,1 10-16,-5 9 15,-4 7-15,-5 0 16,-4 4-16,-4-2 16,-5 0-16,-1-3 15,-7-1-15,4-24 0,-3 21 16,3-21-16,-4 19 16</inkml:trace>
  <inkml:trace contextRef="#ctx0" brushRef="#br0" timeOffset="2827.5508">6818 7957 0,'0'0'0,"5"7"0,4 4 15,6 4-15,8-1 16,3 0-16,1-6 15,2-6-15,1-6 16,-2-2-16,-6-6 16,2-3-16,-4-3 15,-6-2-15,-4-7 16,-5 1-16,-5 26 0,2-27 16,-2 27-16,-3-25 15,3 25-15,-7-17 16,-2 14-16,2 18 15,1 13-15,1 12 16,1 12-16,5 3 16,-3 3-16,2-2 15,1 2-15,-3-4 16,-3 1-16,1-8 16,-3-5-16,-2-5 15,-5-8-15,-1-8 16,-4-3-16,-3-7 15,-6-6-15,-5-10 16,-2-6-16,-4-13 16,2-12-16,5-16 15,11-9-15,13-10 16,8 0-16</inkml:trace>
  <inkml:trace contextRef="#ctx0" brushRef="#br0" timeOffset="3061.8647">7347 7292 0,'0'0'0,"0"0"0,3 7 0,3 20 16,4 13-1,1 18-15,-6 12 0,-2 11 16,-4 7-16,-2 4 16,-3-1-16,1-1 15,2 0-15,1-5 16</inkml:trace>
  <inkml:trace contextRef="#ctx0" brushRef="#br0" timeOffset="11294.3097">3678 8714 0,'0'0'0,"0"0"0,0 0 0,0 0 0,0 0 16,-5-1-16,-4 1 15,-5 0-15,-6-3 16,-6 3-16,-5-2 15,-2 0-15,0 0 16,-3-1-16,36 3 16,-32-3-16,32 3 15,-29-2-15,29 2 16,-25-1-16,25 1 16,-18-3-16,18 3 15,-12 0-15,12 0 16,-12 4-16,5 5 15,7-9-15,-4 15 16,0 1-16,4 12 16,1-1-16,-1 0 15,1 4-15,1 1 16,-2-3-16,0 0 16,0-29-16,0 26 15,0-26-15,1 23 0,-1-23 16,0 20-16,0-20 15,0 16-15,0-16 16,0 11 0,3-10-16,-3-1 0,6-7 15,1-4-15,6-3 16,3-3-16,5 3 16,2 0-16,4 4 15,2 3-15,3 4 16,0 8-16,1 4 15,-1 7-15,0 5 16,-5 6-16,-5 5 16,-6 4-16,-5 3 15,-5-2-15,-8-2 16,-4-6-16,-8-2 16,-7-6-16,-6-1 15,-3-5-15,-2-1 16,2-5-16,-5-2 0,4-5 15,0-6-15,1-5 16,2-2-16,-1-4 16,7-4-16,22 19 15,-18-18-15</inkml:trace>
  <inkml:trace contextRef="#ctx0" brushRef="#br0" timeOffset="11559.8774">4055 9057 0,'0'0'0,"0"0"0,6 1 0,11 1 16,8-4 0,4 2-16,10-1 0,-2 2 15,1-2-15,-2-2 16,-1 1-16</inkml:trace>
  <inkml:trace contextRef="#ctx0" brushRef="#br0" timeOffset="12028.4678">4687 9055 0,'0'0'0,"11"0"0,6-1 0,7-2 16,6-1-1,4-1-15,-5-2 0,-29 7 16,32-11 0,-6-2-16,-5-5 0,-21 18 15,18-20-15,-8-3 16,-9 2-16,-6 0 15,-7 1-15,-7 5 16,-5 6-16,-8 5 16,-4 4-16,1 8 15,-1 5-15,5 6 16,2 14-16,8 3 16,5 6-16,11 2 15,8 0-15,9-5 16,7-4-16,12-8 15,3-6-15,8-7 16,4-6-16,5-11 16,1-8-16</inkml:trace>
  <inkml:trace contextRef="#ctx0" brushRef="#br0" timeOffset="12340.926">5222 8494 0,'0'0'0,"0"6"0,0 9 15,-1 13-15,1 12 16,-4 9-16,2 6 15,2 5-15,0 2 16,0 0-16,-1-5 16,1-6-16,-2-8 15,1-7-15,1-7 16,0-29-16,-2 26 16,2-26-16,-4 22 0</inkml:trace>
  <inkml:trace contextRef="#ctx0" brushRef="#br0" timeOffset="12997.0336">5144 8875 0,'0'0'0,"16"-4"0,10-5 16,20-2-16,5 0 15,3 0-15,0-2 16,-5-2-16,-6-1 16,-1-4-16,-9-3 15,-4-3-15,-3-5 16,-5-4-16,-3 0 16,-8-4-16,-6 2 15,-7 2-15,-8 6 16,-7 7-16,18 22 15,-23-18-15,-3 12 16,4 11-16,-1 7 16,2 14-16,5 13 15,3 11-15,0 12 16,3 5-16,1 1 0,5-2 16,1-6-16,0-10 15,3-11-15,0-39 16,3 30-16,-3-30 15,3 23-15,-3-23 16,0 15-16,0-15 16,0 10-16,3-7 15,0-8-15,0-7 16,8-6-16,3-7 16,2-4-16,-16 29 15,18-26-15,6 4 16,-1 7-16,-23 15 15,22-9-15,1 11 16,-3 10-16,0 5 16,-5 5-16,1 5 15,-10 1-15,-6-28 16,3 25-16,-2 1 16,-1-26-16,0 26 0,0-26 15,-1 19-15,4-12 16</inkml:trace>
  <inkml:trace contextRef="#ctx0" brushRef="#br0" timeOffset="13496.9186">5848 8936 0,'0'0'0,"2"7"0,-2-7 15,7 9-15,7 4 16,3 1-16,-17-14 16,20 11-16,3-4 15,-1-5-15,1-7 16,-3-5-16,-3-5 16,-2-3-16,-4-1 15,-2-2-15,-2 2 16,-7 19-16,6-21 15,-6 21-15,1-15 0,-1 15 16,-1-13-16,-5 6 16,-1 11-16,-1 7 15,2 12 1,-3 7-16,0 12 0,6 5 16,3 4-16,1 1 15,-1-1 1,2-3-16,-2-1 0,0-7 15,0-1-15,-2 1 16,-4-8-16,6-32 16,-6 32-16,-9-7 15,-5-1-15,-3-9 16,-5-4-16,0-8 16,-4-5-16,0-9 15,2-8-15,1-9 16,4-4-16,13-14 15</inkml:trace>
  <inkml:trace contextRef="#ctx0" brushRef="#br0" timeOffset="13840.587">6372 8366 0,'0'0'0,"0"0"0,2 10 15,1 16-15,4 13 16,-4 5-16,1 6 15,-4 3-15,3-4 16,-5-1-16,4-5 16,3 0-16,0-1 15,-1-7-15,2 1 16,2-1-16,1-1 16,-1-1-16,-2 6 0</inkml:trace>
  <inkml:trace contextRef="#ctx0" brushRef="#br0" timeOffset="17902.2806">3605 9493 0,'0'0'0,"0"0"0,-1-4 0,1 4 15,-8-4-15,-4-1 16,-7 4-16,-6 4 0,1 7 16,-8 4-1,0 6-15,-4 5 16,2 6-16,-2 0 0,6 5 16,-1 4-16,5 3 15,2 1-15,4 6 16,4 3-16,11-3 15,7-3-15,8-6 16,9-5-16,8-4 16,2-6-16,3-7 15,3-7-15,1-4 16,-1-5-16,-2-5 31,-4-4-31,-5-4 16,-2-3-16,-3-5 15,-19 18-15,16-21 16,-9-2-16,-4-9 16,-5 1-16,-6 0 15,-11 4-15,-5 3 16,-8 7-16,-3 9 0,-6 3 16,1 9-16,2 3 15,38-7-15,-33 11 16</inkml:trace>
  <inkml:trace contextRef="#ctx0" brushRef="#br0" timeOffset="18136.5621">3961 9882 0,'0'0'0,"9"0"0,11-1 0,6-2 15,17-1-15,7 1 31,0 2-31,-2 1 0,-6 2 0,-42-2 16</inkml:trace>
  <inkml:trace contextRef="#ctx0" brushRef="#br0" timeOffset="18870.7647">4609 9745 0,'0'0'0,"0"6"0,6 10 15,1 4-15,5 10 16,1 2-16,0 6 16,-3-2-16,-3-2 15,-7-34-15,3 32 16,-3-32-16,3 27 16,-3-27-16,0 22 15,0-22-15,0 16 16,0-16-16,0 7 15,0-11-15,-3-10 16,3-6-16,3-6 16,1-3-16,4 1 15,4-2-15,2 3 16,6 5-16,-2 6 16,-18 16-16,21-12 0,0 12 15,-21 0-15,20 9 16,-5 6-16,-15-15 15,17 22-15,-7 2 16,-10-24-16,9 25 16,-9-25-16,8 19 15,-8-19-15,5 13 16,-3-6-16,5-11 16,-3-8-16,1-5 15,3-7-15,5-1 16,-13 25-16,12-25 15,7 4-15,2 3 16,3 8-16,-1 8 16,-3 7-16,-4 5 15,-16-10-15,16 16 16,-6 4-16,3 5 16,-5 1-16,-8-26 0,3 25 15,-3 0 1,0-25-16,-1 26 0</inkml:trace>
  <inkml:trace contextRef="#ctx0" brushRef="#br0" timeOffset="19261.3541">5309 9907 0,'0'0'0,"7"0"0,5 1 16,6 1-16,5 0 15,5-2-15,1-2 16,-1-1-16,-5-4 16,-23 7-16,21-10 15,-7-4-15,-7-4 16,-7 18-16,0-21 15,-6 1-15,-7 0 16,-6 6-16,-4 10 16,-4 3-16,-2 12 15,-4 7-15,4 9 0,-2 7 16,11 2-16,7 2 16,11-2-16,8-7 15,14-1-15,6-8 16,6-4-16,10-7 15,4-8-15</inkml:trace>
  <inkml:trace contextRef="#ctx0" brushRef="#br0" timeOffset="19573.7756">5714 9441 0,'0'0'0,"0"0"0,0 8 16,3 18-16,-3 10 0,0 13 15,-3 6-15,0 7 16,2 0-16,-1-2 15,0-5-15,1-1 16,-2-11-16,2-8 16,1-6-16,0-29 15,-3 25-15,2-7 16</inkml:trace>
  <inkml:trace contextRef="#ctx0" brushRef="#br0" timeOffset="20198.6089">5674 9821 0,'0'0'0,"14"-4"0,15-3 0,13-3 15,8 1-15,6-2 16,-2 2-16,-7-3 15,-4-2-15,-7-3 0,-5-3 16,-8-6-16,-3-5 16,-5-1-1,-7-2-15,-2 0 0,-9 3 16,-8 0 0,-6 5-16,-3 6 0,20 20 15,-21-15-15,-1 5 16,-3 16-16,4 10 15,0 15 1,3 14-16,-1 11 0,1 7 16,2 1-16,8 1 15,-1-7-15,5-5 16,1-9-16,2-6 16,1-7-16,0-31 15,-2 26-15,2-26 16,-3 21-16,3-21 15,-1 16-15,1-6 16,0-10-16,3-9 16,2-8-16,5-10 15,2 1-15,2-4 16,-14 30-16,16-26 0,-1 4 16,-15 22-16,16-14 15,2 8-15,-1 9 16,-17-3-16,17 12 15,-7 7-15,0 6 16,-10-25-16,6 26 16,-2-1-16,-4-25 15,-1 28-15,3-11 16</inkml:trace>
  <inkml:trace contextRef="#ctx0" brushRef="#br0" timeOffset="20698.4594">6304 9902 0,'0'0'0,"0"0"0,4 8 15,8 6-15,2 2 0,5 0 16,7-3-1,0-4-15,0-4 0,5-4 16,-4-6-16,-5-1 16,0-7-16,-1-3 15,-4-6-15,-1-1 16,-16 23-16,14-23 16,-14 23-16,8-22 15,-8 22-15,3-21 16,-3 8-16,-4 10 15,-5 8-15,-1 17 16,0 12-16,-3 11 16,6 6-16,2 3 15,-2 1-15,0 1 16,3-3-16,-5 2 16,0-3-16,-2-4 15,-3-3-15,-1-8 16,-4-8-16,2-4 15,-5-4-15,3-10 0,-4-5 16,0-6 0,-6-9-16,0-11 0,-4-7 15,6-9-15,6-10 16,7-7-16,8-2 16</inkml:trace>
  <inkml:trace contextRef="#ctx0" brushRef="#br0" timeOffset="21026.5605">6888 9386 0,'0'0'16,"0"0"-16,2 7 0,4 22 0,-3 10 15,-1 8-15,-3 13 16,-5 4-16,-1 3 16,-2 5-16,2 1 15,0-4-15,1-1 16,1-5-1,2 0-15,3-3 0</inkml:trace>
  <inkml:trace contextRef="#ctx0" brushRef="#br0" timeOffset="26306.5511">10706 8865 0,'0'0'0,"0"0"0,0 0 0,0-5 16,0-7-16,0 12 16,1-16-16,0-1 15,-1 17-15,-4-23 16,-5 5-16,-2-3 16,-10 8-16,-1 1 15,-7 6-15,-1 5 16,-2 6-16,-6 5 15,0 7-15,-2 8 16,1 7-16,-2 11 16,7 7-16,10 5 15,5 2-15,9 3 16,17-7-16,9-5 0,10-9 16,11-8-16,8-4 15,-1-12-15,6-5 16,0-10-16,-2-7 15,-2-8-15,-4-3 16,-4-7-16,-4-5 16,1-5-16,-12-3 15,-5-2-15,-8-6 16,-5 1-16,-8-1 16,-8 1-16,-8 1 15,-6 1-15,-9 4 16,-5 10-16,-3 5 15,-2 9-15,1 12 16,43 3-16</inkml:trace>
  <inkml:trace contextRef="#ctx0" brushRef="#br0" timeOffset="26634.5989">11214 8784 0,'0'0'0,"0"0"0,-3-5 0,-5-7 15,-8 2-15,-2 2 16,-8 6-16,-7 10 15,-1 9-15,-2 12 16,-5 8-16,3 7 16,5 5-16,2-1 15,9 1-15,10-6 16,9-3-16,12-7 16,12-3-16,6-7 15,11-1-15,9-9 16,3-5-16,5-9 15,4-12-15,-3-9 0</inkml:trace>
  <inkml:trace contextRef="#ctx0" brushRef="#br0" timeOffset="26993.8948">11514 8219 0,'0'0'0,"0"0"0,2 9 16,-9 21-16,4 14 16,-3 14-16,-2 10 15,-1 13-15,0 3 16,-3 4-16,2 1 15,4-4-15,-1-7 16,4-10-16,0-8 0,1-7 16,-1-10-16,0-5 15,3-38-15,-3 31 16,3-31-16,-4 25 16,0-8-16,1-15 15,-5-11-15</inkml:trace>
  <inkml:trace contextRef="#ctx0" brushRef="#br0" timeOffset="27603.12">11345 8987 0,'0'0'0,"12"0"0,16-1 0,13-2 15,21-2-15,3 1 16,6-1-16,0 4 16,-10-4-16,-4 0 0,-5 4 15,-11-3-15,-41 4 16,33-3 0,-33 3-16,27-4 15,-8-3-15,-19 7 0,14-11 16,-9-2-16,-10 1 15,5 12-15,-15-10 16,-8 4-16,-13 6 16,-6 9-16,-1 7 15,1 4-15,0 7 16,3 7-16,14 0 16,6-3-16,9 2 15,9-6-15,9-3 16,4-2-16,10-7 15,4-6-15,4-1 16,2-8-16,3-3 16,-2-4-16,0-3 15,-5-2-15,-5-3 16,-23 15-16,19-18 16,-4-3-16,-15 21 15,9-22-15,-9 22 16,6-22-16,-6 22 15,-1-17-15,-3 9 16,0 11-16,1 13 16,3 9-16,5 1 0,3 5 15,7-2-15,1-2 16,9-3-16,4-6 16,7-7-16,5-9 15,1-7-15</inkml:trace>
  <inkml:trace contextRef="#ctx0" brushRef="#br0" timeOffset="28103.0027">12475 8929 0,'0'0'0,"2"6"0,1 12 0,6 7 16,0 8-16,3 5 16,-1-4-16,-11-34 15,10 33-15,-4 0 16,-6-33-16,4 26 16,-4-26-16,1 21 15,-1-21-15,0 14 16,0-14-16,0 8 15,-2-11-15,1-11 16,1-6-16,-3-4 16,4-2-16,8-5 15,5 3-15,5-1 16,7-1-16,3 9 16,5 7-16,0 8 15,1 9-15,-4 7 16,-2 5-16,-7 4 15,1 4-15,-10 3 16,-1 3-16,-6 3 16,0-5-16,-6-27 15,3 30-15,-3-30 0,5 26 16,5-3-16,3-9 16</inkml:trace>
  <inkml:trace contextRef="#ctx0" brushRef="#br0" timeOffset="28571.6159">13318 9011 0,'0'0'0,"9"1"0,6 3 15,9-1-15,6 2 16,8-3-16,8 0 16,-4-2-16,0 0 0,2-2 15,-5-5 1,-39 7-16,33-9 16,-7-7-16,-26 16 0,24-20 15,-7-5-15,-9-6 16,-6 1-16,-11 2 15,-9 6-15,-7 5 16,-12 6-16,-7 8 16,-10 7-16,-8 15 15,-5 7-15,1 12 16,4 12-16,8 5 16,13-3-16,19-7 15,16-3-15,19-6 16,17 0-16,13-7 15,14-1-15,14-6 16,8-4-16,11-4 16,8-7-16,0-6 15,4-3-15,0-9 16,-4-4-16</inkml:trace>
  <inkml:trace contextRef="#ctx0" brushRef="#br0" timeOffset="47207.854">12004 9569 0,'0'0'0,"0"0"0,0 0 16,-2-2-16,2 2 15,-4-7-15,4 7 16,-4-6-16,4 6 0,-3-6 16,3 6-16,1-4 15,-1 4-15,5 1 16,5 1-16,13 1 16,3 2-16,7-1 15,8-2 1,6 2-16,7-1 0,4 2 15,11 1-15,6-1 16,5 3-16,4-2 16,5 2-16,-2-6 15,7 6-15,-4-3 16,4-2-16,-2 4 16,-1-3-16,-6 2 15,-4-3-15,-1 2 16,-12 0-16,-4-2 15,-8-2-15,-56-1 0,47 2 16,-47-2 0,39 1-16,-39-1 0,29 0 15,-29 0 1,15-1-16,-14-1 0,-23 2 16</inkml:trace>
  <inkml:trace contextRef="#ctx0" brushRef="#br0" timeOffset="47660.8753">12185 9728 0,'0'0'0,"0"0"0,0 0 0,1 1 16,0 0-16,10 1 0,4 4 16,9-1-16,8 1 15,12 1-15,4 2 16,20-6-16,3 3 15,13-3 1,9-2-16,7 3 0,4 4 16,8-2-16,-5 3 15,4 0-15,-3 1 16,-5-4-16,-4 3 16,-10-4-16,-13 2 15,-14-3-15,-62-4 16,52 2-16,-52-2 15,35 2-15,-35-2 16,22 1-16,-15-2 16,-25 6-16</inkml:trace>
  <inkml:trace contextRef="#ctx0" brushRef="#br0" timeOffset="201702.7553">16579 7671 0,'0'0'0,"0"0"0,0 0 0,2 0 16,-2 0-16,7-1 0,-7 1 16,10-2-16,-10 2 15,6 0-15,-8 2 16,-7 1-16,-9 2 15,-5-2-15,-4 1 16,-7 2-16,-2-2 16,-2-2-16,1-3 15,0-3-15,37 4 16,-35-3-16,2 0 16,33 3-16,-27-4 15,27 4-15,-24-3 16,24 3-16,-19-4 15,19 4-15,-14-4 16,14 4-16,-10-3 16,10 3-16,-4 2 15,0 4-15,2 9 16,3 2-16,-3 7 16,-2 5-16,2 4 15,-1 2-15,-2 5 0,3-3 16,0-1-16,1-1 15,1-35-15,-1 30 16,0-2-16,1-28 16,-5 28-16,5-28 15,-4 25-15,4-25 16,-6 20-16,6-20 16,-3 14-16,3-14 15,-3 8-15,3-8 16,0 1-16,5-10 15,-5 9-15,10-16 16,5-1-16,-15 17 16,19-20-16,4 2 15,10 2-15,-1 4 16,2 5-16,-1 5 16,-1 8-16,0 3 15,1 7-15,4 8 16,-7 1-16,-2 3 0,-4 1 15,-1 6-15,-2 3 16,-1 0-16,-6 9 16,-10-9-16,-9 5 15,-1-2-15,-9-5 16,-2-2-16,-5 0 16,-2-5-16,-7-1 15,-1-6-15,-3-4 16,-4-1-16,-1-5 15,-1-6-15,-1-6 16,0-4-16,5-4 16,3-5-16,5-3 15,5-2-15,24 18 16,-21-20-16,0 0 16,21 20-16,-17-23 15</inkml:trace>
  <inkml:trace contextRef="#ctx0" brushRef="#br0" timeOffset="202093.3407">16866 8254 0,'0'0'0,"0"0"0,0 0 0,0 0 0,5 4 15,9-4-15,12 0 16,2 0-16,6 1 16,4-2-16,1 2 15,-4-2-15,-1 1 16,-5 0 0,-29 0-16,25 2 0,-25-2 15,17 3-15</inkml:trace>
  <inkml:trace contextRef="#ctx0" brushRef="#br0" timeOffset="202671.3283">17462 8249 0,'0'0'0,"0"0"0,6 0 16,9 0-16,5 1 15,6-1-15,0-3 16,1-2-16,-1 2 16,0-2-16,-4-1 15,-22 6-15,23-8 16,-7-3-16,-16 11 16,14-16-16,-5 1 15,-9 15-15,7-18 16,-11 3-16,4 15 15,-10-14-15,-11 6 16,-11 9-16,-7 4 0,-2 6 16,4 5-1,-6 3-15,11 3 0,1 6 16,8 6-16,7 5 16,8 4-16,2 1 15,14 1-15,6-6 16,10-4-16,8-8 15,2-5-15,6-10 16,5-9-16,-1-8 16,5-9-16,-3-7 15</inkml:trace>
  <inkml:trace contextRef="#ctx0" brushRef="#br0" timeOffset="203030.6001">17946 7598 0,'0'0'0,"0"0"0,4 5 16,2 12-16,-2 10 16,3 8-16,1 13 15,-6 4-15,-1 10 16,-2 2-16,-4 3 16,0 0-16,-1-3 15,2-7-15,-1-10 16,-1-5-16,4-4 15,2-5-15,-3 1 16,2-4-16,1-3 16,0-27-16,-5 22 15</inkml:trace>
  <inkml:trace contextRef="#ctx0" brushRef="#br0" timeOffset="203764.8013">17921 8203 0,'0'0'0,"10"0"0,10-6 0,14-2 16,11-2-16,11-8 15,2 2-15,1-1 16,-3-4-16,0-1 15,-9-3-15,-4-9 16,-6-3-16,-8 2 16,-2-1-16,-11-3 15,-4 3-15,-6-3 16,-8 2-16,-5 2 16,-7 5-16,-7 1 15,-1 6-15,22 23 16,-26-18-16,0 4 15,-2 10-15,2 5 16,7 12-16,-3 8 16,1 11-16,2 12 0,0 9 15,-1 4-15,4 11 16,3 1-16,3 0 16,4-2-16,5-5 15,1-6-15,2-6 16,-3-8-16,1-42 15,0 38-15,0-38 16,0 33-16,0-33 16,-3 28-16,3-28 15,-2 21-15,2-10 16,0-11-16,-1 0 16,1-13-16,1-8 15,6-4-15,1-5 16,3-1-16,6 4 15,2 3-15,1 6 0,2 7 16,0 7 0,-4 7-16,1 7 0,-4 3 15,2 6-15,-5 3 16,-4 6-16,-1-1 16,-1 5-16,-2-5 15,-4-27-15,4 28 16,-4-28-16,1 24 15,1-8-15,5-12 16</inkml:trace>
  <inkml:trace contextRef="#ctx0" brushRef="#br0" timeOffset="204327.1905">18613 8276 0,'0'0'0,"2"7"0,5 6 0,5 1 0,9 6 15,1 0-15,5-4 16,7-3-16,-4-4 16,-2-4-16,0-5 15,-1-1-15,-6-5 16,3-5-16,-7-6 15,1-2-15,-5-5 16,-3-2-16,-10 26 16,5-25-16,-3 0 15,-2 25-15,-3-24 16,3 24-16,-9-16 16,-2 7-16,11 9 15,-11 3-15,-3 8 16,-2 13-16,0 9 15,5 8-15,1 7 16,0-2-16,3 7 16,1 3-16,2 0 0,0 3 15,0-3-15,1 0 16,0-4-16,-2-1 16,-1-3-16,-3-3 15,-5-2-15,-4-6 16,-2-4-16,-5-8 15,1-6-15,-6-8 16,-2-7-16,-1-10 16,-1-6-16,5-6 15,-1-10-15,3-11 16,3-10-16,8-9 16</inkml:trace>
  <inkml:trace contextRef="#ctx0" brushRef="#br0" timeOffset="204827.0579">19228 7571 0,'0'0'0,"0"0"0,0 0 16,0 1-16,0 8 15,-5 9-15,0 14 0,6 8 16,-4 5 0,0 9-16,1 5 0,2 2 15,-3-1-15,3 1 16,1-4-16,0 5 16,-1-8-16,0-1 15,0-3-15,1-7 16,3-3-16,0-3 15,0-3 1,-4-34-16,0 29 0,0-29 16,0 25-16,0-25 15,0 18-15,0-18 16,1 12-16,0-5 16,-1-11-16,0 4 15</inkml:trace>
  <inkml:trace contextRef="#ctx0" brushRef="#br0" timeOffset="205795.5829">19441 8168 0,'0'0'0,"0"0"0,0 0 15,2 0-15,1-2 16,8 2-16,3-1 16,7 1-16,4 2 15,4 0-15,5-3 16,0-2-16,4-1 16,0 1-16,0-1 15,-3 1-15,-35 3 16,33-4-16,-33 4 0,28-3 15,-28 3-15,22-4 16,-22 4-16,15-2 16,-15 2-16,8-2 15,-10 5-15</inkml:trace>
  <inkml:trace contextRef="#ctx0" brushRef="#br0" timeOffset="206701.6271">20132 7752 0,'0'0'0,"0"0"0,0 0 0,0-6 16,5-3-16,-5 9 15,6-13 1,1-3-16,3-4 0,6 3 15,0 2 1,0-1-16,3 5 0,2 4 16,-21 7-16,22-7 15,2 6-15,9 7 16,4 5-16,-1 9 16,-4 10-16,-1 4 15,-2 6-15,-13 7 16,3 1-16,-10 4 15,-9-2-15,-6 0 16,-2-6-16,-6-2 16,-2 0-16,-3-3 15,-6-1-15,-5-5 16,0-1-16,1-4 16,-1-3-16,1-5 15,-2-4-15,1-6 0,30-10 16,-27 7-16,1-7 15,2-8-15,9-6 16,4-3-16,4-1 16,7 18-16,-4-21 15,11 3-15,-7 18 16,12-17-16,6 3 16,-18 14-16,23-8 15,4 8-15,-3 6 16,2 6-16,2 6 15,-4 0-15,0 2 16,3 1-16,-4 1 16,4-1-16,-1-1 15,0 0-15,1-1 16,-1-9-16,-2 0 16</inkml:trace>
  <inkml:trace contextRef="#ctx0" brushRef="#br0" timeOffset="207029.6716">20749 8329 0,'0'0'0,"0"0"0,0 0 0,0 0 15,1 9-15,3 10 16,-4 6-16,-2 7 16,-11 9-16,-6 1 15,-15 4-15,-5 1 16,-8-5-16,-1-11 15,3-8-15,5-9 0,40-14 16,-31 0-16</inkml:trace>
  <inkml:trace contextRef="#ctx0" brushRef="#br0" timeOffset="207701.3463">21402 7692 0,'0'0'0,"0"0"0,0 0 16,2-3-16,-2 3 16,3-9-16,-3 9 15,-1-9-15,-6 3 16,-9 4-16,-2 5 15,-7 2-15,-6 9 16,4 0-16,-4 7 16,0 9-16,-1 5 15,-2 8-15,1 10 16,-1 6-16,9 9 16,6-1-16,7 1 15,6-4-15,7-7 16,5-8-16,8-5 15,5-5-15,5-10 0,3-3 16,6-5 0,2-7-16,0-6 15,-3-5-15,1-4 16,-1-3-16,-4-7 0,-28 11 16,26-14-16,-4-6 15,-6-6-15,-3-2 16,-8 1-16,-6-1 15,-8 4-15,-8 5 16,-12 0-16,-5 7 16,-9 4-16,-2 3 15,-1 8-15,1 1 16,45-4-16,-43 5 16,14-1-16</inkml:trace>
  <inkml:trace contextRef="#ctx0" brushRef="#br0" timeOffset="208060.6393">21596 8184 0,'0'0'0,"0"0"0,4-1 16,5-2-16,9 2 15,12-2-15,8 1 16,11 2-16,3 1 15,4-2-15,-8 0 0,0 0 16,-48 1 0,38-1-16,-38 1 0,32-1 15,-32 1-15,22-1 16</inkml:trace>
  <inkml:trace contextRef="#ctx0" brushRef="#br0" timeOffset="208701.1529">22447 7548 0,'0'0'0,"0"0"0,0 4 0,2 4 15,0 13-15,1 7 0,-3 15 16,0 9 0,-4 11-16,1 2 0,-1 0 15,-1 0 1,2-6-16,2-3 0,-1-9 15,2-2-15,2-10 16,2 0-16,1-7 16,-5-28-16,4 26 15,-4-26-15,3 21 16,-3-21-16,4 17 16,-4-17-16,2 12 15,-2-12-15,3 4 16,-1-13-16,-1-7 15,-2-6-15,-5 0 16,6 22-16,-9-21 16,-6 6-16,-10 5 15,-6 4-15,-2 6 16,-4 8-16,-6 5 0,-2 11 16,0 2-1,5 3-15,8 1 16,32-30-16,-22 29 15,12-3-15,20-1 0,11-3 16,11-7-16,12-5 16,11-5-16,2-10 15,6-6-15,-4-1 16,-7-6-16</inkml:trace>
  <inkml:trace contextRef="#ctx0" brushRef="#br0" timeOffset="208904.3313">22669 8193 0,'0'0'0,"0"0"0,3 6 16,0 13-16,-1 8 0,5 2 15,-2 3 1,-2-1-16,-3-31 15,2 27-15,-2-27 0,2 22 16,-2-22-16</inkml:trace>
  <inkml:trace contextRef="#ctx0" brushRef="#br0" timeOffset="209060.5583">22653 8007 0,'0'0'0,"0"0"0,1 3 16,3 4-16,-4-7 16</inkml:trace>
  <inkml:trace contextRef="#ctx0" brushRef="#br0" timeOffset="209732.3541">22840 8185 0,'0'0'0,"0"0"0,-1 5 0,4 12 16,3 2-16,0 7 15,2 3-15,-8-29 0,7 28 16,-7-28-16,8 28 16,-8-28-16,7 26 15,-7-26-15,6 20 16,-6-20-16,4 13 16,-2-10-16,-3-11 15,-3-5-15,4-7 16,0 20-16,-1-26 15,4-2-15,4-2 16,-7 30-16,13-31 16,3 3-16,-16 28 15,21-22-15,5 8 16,-3 13-16,-23 1 16,21 6-16,-2 10 0,-4 5 15,-15-21-15,10 24 16,-10-24-16,5 20 15,-5-20-15,1 18 16,-1-18-16,-3 17 16,3-17-16,-4 7 15,-2-7-15,6 0 16,0-7-16,3-8 16,9-7-16,3-2 15,2 2-15,-1 0 16,3 7-16,0 8 15,2 6-15,-7 12 16,2 4-16,-3 5 16,-2 4-16,-11-24 15,9 27-15,-3 1 16,-6-28-16,3 30 16,-2-3-16,-1-27 15,-2 27-15,2-27 16</inkml:trace>
  <inkml:trace contextRef="#ctx0" brushRef="#br0" timeOffset="210169.7508">23471 8245 0,'0'0'0,"0"0"16,7 0-16,10-2 16,3 1-16,3-2 15,3-2-15,-3 0 16,-23 5-16,22-6 0,-22 6 16,18-10-16,-1-5 15,-7-3-15,-10 18 16,7-21-16,-4 4 15,-3 17-15,-4-14 16,-5 4-16,-14 5 16,-3 7-16,-5 7 15,1 11-15,-1 6 16,3 4-16,5 3 16,5-1-16,5-1 15,10-4-15,8 1 16,6-2-16,11-8 15,10 0-15,10-5 16,6-9-16,9-8 16</inkml:trace>
  <inkml:trace contextRef="#ctx0" brushRef="#br0" timeOffset="210497.7985">23953 7672 0,'0'0'0,"0"0"0,0 0 0,2 3 16,-3 8-16,1 18 15,-2 8-15,-2 15 16,-2 9-16,2 5 16,-5 3-16,0-1 15,2-6-15,1-10 16,1-5-16,7-5 16,-2-9-16,0-33 15,1 28-15,-1-28 0,2 28 16,-2-28-16,3 21 15,2-10-15</inkml:trace>
  <inkml:trace contextRef="#ctx0" brushRef="#br0" timeOffset="211200.7569">23797 8164 0,'0'0'0,"8"-4"0,8-7 0,11-2 15,12-2-15,6-1 16,5-3-16,-3 1 16,0-3-16,-4 2 15,-1-1-15,-2-3 16,-4-3-16,-5-6 15,-2 2-15,-4-3 16,-8 0-16,-2 0 16,-10-1-16,-5 0 15,-9 5-15,-5 3 0,-9 2 16,1 8-16,-6 6 16,1 7-1,3 9-15,-1 8 16,6 11-16,2 11 0,5 10 15,-2 7 1,5 6-16,1 2 0,2 2 16,2-2-16,4-3 15,2-7-15,-2-6 16,3-7-16,-3-4 16,0-34-16,2 30 15,-2-30-15,1 26 16,-1-26-16,1 23 15,-1-23-15,1 19 16,-1-19-16,1 9 16,1-11-16,3-11 15,2-8-15,3-2 16,0 1-16,5 3 16,3 4-16,-18 15 15,19-10-15,2 7 16,-21 3-16,21 7 0,-2 7 15,-2 10-15,-7 5 16,-6 2-16,-4-1 16,-7-1-16,7-29 15,-9 26-15,9-26 16,-6 24-16,7-9 16</inkml:trace>
  <inkml:trace contextRef="#ctx0" brushRef="#br0" timeOffset="211763.1213">24446 8276 0,'0'0'0,"0"0"0,4 6 16,3 8-16,5 1 15,6 2-15,4 1 0,0-3 16,-1-4-16,0-4 16,-21-7-1,22 2-15,-5-4 0,1-7 16,-3-4-16,-3-2 16,-3-3-16,-9 18 15,7-21-15,0 0 16,-7 21-16,5-24 15,-5 24-15,1-16 16,0 5-16,-5 11 16,1 7-16,2 13 15,-2 10-15,2 7 16,-5 6-16,1 6 16,-2 5-16,2 3 15,0 3-15,-5-3 16,-2-3-16,2-3 15,1-4-15,0-1 16,-3-7-16,-3-8 0,-3-5 16,-5-4-16,3-8 15,-5-5-15,-1-5 16,-2-7-16,-1-10 16,-2-6-16,2-9 15,3-13-15,11-12 16,6-4-16,4-7 15,10 0-15</inkml:trace>
  <inkml:trace contextRef="#ctx0" brushRef="#br0" timeOffset="212138.0343">24949 7565 0,'0'0'0,"0"0"0,0 5 15,0 17 1,2 8-16,0 13 0,1 12 15,-2 7-15,-3 5 16,0-1-16,1-5 16,-2-1-16,0-6 15,0-4-15,0-6 16,3-7-16,-2-5 16,2-32-16,0 31 15,2-3-15,-2-2 16,0-26-16,2 23 15,5-10-15</inkml:trace>
  <inkml:trace contextRef="#ctx0" brushRef="#br0" timeOffset="212669.1435">25848 8064 0,'0'0'0,"0"0"0,1-3 15,-1 3-15,1-11 16,-4-4-16,-6-3 15,-4 0-15,-5 6 16,-8 4-16,-7 4 0,-5 6 16,-1 6-16,-7 6 15,5 15-15,1 9 16,8 2-16,3 1 16,14 0-16,6-1 15,12-9-15,9 0 16,9-5-16,6-7 15,2-7-15,5-5 16,-3-5 0,4-4-16,2-6 0,-3-3 15,-34 11-15,34-18 16,-5-4-16,-5-9 16,-6-1-16,-9-4 15,-6 3-15,-6-1 16,-4 4-16,-10 1 15,-6 0-15,-1 8 16,24 21-16,-31-19 16,31 19-16,-32-10 15</inkml:trace>
  <inkml:trace contextRef="#ctx0" brushRef="#br0" timeOffset="212997.1642">26314 8036 0,'0'0'0,"0"0"0,-3-3 0,-5-3 16,-8 1-16,-5 1 15,-9 2-15,-1 6 16,-6 11-16,3 3 16,-5 9-16,2 6 15,4 5-15,7 1 16,6 2-16,10-4 16,8-1-16,9-5 15,13-5-15,8-4 16,5-6-16,14-8 15,9-11-15,7-8 0</inkml:trace>
  <inkml:trace contextRef="#ctx0" brushRef="#br0" timeOffset="213372.103">26669 7458 0,'0'0'0,"0"0"0,0 2 16,-3 10-16,1 11 15,-1 10-15,3 16 16,-2 6-16,-3 5 15,0 14-15,-1 0 16,-2 3-16,1-5 16,1-5-16,5-8 0,-1-7 15,-3-9-15,9-1 16,-1-7-16,-3-35 16,0 30-16,0-30 15,1 28-15,0-9 16,-1-19-16,-4 8 15</inkml:trace>
  <inkml:trace contextRef="#ctx0" brushRef="#br0" timeOffset="213996.971">26515 8118 0,'0'0'0,"10"0"0,13-1 0,14 0 0,9-1 16,22 3-16,1 1 15,-2 0-15,0-1 16,-4-1-16,-11 0 16,-4 1-16,-48-1 15,42 0-15,-42 0 16,32-4-16,-32 4 15,26-3-15,-26 3 0,17-4 16,-17 4 0,8-3-16,-12 0 0,-13 0 15,-8 8-15,-12 3 16,1 3-16,-3 6 16,6 4-16,1 1 15,10 4-15,22-26 16,-26 24-16,10 3 15,6 1-15,10-28 16,1 24-16,8-5 16,11-2-16,7-10 15,1-6-15,3-3 16,0-5-16,-4-4 16,-5-5-16,-4-2 15,-5-2-15,-13 20 16,6-26-16,-3 3 15,-3 23-15,-3-24 0,3 24 16,-3-16-16,-5 9 16,1 16-16,1 8 15,3 6-15,3 4 16,8-2-16,10-3 16,3-5-16,10 1 15,6-10-15,5-2 16,-3-3-16</inkml:trace>
  <inkml:trace contextRef="#ctx0" brushRef="#br0" timeOffset="214465.7822">27388 8076 0,'0'0'0,"0"0"0,2 7 0,4 7 16,3 11-16,2 8 0,0 2 15,-3-1 1,-8-34-16,6 32 0,-1-3 16,-5-29-16,2 28 15,-2-28-15,1 19 16,-1-19-16,-2 13 15,2-13-15,-1 6 16,-3-11-16,-1-10 16,1-4-16,5-4 15,2-6-15,6 1 16,2-3-16,4 5 16,3 2-16,-18 24 15,20-18-15,5 6 16,3 7-16,-28 5 15,24 5-15,0 7 16,-2 13-16,-6 1 16,-4 4-16,-4-2 15,-5 4-15,-1-3 0,-2-29 16,2 29-16,-2-29 16,-3 26-16,7-6 15,-4-20-15</inkml:trace>
  <inkml:trace contextRef="#ctx0" brushRef="#br0" timeOffset="214934.4237">27899 8176 0,'0'0'0,"0"0"0,7 2 0,9-1 16,11 1-16,6 1 16,0-4-16,-2-1 15,-3-4-15,-5-2 16,-3-3-16,-20 11 16,18-14-16,-6-7 15,-12 21-15,8-24 16,-4 3-16,-4 21 0,-2-22 15,-8 7-15,-12 7 16,-9 9-16,-3 9 16,-6 8-1,1 11-15,4 4 0,6 9 16,5 1-16,5-2 16,13 1-16,6-3 15,7-3-15,15 0 16,8-2-16,9-2 15,13-4-15,5-3 16,9-7-16,2-7 16,8-10-16,2-4 15,4-10-15,-9-2 16</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2.98804" units="1/cm"/>
          <inkml:channelProperty channel="Y" name="resolution" value="650.78448" units="1/cm"/>
          <inkml:channelProperty channel="T" name="resolution" value="1" units="1/dev"/>
        </inkml:channelProperties>
      </inkml:inkSource>
      <inkml:timestamp xml:id="ts0" timeString="2024-03-13T08:55:30.283"/>
    </inkml:context>
    <inkml:brush xml:id="br0">
      <inkml:brushProperty name="width" value="0.05292" units="cm"/>
      <inkml:brushProperty name="height" value="0.05292" units="cm"/>
      <inkml:brushProperty name="color" value="#FF0000"/>
    </inkml:brush>
  </inkml:definitions>
  <inkml:trace contextRef="#ctx0" brushRef="#br0">8862 10447 0,'0'0'0,"0"0"0,4 0 0,-4 0 15,10-1-15,4-1 0,-14 2 16,22 0-16,2 1 15,6 0-15,0 0 16,2 3-16,-1-2 16,5 1-16,-2 0 15,8-3-15,1 0 16,3 0-16,-3 2 16,8 1-16,1 0 15,5-3-15,0 0 16,2 0-16,4 0 15,0 0-15,4 1 16,0-2-16,5 1 16,-3 0-16,0-1 15,6 0-15,-1 1 16,6-4-16,-5 1 16,1 1-16,1 0 15,-1-1-15,-4 3 16,8-1-16,-1-2 15,-2 2-15,-1 1 16,1 0-16,0-3 0,3 0 16,-4-1-16,1 0 15,-2 1-15,-2 0 16,2-1-16,-1 1 16,0 1-16,-3-3 15,1 3-15,0-3 16,0 3-16,0-2 15,2 0-15,0-1 16,2 4-16,0 1 16,0-3-16,-1 0 15,1 1-15,0-1 16,4 1-16,-1-1 16,6 1-16,-5-1 15,5 2-15,4 1 16,-1-2-16,3 1 15,5 2-15,0-3 0,-3-1 16,1 3-16,-2-3 16,1 0-16,2-2 15,-1 3-15,1-2 16,1 0-16,-3 1 16,-1 0-16,1 0 15,2 1-15,4-1 16,-3-1-16,1 0 15,1 1-15,-3 2 16,-3 2-16,-4 0 16,-5-2-16,-6-2 15,-9 0-15,-7-1 16,-6 2-16,-10 0 16,-45 2-16,36-2 15,-36 2-15,30-1 16,-12 1-16</inkml:trace>
  <inkml:trace contextRef="#ctx0" brushRef="#br0" timeOffset="284932.7375">12235 12625 0,'0'0'0,"0"0"0,2 0 0,-2 0 15,2 8-15,4 8 16,1 10-16,-4 5 0,2 2 16,0 3-16,-2-3 15,-3-1-15,0-1 16,1 1-1,-1-4-15,2 0 0,-2-28 16,3 26-16,-1-3 16,-2-23-16,3 25 15,-3-25-15,3 21 16,-3-21-16,3 18 16</inkml:trace>
  <inkml:trace contextRef="#ctx0" brushRef="#br0" timeOffset="285292.0302">12472 12665 0,'0'0'0,"0"0"0,0 6 16,3 12-16,-1 7 16,-2 10-16,3 3 15,-4 1-15,-1 2 16,-1-4-16,2-2 15,0-1-15,6-4 16,-5-30-16,-2 29 16,4-2-16,-2-27 15,0 25-15,0-25 16</inkml:trace>
  <inkml:trace contextRef="#ctx0" brushRef="#br0" timeOffset="285479.4913">12358 12972 0,'0'0'0,"0"0"0,0 0 16,2 1 0,13 0-16,12 1 0,14 1 15,11 1-15</inkml:trace>
  <inkml:trace contextRef="#ctx0" brushRef="#br0" timeOffset="285995.062">12670 13141 0,'0'0'0,"0"0"0,9-1 0,5-1 16,5 1-16,-19 1 16,25 0-16,-1 4 15,-24-4-15,24 7 16,-5 4-16,-19-11 0,9 17 15,-8 3-15,-7-2 16,6-18-16,-13 20 16,-3-5-16,16-15 15,-18 13-15,18-13 16,-14 10-16,14-10 16,-6 8-16,9 0 15,8 4-15,3 0 16,-14-12-16,15 15 15,3 5-15,-3 4 16,-3 1-16,-8-1 16,-4-24-16,-2 25 15,-10-2-15,-8-1 16,-9-9-16,-2-4 16,-8-5-16,1-2 15,-1-6-15,2-4 0,3-7 16,10-8-16,7-7 15,10-7 1</inkml:trace>
  <inkml:trace contextRef="#ctx0" brushRef="#br0" timeOffset="286573.0452">14105 12629 0,'0'0'0,"0"0"0,1 4 16,-1 5-16,2 8 15,0 7-15,0 10 16,-4 6-16,-4 4 16,2 1-16,0-2 15,4-2-15,0-5 16,-2-3-16,2-33 0,-2 27 15,1-4-15,1-23 16,-3 23-16,3-23 16,-3 18-16</inkml:trace>
  <inkml:trace contextRef="#ctx0" brushRef="#br0" timeOffset="286932.3945">14318 12644 0,'0'0'0,"0"0"0,1 4 0,1 12 15,-1 10 1,4 7-16,-4 6 0,-4 8 16,3-3-16,2-1 15,1-5-15,-3-38 16,1 38-16,-1-38 15,2 33-15,-2-2 16,0-31-16,1 28 16,-1-28-16,0 22 15</inkml:trace>
  <inkml:trace contextRef="#ctx0" brushRef="#br0" timeOffset="287119.793">14183 12875 0,'0'0'0,"5"4"0,10-3 0,10 2 16,22 1-16,6-2 15,11 0-15</inkml:trace>
  <inkml:trace contextRef="#ctx0" brushRef="#br0" timeOffset="287619.6761">14229 11528 0,'0'0'0,"0"0"0,2 2 16,1 10-16,4 6 16,2 12-16,-5 6 15,1 7-15,-2 3 0,-3 1 16,1-3-16,-1-2 16,0-42-16,2 35 15,-2-35-15,0 27 16,-2-14-16</inkml:trace>
  <inkml:trace contextRef="#ctx0" brushRef="#br0" timeOffset="287869.6733">14522 11432 0,'0'0'0,"0"0"0,0 10 0,-3 17 15,0 10-15,0 10 16,0 2-16,-2 4 0,4-3 16,-3-2-16,4-48 15,-1 41-15,1-41 16,1 33-1,-1-33-15,3 24 0</inkml:trace>
  <inkml:trace contextRef="#ctx0" brushRef="#br0" timeOffset="288041.4561">14238 11705 0,'0'0'0,"0"0"0,12-5 0,16-3 16,20 4-16,10 1 15,9 0-15</inkml:trace>
  <inkml:trace contextRef="#ctx0" brushRef="#br0" timeOffset="288572.5906">14669 11761 0,'0'0'0,"0"0"0,4-1 0,4-6 16,8 1-1,8 1-15,-24 5 0,27-3 16,2 5-16,2 5 16,-9 3-16,-22-10 15,16 15-15,-7 3 16,-12 1-16,3-19 16,-12 19-16,-3 0 15,15-19-15,-22 14 16,22-14-16,-20 10 15,20-10-15,-17 6 16,12-10-16,14-6 16,6 1-16,11 2 15,2 8-15,1 5 16,-4 5-16,-3 10 16,-4 2-16,-4 4 0,-4 0 15,-4 2-15,-5-1 16,-9-3-16,-8-3 15,-5-4-15,-4-1 16,-4-5-16,-8-2 16,-4-4-16,-1-2 15,-1-5-15,7-6 16</inkml:trace>
  <inkml:trace contextRef="#ctx0" brushRef="#br0" timeOffset="289181.8482">15900 12625 0,'0'0'0,"0"0"0,1 5 15,0 14-15,-1 12 16,1 7-16,-3 10 15,1 2-15,-3-1 16,2 2-16,1-4 0,1-3 16,0-44-1,-1 40-15,3-9 16,-2-31-16,5 26 0,4-14 16</inkml:trace>
  <inkml:trace contextRef="#ctx0" brushRef="#br0" timeOffset="289462.9929">16088 12601 0,'0'0'0,"0"0"0,0 9 0,-2 14 15,2 8-15,1 10 16,-4 9-16,1 3 16,3 3-16,-3-1 15,0 0-15,2-6 16,1-10-16,-1-39 16,-2 34-16,2-34 15,-3 24-15,0-10 0</inkml:trace>
  <inkml:trace contextRef="#ctx0" brushRef="#br0" timeOffset="289634.8674">15855 12972 0,'0'0'0,"0"0"0,4-1 16,19 0-16,11 0 15,9 3-15,6 1 16</inkml:trace>
  <inkml:trace contextRef="#ctx0" brushRef="#br0" timeOffset="289994.1178">16198 13166 0,'0'0'0,"0"0"0,0 0 0,1 0 16,6-1-16,13 2 16,-20-1-16,18 4 0,6 3 15,-24-7-15,21 10 16,-4 4-16,-8 8 15,-9 0-15,-11 2 16,-6 1-16,-6 2 16,-1 0-16,-2-3 15,26-24-15,-21 25 16,6-3-16,15-22 16,-10 24-16,12-1 15,20-3-15,15-6 16,16-7-16,15-3 15</inkml:trace>
  <inkml:trace contextRef="#ctx0" brushRef="#br0" timeOffset="290572.1615">17676 12641 0,'0'0'0,"0"0"0,1 4 0,4 15 0,-4 11 15,4 10-15,-3 9 16,0 1-16,-4 1 16,1 1-16,0-3 15,5-3-15,-4-46 16,3 41-16,-1-5 15,-2-36-15,0 33 16,0-33-16,0 20 16</inkml:trace>
  <inkml:trace contextRef="#ctx0" brushRef="#br0" timeOffset="290837.6798">17944 12605 0,'0'0'0,"0"7"0,1 7 0,-3 13 16,-7 10-16,4 14 15,-5 1-15,4 4 16,3-5-16,-4-7 16,5-6-16,2-5 15,-1-2-15,1-31 16,0 25-16,0-25 16,2 24-16,-1-5 15,-1-19-15</inkml:trace>
  <inkml:trace contextRef="#ctx0" brushRef="#br0" timeOffset="291025.127">17738 12879 0,'0'0'0,"10"0"0,15 0 0,10 1 16,17 2-16,4 4 16</inkml:trace>
  <inkml:trace contextRef="#ctx0" brushRef="#br0" timeOffset="291400.0478">18062 13125 0,'0'0'0,"0"0"0,4 0 0,10 5 15,4 0-15,4 3 0,2 0 16,-24-8-16,25 11 15,-5 0 1,-20-11-16,13 16 0,-9 3 16,-10 7-16,-7 1 15,-10 1-15,-4 2 16,-3 0-16,3-4 16,27-26-16,-26 23 15,10 1-15,11 0 16,11 1-16,11-3 15,15-4-15,12-6 16,16-7-16</inkml:trace>
  <inkml:trace contextRef="#ctx0" brushRef="#br0" timeOffset="291962.4603">19650 12570 0,'0'0'0,"0"0"0,4 2 15,1 13-15,3 9 16,-2 8-16,-6 10 15,0 7-15,0 5 16,-3 3-16,-1-3 16,0-3-16,1-5 0,0-9 15,0-4-15,3-33 16,-1 31 0,1-31-16,-1 25 0,1-25 15,0 23-15</inkml:trace>
  <inkml:trace contextRef="#ctx0" brushRef="#br0" timeOffset="292337.371">19921 12660 0,'0'0'0,"0"0"0,1 4 0,0 8 0,-4 10 16,2 9-16,-2 11 15,-1 6-15,7 5 16,-2 3-16,1-8 15,1-2-15,-1-6 16,1-5-16,-1-5 16,-2-4-16,0-26 15,-4 23-15,-2-5 16,-5-9-16</inkml:trace>
  <inkml:trace contextRef="#ctx0" brushRef="#br0" timeOffset="292509.1525">19672 12889 0,'0'0'0,"11"-2"0,16 4 15,18-3-15,26 7 16,20 0-16,8 3 16</inkml:trace>
  <inkml:trace contextRef="#ctx0" brushRef="#br0" timeOffset="293477.7016">19728 11490 0,'0'0'0,"0"0"0,0 0 0,0 0 16,4 7-16,4 10 0,-1 10 16,3 8-16,-6 8 15,1 9-15,-3 3 16,-4-1-16,-3 2 16,3-7-1,2-49-15,-1 43 0,1-43 16,1 33-16</inkml:trace>
  <inkml:trace contextRef="#ctx0" brushRef="#br0" timeOffset="293758.9014">20061 11457 0,'0'0'0,"0"0"0,-1 9 0,-5 17 15,-2 10 1,6 9-16,-2 7 16,-1 1-16,2-4 0,3 0 15,-3-8-15,3-7 16,0-34-16,0 31 15,0-31-15,1 23 16</inkml:trace>
  <inkml:trace contextRef="#ctx0" brushRef="#br0" timeOffset="293930.6936">19901 11760 0,'0'0'0,"0"0"0,8 0 15,17-2-15,16 2 16,13 2-16</inkml:trace>
  <inkml:trace contextRef="#ctx0" brushRef="#br0" timeOffset="294305.6583">20262 11863 0,'0'0'0,"0"0"0,7 0 15,14-1-15,5 6 16,5 3-16,-1 1 16,0 3-16,-30-12 15,19 15-15,-2 3 0,-11 2 16,-8 3 0,-9 1-16,-6 1 0,-11-2 15,-3 4-15,31-27 16,-28 24-16,28-24 15,-22 22-15,11-1 16,21-3-16,19-10 16,21-7-16,17-10 15,14-7-15</inkml:trace>
  <inkml:trace contextRef="#ctx0" brushRef="#br0" timeOffset="294758.6276">19809 10321 0,'0'0'0,"0"0"0,1 1 0,0 5 16,4 9-1,-1 10-15,-1 10 0,-6 8 16,-2 2 0,-2 4-16,-1 1 0,2-8 15,6-42 1,-2 37-16,2-37 15,1 28-15,-2-13 0</inkml:trace>
  <inkml:trace contextRef="#ctx0" brushRef="#br0" timeOffset="295008.5686">20045 10283 0,'0'0'0,"0"0"0,1 3 0,1 15 15,-1 10-15,-4 9 16,-1 6-16,-1 5 16,-1 0-16,2-1 15,-1-2-15,-2-4 16,7-41-16,-3 33 15,3-33-15,-4 26 16,1-10-16</inkml:trace>
  <inkml:trace contextRef="#ctx0" brushRef="#br0" timeOffset="295180.4016">19840 10519 0,'0'0'0,"0"0"0,10-5 0,15-3 15,22 2-15,9 1 16</inkml:trace>
  <inkml:trace contextRef="#ctx0" brushRef="#br0" timeOffset="295695.9038">20143 10649 0,'0'0'0,"0"0"16,4-3-16,8-3 15,7 1-15,2-4 16,7 4-16,0 4 16,-28 1-16,26 7 15,-26-7-15,23 9 16,-3 8-16,-20-17 16,12 23-16,-8 1 15,-10-3-15,6-21 16,-13 16-16,13-16 15,-17 12-15,17-12 16,-14 5-16,14-5 16,-11 2-16,10-5 0,10-7 15,-9 10-15,17-7 16,5 6-16,0 3 16,-22-2-16,23 13 15,-5 4-15,-3 5 16,-15-22-16,9 23 15,-9 2-15,-7 2 16,-9 0-16,-9-4 16,-7-2-16,-6-5 15,-1-5-15,-4-5 16,6-1-16,-1-4 16,38-1-16</inkml:trace>
  <inkml:trace contextRef="#ctx0" brushRef="#br0" timeOffset="296445.7305">21462 12547 0,'0'0'0,"0"0"0,0 0 0,0 0 15,1 7-15,3 9 16,0 10-16,-4 11 16,1 8-16,0 9 15,-4 2-15,0 3 16,1-1-16,-3-6 15,2-7-15,0-6 16,3-39-16,1 33 16,-1-33-16,-1 31 15,1-31-15,0 28 16,5-11-16,3-16 16,0-11-16</inkml:trace>
  <inkml:trace contextRef="#ctx0" brushRef="#br0" timeOffset="296726.9139">21695 12582 0,'0'0'0,"0"0"0,0 7 16,3 10-16,-6 9 15,-1 10-15,4 8 16,-1 2-16,-2 5 16,4 0-16,-2-3 15,-1-4-15,-1-5 16,3-39-16,-1 32 16,1-32-16,-3 29 15,-2-8-15,5-21 16,-9 10-16,2-11 15</inkml:trace>
  <inkml:trace contextRef="#ctx0" brushRef="#br0" timeOffset="296883.1286">21506 12939 0,'0'0'0,"0"0"0,5-2 16,11 0-16,14-1 15,11 0-15,9 3 16,2 4-16</inkml:trace>
  <inkml:trace contextRef="#ctx0" brushRef="#br0" timeOffset="297258.0392">21796 13141 0,'0'0'0,"0"0"0,3 1 0,7 0 16,12 3-16,2 3 15,0 0-15,-24-7 16,24 10-16,-24-10 15,17 12-15,-6 5 16,-11 4-16,-7 4 0,-13 1 16,-2 5-1,-4-1-15,-3 2 0,29-32 16,-26 31-16,9-3 16,5-1-16,11-5 15,16-5-15,14-6 16,18-11-16,24-1 15,13-12-15</inkml:trace>
  <inkml:trace contextRef="#ctx0" brushRef="#br0" timeOffset="297632.9586">23375 12615 0,'0'0'0,"0"0"0,2 4 0,-2 12 15,-1 11-15,3 9 16,-3 12-16,-1 6 16,1-1-16,-2-1 15,0-4-15,-3-4 16,2-8-16,4-7 15,0-29-15,0 27 16,0-27-16</inkml:trace>
  <inkml:trace contextRef="#ctx0" brushRef="#br0" timeOffset="297961.0297">23700 12582 0,'0'0'0,"0"0"0,2 2 16,1 11-16,-3 9 15,0 9-15,-3 10 16,-5 13-16,0 1 15,-3 1-15,-3-3 16,6-6-16,1-9 16,7-38-16,-4 33 15,4-33-15,-6 28 16,6-28-16,-7 22 16,-1-7-16</inkml:trace>
  <inkml:trace contextRef="#ctx0" brushRef="#br0" timeOffset="298117.2184">23444 12862 0,'0'0'0,"7"-1"0,12-3 15,16 0-15,22 4 16,11 5-16</inkml:trace>
  <inkml:trace contextRef="#ctx0" brushRef="#br0" timeOffset="298601.5295">23893 13039 0,'0'0'0,"0"0"0,0 0 0,1 1 16,10 2-16,16 0 15,5 1-15,3 5 16,0 3-16,-4-1 0,-9 5 16,-5 7-16,-17-23 15,5 23-15,-8 2 16,-10 4-16,13-29 15,-24 25-15,-2-4 16,26-21-16,-30 14 16,30-14-16,-24 8 15,24-8-15,-22 3 16,13-3-16,16-1 16,9 1-16,5 4 15,7 4-15,0 5 16,0 3-16,-3 7 15,-4 2-15,-8 6 16,-5 4-16,-10-3 16,-7 3-16,-11-3 15,-10-3-15,-7-7 0,-9-8 16,-10-11 0,-7-5-16,-9-7 0,-7-9 15,-6-4-15</inkml:trace>
  <inkml:trace contextRef="#ctx0" brushRef="#br0" timeOffset="357165.8496">14565 17833 0,'0'0'0,"0"0"0,0 0 0,1 1 16,0-2-1,-1 1-15,7-2 0,6-1 16,-13 3-16,17-4 16,7 0-16,6-2 15,-3 1 1,1 1-16,-28 4 0,29-4 16,1 2-16,6 6 15,-1-4-15,5 1 16,3 1-16,3-2 15,1 0-15,1-1 16,3 1-16,4 1 16,5 0-16,-1-3 15,7 1-15,0-2 0,-2 0 16,2 1-16,-3 1 16,-2 2-16,1 2 15,0 0-15,-1 0 16,0-2-16,0 3 15,2-3-15,2 1 16,2 2-16,-3 1 16,2-3-16,-1 4 15,-2-3-15,2 0 16,2 3-16,1-1 16,-2-4-16,3 4 15,-4-3-15,-3 0 16,2-1-16,0 3 15,2-1-15,-3-1 16,-1 0-16,0-1 16,-1 0-16,-1-1 0,-2-1 15,4 1-15,-5 0 16,2 0-16,4 0 16,-3 2-16,5 0 15,1 0-15,2-1 16,1 1-16,6 1 15,-2 1-15,2 1 16,2 0-16,-2 3 16,-2-1-16,1 0 15,3 1-15,-3 0 16,3-1-16,-1 1 16,2 1-16,-5-4 15,-2-1-15,-1 2 16,-2 0-16,-1-2 15,-1-1-15,0-4 16,-2 0-16,4-1 16,-1-3-16,2 3 15,-2-2-15,-2 0 16,0-2-16,4-1 16,-2 0-16,2 2 0,-2 1 15,-2 1-15,-2-1 16,-1 2-16,6-2 15,-3-2-15,-1 2 16,-4-2-16,1 2 16,-1-1-16,2 1 15,1 2-15,2-1 16,3 0-16,2-1 16,1 1-16,-1 5 15,-1 0-15,2 0 16,1 1-16,-1-1 15,3 0-15,-3 2 16,0 2-16,1-4 16,-1 3-16,2-1 15,3-3-15,-2 1 16,2 6-16,7 0 0,1-1 16,2 1-16,-5 1 15,2-4-15,-6 1 16,-1-1-16,1 1 15,-4-1-15,-1 0 16,-2-3-16,-2 3 16,0-2-16,3 1 15,-5-1-15,3 1 16,-4-3-16,-2-1 16,-1 0-16,-1-1 15,-4 0-15,-2 1 16,2-5-16,0 3 15,-1-2-15,1 1 16,1 0-16,-5 2 16,-1-2-16,2 1 15,0 0-15,-3-1 0,1 0 16,2 5 0,-1-2-16,2 3 0,1 1 15,-2 2-15,3-1 16,-4 5-16,-2-1 15,3 2-15,-2 5 16,-1-1-16,-1 1 16,-5-1-16,-2-2 15,-5-1-15,-1 2 16,-2 4-16,-4-4 16,-1 6-16,-2 1 15,-2 0-15,-2 2 16,-6 2-16,0-2 15,-7 0-15,-11-23 16,8 24-16,-3 1 16,-3 3-16,-2 3 0,-3-2 15,-5 3 1,0 0-16,-5-2 0,-3 1 16,-5-1-16,2-2 15,-6-3-15,2 2 16,-2-2-16,-1-5 15,-3 1-15,-3-1 16,-5-4-16,-1-2 16,-3 4-16,1-4 15,-5-1-15,0 1 16,-1-2-16,3-4 16,-3 1-16,2 3 15,-3-2-15,2-1 16,0-2-16,2 1 15,-1-1-15,0-2 16,-2-3-16,-1 1 16,-1-1-16,-1 2 15,0-1-15,2-1 0,-2-1 16,1 0 0,-1-2-16,-1 1 0,0-5 15,-1 1-15,-2 0 16,-3 1-16,-3-6 15,4 6-15,-2 0 16,3-1-16,2 0 16,-1 4-16,-3 0 15,0 0-15,0 0 16,0-2-16,-3 0 16,0-1-16,-5-3 15,-3-1-15,-1 3 16,3 0-16,2-2 15,2 0-15,0 1 16,-1 1-16,1-3 16,-2-2-16,-2 3 15,0 1-15,-1-1 0,-1 2 16,1 2-16,-1-4 16,0 3-16,0-2 15,1 1-15,-1-1 16,-2 0-16,1 0 15,2 4-15,3-1 16,-5-1-16,-2-1 16,3-3-16,0 2 15,1-2-15,1 4 16,1 2-16,1-2 16,0 2-16,-1-1 15,3 0-15,-1 0 16,0 3-16,0 1 15,0 2-15,-2 1 16,2-1-16,-1-2 16,4-3-16,-3 2 15,1-1-15,-1 2 16,0-2-16,0 5 16,1-2-16,-1 0 0,2 6 15,-3-2-15,2-1 16,0-1-16,0-2 15,-1 1-15,1-2 16,-1 3-16,-2-1 16,-2 1-16,1-3 15,0 5-15,-1-1 16,0-1-16,-1 2 16,-5-1-16,3-3 15,1 1-15,-1-3 16,-2 1-16,3-2 15,-4 1-15,1 0 16,-1 5-16,-3-2 16,-3 1-16,4-2 15,-2 2-15,-2-3 16,2 0-16,1 7 0,-3-4 16,3 2-16,0-3 15,-3-1-15,1-2 16,0 0-16,-2 0 15,3 1-15,-5-2 16,3 1-16,1-1 16,1 1-16,-5-2 15,2-1-15,1 0 16,2-1-16,-3 1 16,4 1-16,-1 0 15,1-3-15,-3 0 16,2-1-16,0 2 15,1-1-15,-1 2 16,2-1-16,0 3 16,2-1-16,0 0 15,4 1-15,-2 0 16,5-2-16,-2-1 16,1 0-16,-2-2 0,-3-2 15,5-1 1,-1 2-16,3-3 0,0 1 15,2-1-15,-2-4 16,-5 2-16,0-8 16,4 2-16,6-4 15,4-2-15,6-5 16,4 3-16,3-9 16,7 3-16,4-4 15,5 1-15,6-3 16,3-4-16,5-3 15,5 1-15,5-7 16,5-1-16,4-2 16,6 2-16,2-3 15,6 1-15,5 1 16,1 0-16,1-2 0,2 5 16,-2 2-16,2 3 15,1 3-15,6 6 16,6 2-16,11 8 15,9 3-15,18 7 16,10 8-16,7 6 16</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2.98804" units="1/cm"/>
          <inkml:channelProperty channel="Y" name="resolution" value="650.78448" units="1/cm"/>
          <inkml:channelProperty channel="T" name="resolution" value="1" units="1/dev"/>
        </inkml:channelProperties>
      </inkml:inkSource>
      <inkml:timestamp xml:id="ts0" timeString="2024-03-13T09:02:28.341"/>
    </inkml:context>
    <inkml:brush xml:id="br0">
      <inkml:brushProperty name="width" value="0.05292" units="cm"/>
      <inkml:brushProperty name="height" value="0.05292" units="cm"/>
      <inkml:brushProperty name="color" value="#FF0000"/>
    </inkml:brush>
  </inkml:definitions>
  <inkml:trace contextRef="#ctx0" brushRef="#br0">10597 6803 0,'0'0'0,"0"0"0,0 0 0,1-4 16,-1 4-16,1-6 0,2-1 15,-3 7-15,7-4 16,0 8-16,0 14 16,-3 8-16,-3 6 15,-3 7-15,-4 3 16,0 2-16,-1-1 16,3 2-16,4-2 15,0 0-15,0-2 16,2-5-16,-2-36 15,2 30-15,-2-30 16,2 27-16,-2-27 16,5 21-16,-1-11 15,-3-12-15</inkml:trace>
  <inkml:trace contextRef="#ctx0" brushRef="#br0" timeOffset="312.3952">10765 6767 0,'0'0'0,"0"0"0,1 4 15,1 7-15,-2 9 16,2 7-16,-3 9 15,-1 2-15,-2 7 16,-1-2-16,2 0 16,3-43-16,-6 45 15,1-5-15,1-1 16,4-39-16,-6 32 0,1-2 16,5-30-16,-6 26 15,6-26-15,-6 19 16</inkml:trace>
  <inkml:trace contextRef="#ctx0" brushRef="#br0" timeOffset="499.8484">10647 7086 0,'0'0'0,"0"0"0,2 0 0,6-2 15,11-1-15,5 1 16,16-3-16,0 2 16</inkml:trace>
  <inkml:trace contextRef="#ctx0" brushRef="#br0" timeOffset="1015.3559">10829 7273 0,'0'0'0,"0"0"0,2-5 0,9-1 16,7-5-16,3 2 15,5 2-15,1 4 16,-3 4-16,-24-1 15,23 6-15,-23-6 16,16 7-16,-5 9 16,-11-16-16,3 20 15,-12 4-15,9-24 16,-19 24-16,-2 2 16,21-26-16,-21 21 15,21-21-15,-20 15 16,20-15-16,-14 12 15,7-5-15,8-4 16,-1-3-16,10 3 16,6 2-16,-16-5 15,18 9-15,-2 8 16,-3 7-16,-6 3 16,-7 2-16,-5-4 0,-3 1 15,-4-2-15,-7-3 16,-7 0-16,-4-6 15,-1-3-15,-3-3 16,-2-3-16,0-4 16,2-5-16,3-8 15,6-11-15</inkml:trace>
  <inkml:trace contextRef="#ctx0" brushRef="#br0" timeOffset="1640.2078">12514 6860 0,'0'0'0,"0"0"0,0 0 15,0 1-15,0 1 16,0-2-16,3 10 16,2 5-16,1 15 15,-1 4-15,-4 9 16,1 4-16,-3 3 15,2-3-15,0-5 16,1-6-16,-2-36 0,1 33 16,-1-6-1,0-27-15,1 25 0,1-9 16,3-9 0</inkml:trace>
  <inkml:trace contextRef="#ctx0" brushRef="#br0" timeOffset="1905.7718">12778 6839 0,'0'0'0,"0"0"0,-3 9 16,-3 17-16,0 4 15,0 14-15,-1 4 16,4-1-16,5 1 16,-7-3-16,3-4 15,2-41-15,-1 31 16,1-5-16,0-26 16,-5 22-16,5-22 15,-3 16-15,-2-9 0</inkml:trace>
  <inkml:trace contextRef="#ctx0" brushRef="#br0" timeOffset="2171.3639">12534 7067 0,'0'0'0,"0"0"0,4 0 15,6 0-15,-10 0 16,17 4-16,5-1 16,-22-3-16,28 5 15,0-2-15,9-1 16,3-4-16,1-1 0</inkml:trace>
  <inkml:trace contextRef="#ctx0" brushRef="#br0" timeOffset="3233.6211">12662 5479 0,'0'0'0,"0"0"0,-3-7 15,3 7-15,-7-15 16,7 15-16,-3-16 16,3 16-16,-4-12 15,4 8-15,0 22 16,0 16-16,-4 12 16,-3 9-16,-1 6 15,2 2-15,4-1 16,-6-4-16,8-8 15,-5-11-15,5-39 16,0 32-16,0-32 16,3 23-16</inkml:trace>
  <inkml:trace contextRef="#ctx0" brushRef="#br0" timeOffset="3530.3898">12920 5467 0,'0'0'0,"0"0"0,2 7 0,1 16 15,0 8-15,1 7 16,0 8-16,-1 2 15,-4-1-15,0 2 16,-1-2-16,2-47 16,-5 39-16,5-39 15</inkml:trace>
  <inkml:trace contextRef="#ctx0" brushRef="#br0" timeOffset="3670.9815">12616 5739 0,'0'0'0,"12"-3"0,12-1 15,16-3-15,14 2 16,11 2-16</inkml:trace>
  <inkml:trace contextRef="#ctx0" brushRef="#br0" timeOffset="4217.7284">13067 5771 0,'0'0'0,"0"0"0,7-2 0,4-4 16,5 0-1,-16 6-15,22-1 0,-22 1 16,22 3-16,-3 8 15,-3 8-15,-16-19 16,5 22-16,-8 0 16,-12 1-16,15-23 15,-22 14-15,0-2 16,22-12-16,-20 6 16,20-6-16,-14 4 15,10-10-15,10 3 16,6-6-16,5 3 15,9 5-15,-7 7 16,3 3-16,-2 5 16,-4 6-16,-1 5 15,-2 2-15,-3 7 0,-9-4 16,-1-2-16,-7 0 16,-4-7-16,-7 0 15,-3-6-15,-9-6 16,-4-3-16,-6 0 15,0-5-15,0-2 16,4-2-16</inkml:trace>
  <inkml:trace contextRef="#ctx0" brushRef="#br0" timeOffset="4748.8526">14268 6729 0,'0'0'0,"3"9"0,-4 2 16,7 13-16,-2 9 16,-1 13-16,-1 1 15,-1 8-15,-3-3 16,-7-2-16,2-3 15,-1-6-15,-2-6 16,10-35-16,-8 31 16,8-31-16,-5 28 15,5-28-15,-6 22 16,5-12-16</inkml:trace>
  <inkml:trace contextRef="#ctx0" brushRef="#br0" timeOffset="5061.3219">14508 6736 0,'0'0'0,"0"0"0,2 10 16,-2 18-16,3 12 15,0 7-15,-2 7 16,-1 2-16,-4-2 16,4-2-1,-3-6-15,-1-2 0,-1-8 16,5-36-16,-2 32 16,-3-5-16,5-27 15,-6 21-15,6-21 16</inkml:trace>
  <inkml:trace contextRef="#ctx0" brushRef="#br0" timeOffset="5217.4941">14333 7020 0,'0'0'0,"9"-2"0,11-3 16,15-1 0,22 4-16,4 1 15</inkml:trace>
  <inkml:trace contextRef="#ctx0" brushRef="#br0" timeOffset="5795.5583">14541 7257 0,'0'0'0,"0"0"0,0 0 16,6 0-16,5 1 16,7 4-16,4 5 15,-22-10-15,22 10 16,-3 4-16,-1 6 16,-12 2-16,-3 0 15,-11 2-15,-5 2 16,-5 3-16,-8 1 0,-3 2 15,3-1 1,26-31-16,-24 28 0,7 0 16,10 4-16,9-7 15,11-4-15,15-5 16,16-4-16,16-7 16,17-8-16</inkml:trace>
  <inkml:trace contextRef="#ctx0" brushRef="#br0" timeOffset="6232.8823">16273 6804 0,'0'0'0,"0"0"0,6 6 16,-1 11-16,4 8 16,1 12-16,-3 9 15,-5 11-15,-6 4 16,-2 3-16,-4 0 0,-3-5 15,13-59-15,-8 55 16,8-55-16,-4 42 16,4-42-16,-4 37 15,6-11-15</inkml:trace>
  <inkml:trace contextRef="#ctx0" brushRef="#br0" timeOffset="6560.9272">16456 6829 0,'0'0'0,"0"0"0,1 6 0,0 12 0,3 8 16,-4 9-16,1 12 15,-1 1-15,-1 0 16,-5 3-16,4-1 16,0-8-16,2-4 15,2-8-15,-2-30 16,0 29-16,0-29 15,-2 23-15</inkml:trace>
  <inkml:trace contextRef="#ctx0" brushRef="#br0" timeOffset="6732.7624">16337 7178 0,'0'0'0,"7"0"15,10-3-15,12 6 0,13 0 16</inkml:trace>
  <inkml:trace contextRef="#ctx0" brushRef="#br0" timeOffset="7107.6819">16563 7414 0,'0'0'0,"0"0"16,8 4-16,11 7 15,2 6-15,7 1 16,-4 3-16,3 0 16,-12-2-16,-1 2 15,-11 0-15,-6 0 16,-10 2-16,-2 3 16,-11 0-16,1-3 0,1 2 15,24-25-15,-19 24 16,7 1-16,15 1 15,15-2-15,18-2 16,20-5-16,25-2 16</inkml:trace>
  <inkml:trace contextRef="#ctx0" brushRef="#br0" timeOffset="8154.3301">18089 6802 0,'0'0'0,"0"0"0,0 5 16,8 7-16,-1 4 16,-3 8-16,6 6 15,-6 3-15,0 9 16,-3-2-16,1 5 15,-9-1-15,6 2 16,1 2-16,-2-3 16,0-5-16,0-4 0,2-1 15,-2-6-15,2-29 16,-3 27-16,3-27 16</inkml:trace>
  <inkml:trace contextRef="#ctx0" brushRef="#br0" timeOffset="9435.253">18394 6831 0,'0'0'0,"0"0"0,0 0 0,0-4 16,0 4-16,1-7 15,-1 7-15,1-5 16,0 5-16,-1 0 16,-1 7-16,1 10 15,0 5-15,1 7 16,-1 4-16,0 0 16,-3 4-16,4 6 15,-3 0-15,-1-2 16,3 2-16,1-2 15,2-3-15,0-3 16,-3-35-16,5 31 16,-3-2-16,-2-29 15,-1 28-15,1-28 16,1 21-16,-1-21 0,2 20 16,-2-20-16,2 13 15,-1-12-15</inkml:trace>
  <inkml:trace contextRef="#ctx0" brushRef="#br0" timeOffset="9700.8154">18202 7124 0,'0'0'0,"0"0"0,0 0 16,0 0-16,3-2 15,10-1-15,3-1 16,7-4-16,9 4 15,10-4-15,2 3 16,8-6-16</inkml:trace>
  <inkml:trace contextRef="#ctx0" brushRef="#br0" timeOffset="10934.9028">18298 5502 0,'0'0'0,"2"7"0,1 4 16,-2 11-16,7 8 15,-6 9-15,4 5 16,-4 1-16,0 1 0,2 3 16,-1-8-16,1-5 15,-4-36-15,6 31 16,-6-31-16,7 24 15</inkml:trace>
  <inkml:trace contextRef="#ctx0" brushRef="#br0" timeOffset="11263.0026">18612 5456 0,'0'0'0,"0"0"0,0 3 0,4 13 16,3 7-16,-6 12 15,5 6-15,-8 3 16,-3 6-16,2-1 15,3-3-15,0-46 16,-2 41-16,0-4 16,2-37-16,5 27 15,-5-27-15,-1 21 16</inkml:trace>
  <inkml:trace contextRef="#ctx0" brushRef="#br0" timeOffset="11419.1614">18376 5753 0,'0'0'0,"9"-1"0,13-5 0,14 2 15</inkml:trace>
  <inkml:trace contextRef="#ctx0" brushRef="#br0" timeOffset="11856.559">18736 5834 0,'0'0'0,"0"0"0,6-2 0,4 2 15,8-4-15,-18 4 16,21 0-16,-21 0 15,24 0-15,-24 0 16,22 5-16,-6 6 16,-11 8-16,-8 6 0,-8 1 15,-12 0-15,-2 5 16,-5 0-16,0-5 16,30-26-16,-28 25 15,28-25-15,-18 22 16,9-3-16,21-5 15,17-8-15,19-10 16,16-6-16</inkml:trace>
  <inkml:trace contextRef="#ctx0" brushRef="#br0" timeOffset="12418.9298">18267 4210 0,'0'0'0,"5"6"0,-3 8 0,3 15 15,-4 7-15,-2 11 16,-1 6-16,-3 1 16,-1-1-16,3-5 15,-1-3-15,4-45 16,-5 39-16,5-39 16,-1 31-16,1-31 15,-2 23-15</inkml:trace>
  <inkml:trace contextRef="#ctx0" brushRef="#br0" timeOffset="12762.5965">18571 4043 0,'0'0'0,"0"0"0,1 3 15,3 7-15,0 7 16,-2 10-16,0 10 16,-4 9-16,4 2 15,-7 1-15,-2 2 16,-2-7-16,9-44 15,-10 45-15,-2-8 0,12-37 16,-12 35-16,2-4 16,10-31-16,-9 29 15,9-29-15</inkml:trace>
  <inkml:trace contextRef="#ctx0" brushRef="#br0" timeOffset="12934.4318">18280 4423 0,'0'0'0,"8"-2"0,12-4 0,7-2 16,23-1-1,5 2-15,5 2 0</inkml:trace>
  <inkml:trace contextRef="#ctx0" brushRef="#br0" timeOffset="13887.3547">18706 4443 0,'0'0'0,"0"0"0,6-4 16,8 1-16,8 5 15,-3 5-15,0 6 16,-6 7-16,-2 4 15,-10 2-15,-6 1 16,-10-1-16,-6-5 16,-6-2-16,27-19 15,-26 16-15,1-5 16,25-11-16,-24 4 16,24-4-16,-16 1 0,16-1 15,-10-2-15,11-6 16,-1 8-16,17-11 15,6 2-15,-23 9 16,31-6-16,2 3 16,-2 6-16,-3 5 15,-10 6-15,-5 3 16,-1 3-16,-6 4 16,-6 0-16,-5 0 15,-5 0-15,-5-1 16,0-2-16,-11-2 15,-3-4-15,-3-6 16,-1-4-16,-7-2 16,-8-2-16,6-2 15,-3-6-15,0 0 16,3-3-16,8-3 16</inkml:trace>
  <inkml:trace contextRef="#ctx0" brushRef="#br0" timeOffset="39490.6968">19968 6796 0,'0'0'0,"0"0"0,0 0 0,0-2 16,0 2-16,3-4 15,-3 4-15,5-2 16,-5 2-16,4-3 15,-4 3-15,5 1 16,0 3-16,1 9 16,-1 6-16,-1 6 15,0 9-15,-1 3 16,-3 3-16,0 3 16,2 1-16,-1-3 15,4-5-15,-4-5 16,-1-31-16,5 26 0,-5-26 15,0 24-15,0-24 16,-2 21-16,0-12 16,3-17-16</inkml:trace>
  <inkml:trace contextRef="#ctx0" brushRef="#br0" timeOffset="39803.1257">20247 6759 0,'0'0'0,"0"0"16,0 0-16,1 4 15,-1 3-15,-1 11 0,1 7 16,3 10-1,-1 2-15,0 6 0,1-1 16,-2-1 0,2 0-16,-3-5 0,1-4 15,-1-32-15,3 29 16,-1-3-16,-1-1 16,-1-25-16,4 24 15,-4-24-15,2 22 16</inkml:trace>
  <inkml:trace contextRef="#ctx0" brushRef="#br0" timeOffset="39990.5826">19991 7077 0,'0'0'0,"7"-8"0,12 2 16,9-2-1,20 4-15,14-1 0,7 3 16,6 4-16</inkml:trace>
  <inkml:trace contextRef="#ctx0" brushRef="#br0" timeOffset="45723.6578">20165 8220 0,'0'0'0,"0"0"0,2 7 16,-1 10-16,-3 4 16,1 3-16,1 4 0,1 0 15,0 2-15,-2 1 0,3 1 0,-2-32 31,-1 32-31,1-1 16,0-31-16,1 30 16,1-1-16,-2-29 15,0 26-15,0-26 16</inkml:trace>
  <inkml:trace contextRef="#ctx0" brushRef="#br0" timeOffset="46098.5245">20451 8132 0,'0'0'0,"0"0"0,0 0 0,-1 10 0,-3 7 16,-1 9-16,-3 6 15,2 8-15,0 1 16,2 4-16,-3-3 16,3 1-16,4-43 15,-4 39-15,0-5 16,4-34-16,-2 33 16,2-7-16,0-26 15,-3 23-15,3-23 16,-4 20-16,4-20 15</inkml:trace>
  <inkml:trace contextRef="#ctx0" brushRef="#br0" timeOffset="46239.1156">20202 8420 0,'0'0'0,"12"0"0,7-4 16,15-2-16,14 0 0,8 3 15</inkml:trace>
  <inkml:trace contextRef="#ctx0" brushRef="#br0" timeOffset="46754.6182">20515 8554 0,'0'0'0,"0"0"0,3-2 0,7-1 16,5-2-16,6 1 15,-21 4-15,21-3 16,4 3-16,-25 0 16,24 6-16,-24-6 15,16 10-15,-8 6 16,-9 7-16,-2 0 0,-7 0 16,-3-5-16,-5 1 15,18-19-15,-18 14 16,18-14-16,-19 13 15,19-13-15,-14 10 16,5-3-16,10-6 16,-1-1-16,10 0 15,8-1-15,-18 1 16,25 2-16,2 7 16,-5 6-16,-22-15 15,18 20-15,-7 4 16,-11-24-16,-2 29 15,-6 1-15,-14 0 16,-5-5-16,-7-5 16,-8-4-16,-1-8 15,-2-3-15,1-6 16,1-7-16,4-9 16</inkml:trace>
  <inkml:trace contextRef="#ctx0" brushRef="#br0" timeOffset="47363.8878">21988 6793 0,'0'0'0,"0"0"0,0 0 15,1-3-15,-1 3 16,2-2-16,5 4 16,1 7-16,-1 9 0,-2 4 15,0 7 1,-4 6-16,-4 5 0,1 5 16,2-2-16,-1 0 15,-1-3-15,2-40 16,-2 40-16,2-1 15,1-4-15,-1-35 16,-2 33-16,2-33 16,-1 27-16</inkml:trace>
  <inkml:trace contextRef="#ctx0" brushRef="#br0" timeOffset="47707.5211">22228 6752 0,'0'0'0,"0"0"0,0 0 0,0 5 16,-1 7-16,2 5 15,-1 10-15,2 9 16,-3 7 0,-6 3-16,1 5 0,2-4 15,-2-1-15,7-3 16,0-5-16,-1-38 16,1 35-16,0-6 15,3-3-15,-4-26 16,1 25-16</inkml:trace>
  <inkml:trace contextRef="#ctx0" brushRef="#br0" timeOffset="47879.3554">22061 7071 0,'0'0'0,"0"0"0,9-2 0,13-1 15,16 2-15,4 0 16,3 0-16</inkml:trace>
  <inkml:trace contextRef="#ctx0" brushRef="#br0" timeOffset="48301.132">22385 7287 0,'0'0'0,"0"0"0,0 0 16,3-1-16,9-1 15,-12 2-15,22 2 0,2 1 16,1 5-16,-6 3 16,-7 6-16,-10 1 15,-11 0-15,-5 4 16,-4 1-16,-12 0 15,-2 4-15,-5-4 16,2-2-16,35-21 16,-32 22-16,9 0 15,8-1-15,15-21 16,-2 21-16,12 0 16,14-5-16,13-4 15,12-7-15,15-6 16,10-6-16</inkml:trace>
  <inkml:trace contextRef="#ctx0" brushRef="#br0" timeOffset="48847.8789">23916 6799 0,'0'0'0,"0"0"0,2 6 16,0 7-16,0 11 15,-2 8-15,-2 11 16,-3 6-16,0 6 16,3-1-16,-3-4 15,4-3-15,-3-8 16,4-39-16,-4 35 16,2-8-16,2-27 15,-5 24-15,5-24 16,-6 16-16,3-11 15</inkml:trace>
  <inkml:trace contextRef="#ctx0" brushRef="#br0" timeOffset="49129.0652">24151 6798 0,'0'0'0,"0"0"16,0 5-16,2 9 16,-1 4-16,3 10 15,-1 8-15,0 6 16,-4 5-16,-1 4 16,-1-4-16,0-2 15,1-5-15,2-40 16,-1 35-16,-1-7 0,2-28 15,-5 26 1,-1-5-16</inkml:trace>
  <inkml:trace contextRef="#ctx0" brushRef="#br0" timeOffset="49269.6581">23985 7054 0,'0'0'0,"12"-2"0,15-1 15,10-5-15,19 8 16,6 1-16</inkml:trace>
  <inkml:trace contextRef="#ctx0" brushRef="#br0" timeOffset="49753.9139">24342 7299 0,'0'0'0,"0"0"0,0-2 16,0 2-16,2-8 15,8 0-15,9-6 16,6 4-16,-25 10 16,26-9-16,1 8 15,1 11-15,-28-10 16,23 13-16,-7 1 16,-9 7-16,-1 0 15,-6-1-15,0-20 16,-8 21-16,-5-3 15,-7-4-15,-3-2 16,23-12-16,-22 7 16,22-7-16,-20 2 15,20-2-15,-12 0 16,9-4-16,17 4 16,10 1-16,5 6 0,-4 7 15,-4 5-15,-3 5 16,-7 2-16,-9 5 15,-6 0-15,-11-3 16,-7-4-16,-12-6 16,-11-6-16,-14-7 15,-12-4-15,-12-1 16,-5 0-16,-9 1 16</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2.98804" units="1/cm"/>
          <inkml:channelProperty channel="Y" name="resolution" value="650.78448" units="1/cm"/>
          <inkml:channelProperty channel="T" name="resolution" value="1" units="1/dev"/>
        </inkml:channelProperties>
      </inkml:inkSource>
      <inkml:timestamp xml:id="ts0" timeString="2024-03-14T04:41:50.226"/>
    </inkml:context>
    <inkml:brush xml:id="br0">
      <inkml:brushProperty name="width" value="0.05292" units="cm"/>
      <inkml:brushProperty name="height" value="0.05292" units="cm"/>
      <inkml:brushProperty name="color" value="#FF0000"/>
    </inkml:brush>
  </inkml:definitions>
  <inkml:trace contextRef="#ctx0" brushRef="#br0">26563 5731 0,'0'0'0,"12"1"0,5-1 0,13 0 0,7-2 16,9-1-16,2 1 15,5 2-15,4-4 16,3 0-16,1 0 16,5-3-16,2 3 15,5-3-15,2 2 16,1 3-16,4-1 15,-1-1-15,2 3 16,1 2-16,5-3 16,0 3-16,-1 0 15,2 0-15,8 2 16,-2-4-16,2 1 0,4 0 16,1 0-16,0 0 15,-1 2-15,4 3 16,0-2-16,3 3 15,-3 1-15,2 0 16,2-4-16,-4 0 16,-2 2-16,3 1 15,-2-1-15,1-5 16,4 4-16,2-2 16,-1-3-16,1 1 15,2 2-15,1-2 16,-3 6-16,-5 1 15,-2-2-15,2-2 16,0 3-16,-1-5 16,1 3-16,5 1 15,-6-2-15,3 2 0,-2-4 16,-5-2-16,-1-1 16,-3 2-16,0-2 15,-3 2-15,-6-1 16,-7-1-16,-5 1 15,-10 1-15,-5 4 16,-10 2-16,-5 13 16,-10 1-16</inkml:trace>
  <inkml:trace contextRef="#ctx0" brushRef="#br0" timeOffset="28166.6141">1826 7245 0,'0'0'0,"0"0"0,0 0 0,2-2 16,2-2-16,-4 4 0,10-6 16,3 2-16,-13 4 15,16-3-15,4 2 16,1 2-16,-21-1 15,23 1-15,1 1 16,5 0-16,-2-1 16,1-1-16,-28 0 15,27 0-15,2 0 16,4 0-16,-2 2 16,2-1-16,0 2 15,1-2-15,2 2 16,-2-3-16,0 2 15,1 0-15,3-1 16,-3 0-16,0 0 16,2 4-16,1-1 15,0-1-15,-2-1 16,4 1-16,-2-2 16,1-1-16,-2 3 15,8 0-15,-7 1 16,4 0-16,-1-3 0,1 0 15,-5-1-15,9 3 16,-1-2-16,0 3 16,0-4-16,-1 1 15,1 2-15,-2-2 16,1 0-16,4 4 16,0-3-16,1-2 15,-4 2-15,3-2 16,-2 0-16,-2 0 15,5 0-15,0-2 16,-2 4-16,2-2 16,3 0-16,-5 1 15,3-1-15,-3 0 16,3 0-16,0 3 16,2-1-16,-3-1 15,3 0-15,-4-2 16,4-2-16,-4 1 0,-1 2 15,3-1-15,0 2 16,1-1-16,-3-1 16,0 0-16,-1 2 15,3-2-15,-4 1 16,2 1-16,0-1 16,-3-2-16,-1 3 15,-1-3-15,-1 1 16,1 0-16,-3 1 15,3-1-15,0 1 16,4-1-16,-5 2 16,3-1-16,0-3 15,0 0-15,-1 0 16,1 0-16,-3 0 16,3-1-16,-1 5 15,-2-1-15,1 0 16,3 0-16,-3 0 15,-1-1-15,1 0 0,1-1 16,-1 2-16,-3 0 16,3 0-16,-1 0 15,-3 0-15,4-1 16,-1-1-16,-1 0 16,-1 2-16,1-2 15,1 1-15,-4 1 16,2 1-16,-3-2 15,5 1-15,-2 0 16,-2-1-16,3-2 16,-1 1-16,0 1 15,-1 2-15,3-1 16,-2 2-16,1-2 16,-1 1-16,0-1 15,2-1-15,-1 2 16,1 1-16,1-2 15,0 1-15,0 0 16,2-2-16,0 1 16,-1 2-16,0-1 15,4 0-15,-3 0 0,-1 0 16,3-1-16,1 1 16,1 0-16,1 1 15,1-1-15,-7 0 16,5 2-16,0-1 15,-4-2-15,5 0 16,-1 0-16,-2 0 16,1-1-16,3 2 15,0 1-15,-2-2 16,-2 2-16,0-3 16,0 2-16,3 0 15,-4 1-15,2-1 16,-1 1-16,-1-3 15,2 4-15,3 1 16,-3-1-16,4 0 16,-4 0-16,6-3 0,-6 1 15,0-1-15,1 3 16,-1 0-16,2 2 16,-2-4-16,-2 1 15,2-1-15,3 2 16,-4 2-16,-2-1 15,3-4 1,-1 4-16,-2 0 0,3-3 16,-3-1-16,0 1 15,0-1-15,0 0 16,-1 0 0,13 0-16,0 0 15,-8-1-15,0-3 16,-1 1-16,-8 0 15,-2 1-15,4 0 16,-1 1-16,-2-1 16,2 1-16,-1 1 15,-1-1-15,-1-2 0,-1-1 16,-1-2-16,-2 2 16,1 2-16,-3-2 15,1 2-15,3-2 16,-1 1-1,-1-1-15,1-1 0,-4 0 16,0-1-16,1 1 16,-32 5-1,31-10-15,2 3 0,-33 7 16,38-9-16,-1 1 16,1 0-16,-38 8 15,37-8-15,-4-2 16,-1 0-16,-32 10 15,32-12-15,-3 0 16,-29 12-16,29-12 16,0-2-16,-29 14 15,30-15-15,-30 15 16,22-18-16,1 0 16,-23 18-16,20-22 15,0 1-15,-20 21 0,13-21 16,0-1-1,-4 1-15,-9 21 0,8-22 16,-1 1 0,-2-3-16,-5 24 0,7-21 15,-3-3-15,-4 24 16,3-27-16,-2-1 16,-1 28-16,0-30 15,-1-1-15,1 31 16,-1-32-16,1 1 15,3 0-15,2 0 16,-7 6-16,-1 2 16,0 1-16,3 22 15,-4-21-15,-2-3 16,6 24-16,-5-29 16,0 1-16,3-2 0,-3 2 15,3 1-15,-2 4 16,4 23-16,-3-23 15,-1 1 1,4 22-16,-4-27 0,1 0 16,3 27-16,-5-28 15,2 0-15,1-2 16,2 30-16,-2-26 16,-1 1-16,3 25 15,-2-24-15,2-1 16,0 25-16,-1-26 15,1 2-15,0 24 16,-1-25-16,3 0 16,-2 25-16,5-24 15,-1 2-15,-4 22 16,8-23-16,4 2 16,-12 21-16,17-21 0,1-1 15,5-1-15,2 8 16,-25 15-1,24-18-15,2 2 0,5 1 16,-1 1 0,0 1-16,-3-3 0,1 3 15,-2 3-15,2-5 16,-3 4-16,-25 11 16,27-13-16,0-1 15,4-3-15,-2 2 16,-29 15-16,28-19 15,-1 3-15,-2-4 16,-1 3-16,-3 0 16,-3 1-16,-18 16 15,15-18-15,0-3 16,-15 21-16,15-23 16,-2 0-16,-13 23 0,11-26 15,-1-1-15,3 0 16,-4 1-1,-9 26-15,5-24 16,0 2-16,-1-1 0,-1 1 16,-3 22-1,3-23-15,-2-1 0,2-1 16,-3 25-16,1-24 16,-1-1-16,1 3 15,1-2-15,-2 24 16,-2-23-16,1-1 15,0 0-15,1 24 16,-1-25-16,-5 0 16,6 25-16,-4-26 15,0 2-15,4 24 16,-10-25-16,-1 0 16,-1 2-16,2 2 15,10 21-15,-12-20 16,1 0-16,11 20 15,-15-20-15,-1-2 0,16 22 16,-22-21 0,2 2-16,-4-1 0,3 3 15,0 2-15,1 1 16,-3 0-16,2 0 16,-1 1-16,-1 1 15,-2 3-15,-1-3 16,26 12-16,-22-10 15,-3-4-15,-3 0 16,28 14-16,-29-14 16,-1 0-16,-8-2 15,38 16-15,-33-14 16,0-1-16,3 2 16,-3-3-16,6 3 15,-3-1-15,2 1 16,2 2-16,1-1 15,-6 0-15,31 12 16,-29-9-16,-4 2 16,-4-2-16,0-1 15,4 2-15,-1 1 0,0 1 16,3 2-16,0 0 16,1 3-16,-3-2 15,0 0-15,-1-2 16,1 0-16,1 2 15,-1 2-15,1-1 16,1 4-16,0 0 16,31-2-16,-33 0 15,0 0-15,-7 2 16,6-1-16,1 0 16,3 1-16,5-1 15,-2-1-15,-1 0 16,28 0-16,-27 1 15,0 1-15,27-2 16,-32 0-16,0 0 16,32 0-16,-40 2 15,3 0-15,-2 1 0,4-1 16,3 4-16,2-3 16,1 2-16,1-3 15,-1 0-15,29-2 16,-31 3-16,0 2 15,-4 2-15,2 0 16,-2-1-16,1 4 16,0-1-16,2-4 15,0 4-15,-1 3 16,1-5-16,0 0 16,2 5-16,-1-1 15,2 0-15,3 2 16,26-13-16,-31 14 15,1 1-15,-2 7 16,0-3-16,4 3 16,3-1-16,0-2 15,4-1-15,21-18 0,-17 24 16,1-2-16,16-22 16,-17 26-16,3 1 15,14-27-15,-20 30 16,6-1-16,-3 3 15,3-7-15,-2-1 16,3-1-16,-1-2 16,1-1-16,-2 1 15,4 2-15,11-23 16,-14 19-16,0 4 16,14-23-16,-11 25 15,-3-2-15,14-23 16,-13 27-16,1-2 15,12-25-15,-13 27 16,-4-2-16,4 2 16,13-27-16,-15 24 15,-1-4-15,-2 3 0,0-3 16,3-1-16,1 1 16,-4-3-16,1 1 15,-1-3-15,-2-1 16,-3 0-16,1-3 15,1 2-15,-1-1 16,0 0-16,2-1 16,-3 1-16,1 0 15,-3 0-15,-1-1 16,-5-2-16,-1 2 16,-3-2-16,2-1 15,-2 1-15,3-2 16,-1 4-16,0-4 15,0 2-15,-3-2 16,1-1-16,0 2 16,-3 0-16,2-1 15,-4 3-15,3-1 0,-2-1 16,-3 0-16,-3-1 16,2-2-16,2 2 15,-4-3-15,-2 1 16,-1 1-16,1-1 15,-6 0-15,-1-2 16,-2 0-16,-2 4 16,0-4-16,-2 1 15,3 0-15,0 0 16,-2-5-16,0 1 16,-2 0-16,4 0 15,-5 0-15,-1 0 16,-1-1-16,3-2 15,-6-1-15,5 2 16,-1 0-16,-2 1 16,-1-1-16,-1-2 15,-2 2-15,-1 1 16,2 0-16,-2-1 16,2-1-16,-1-2 0,1 2 15,-2 1-15,1 0 16,-6 3-16,4-1 15,-4 0-15,5 0 16,-5 0-16,2-1 16,-2 2-16,2 0 15,-1 0-15,1 1 16,1 0-16,1 2 16,1 1-16,3-2 15,-2 0-15,1 4 16,1-5-16,2 0 15,3 4-15,-3-4 16,3 1-16,2 1 16,-1 2-16,2-3 15,4 1-15,-3 0 16,1-1-16,1-1 0,4 8 16,-3-8-16,-2 3 15,4 2-15,-4 0 16,0-4-16,6 1 15,0 0-15,1-3 16,2 4-16,-1 1 16,1-4-16,-1 2 15,5-2-15,-6-1 0,6 0 0,-1-3 32,3 2-32,2 1 15,1 0-15,-1-3 16,4 2-16,-2-1 0,1 1 0,2-2 15,-4-1-15,-2 3 16,4-2-16,1-2 31,-2 2-31,1 1 16,2 0-16,0 0 16,1 3-16,1-1 0,0-2 0,-2 1 0,5-1 15,-1 1-15,-3 0 16,2-1-16,-2 1 15,4 0-15,1 1 16,-3-1-16,2 0 16,30 0-16,-28 0 15,-3 0-15,-5 0 16,2 0-16,0 0 16,2 2-16,1 1 15,4 1-15,-4 0 16,4-3-16,2-2 15,-3 3-15,4-1 16,-2 0-16,26-1 16,-26 2-16,3 4 15,23-6-15,-31 13 16,3-2-16</inkml:trace>
  <inkml:trace contextRef="#ctx0" brushRef="#br0" timeOffset="118954.8848">20199 5738 0,'0'0'0,"0"0"0,0 0 0,1-5 0,-1 5 0,4-5 15,6-5-15,11 5 16,4-1-16,5 4 16,1 2-16,2 2 15,5 1-15,2-3 16,11 1-16,5-1 15,6-2-15,7 2 16,12-3-16,8 2 16,9-3-16,4 2 15,0 1-15,8-2 16,0 3-16,9 1 16,2 2-16,5-1 0,2 2 15,5 0 1,0-2-16,0 2 15,1-1-15,-5 0 0,-2 1 16,-3 2-16,-9-4 16,-8 0-16,-9 1 15,-10-2-15,-13-2 16,-9 3-16,-14 2 16,-52-4-16,40 5 15,-40-5-15,31 4 16,-11 6-16,-13 4 15</inkml:trace>
  <inkml:trace contextRef="#ctx0" brushRef="#br0" timeOffset="155103.3277">30063 4871 0,'0'0'0</inkml:trace>
  <inkml:trace contextRef="#ctx0" brushRef="#br0" timeOffset="155712.6023">30129 4830 0,'0'0'0,"0"0"0,0 0 0,2 0 0,-2 0 15,7-5-15,-7 5 0,10-8 16,-10 8-16,12-7 15,-12 7-15,13-5 16,-13 5-16,8-5 16,-8 5-16,5-4 15,-5 4-15,4-1 16,-4 1-16,2-1 16,-2 1-16,-1 2 15,1-2-15,0 4 16,0-4-16,-5 7 15,1 2-15,4-9 16,-7 11-16,2 1 16,-5 4-16,10-16 15,-11 17-15,2 0 16,1 2-16,8-19 16,-6 20-16,0 1 15,1 2-15,-4 0 16,-2-2-16,1 5 0,10-26 15,-10 25-15,5 1 16,0 3-16,5-29 16,-5 31-16,0-1 15,0 4-15,-3-5 16,1-1-16,7-28 16,-5 28-16,1 2 15,0 4-15,1-4 16,-3 3-16,1-4 15,5-29-15,-6 28 16,5 0-16,-1 4 16,2-32-16,0 29 15,0-29-15,2 26 16,-2-26-16,1 22 16,-1-22-16,3 14 0,0-14 15,-1-16-15,0-6 16,-1-9-1</inkml:trace>
  <inkml:trace contextRef="#ctx0" brushRef="#br0" timeOffset="156259.3533">30147 4828 0,'0'0'0,"0"0"0,-2 2 0,2-2 16,-7 6-16,1 3 16,-3 2-16,1 5 15,1 1-15,2 3 16,-4 6-16,3 4 15,-1 3-15,1 3 16,1 5-16,1 3 16,1 1-16,-2 0 15,0-2-15,4 0 16,1-8-16,-3-2 0,3-33 16,-4 30-16,4-3 15,-1-2-15,1-25 16,-1 25-16,1-25 15,-1 21-15,1-21 16,0 18-16,2-9 16,-1-19-16</inkml:trace>
  <inkml:trace contextRef="#ctx0" brushRef="#br0" timeOffset="156727.9579">30181 4910 0,'0'0'0,"0"0"0,0 0 0,0-3 16,0 3-16,0-2 15,0 2-15,1 2 16,0 4-16,-1-6 16,-2 12-16,4 6 15,-3 10-15,0 2 16,-6 1-16,3 1 15,-5 0-15,4 0 16,-6 2-16,4 1 16,-5 3-16,2-1 15,1 0-15,4-2 0,5-35 16,-9 35 0,1-3-16,0 3 15,8-35-15,-8 33 0,1-6 16,7-27-16,-6 27 15,6-27-15</inkml:trace>
  <inkml:trace contextRef="#ctx0" brushRef="#br0" timeOffset="187864.6524">12543 2926 0,'0'0'0,"0"0"0,2-4 0,-1-8 0,-1 12 15,-2-19-15,2 19 0,-9-18 16,-5 2-16,-22 9 15,-1 15 1,-9 10-16,-13 8 0,2 10 16,10 7-16,6 5 15,10 5-15,12 6 16,10 1-16,12 1 16,8-4-16,14-9 15,6-8-15,5-9 16,9-10-16,5-6 15,4-12-15,5-11 16,8-9-16</inkml:trace>
  <inkml:trace contextRef="#ctx0" brushRef="#br0" timeOffset="188161.4853">12841 2792 0,'0'0'16,"0"0"-16,0 2 0,0 11 0,3 5 16,0 19-16,-3 14 15,2 9-15,-4 8 16,3 5-16,-3 0 15,-1-5-15,3-68 16,0 54-16,0-54 16,1 44-16,-1-44 15,0 29-15,3-12 16</inkml:trace>
  <inkml:trace contextRef="#ctx0" brushRef="#br0" timeOffset="188427.0115">13171 2779 0,'0'0'0,"0"0"15,0 8-15,1 10 0,1 15 16,5 11-16,-4 18 15,5 1-15,-4 1 16,-4-2-16,-4-8 16,0-7-16,1-10 15,3-37-15,-5 29 16,5-29-16,-1 19 16</inkml:trace>
  <inkml:trace contextRef="#ctx0" brushRef="#br0" timeOffset="188598.8523">12938 3148 0,'0'0'0,"7"-4"0,10-3 0,9 3 0,16-1 0,8-2 15,6 6-15</inkml:trace>
  <inkml:trace contextRef="#ctx0" brushRef="#br0" timeOffset="188989.38">13334 3323 0,'0'0'0,"0"0"0,8-3 0,5 0 16,6 2-16,-19 1 15,21-1-15,-21 1 16,16 0-16,-16 0 15,14 5-15,-7 5 16,-1 5-16,-13 6 16,-6 6-16,-10 5 15,-7 5-15,-3-1 16,-1-1-16,34-35 16,-34 35-16,34-35 15,-26 34-15,15-8 16,20-3-16,20-10 15,21-7-15,21-11 0,12-10 16</inkml:trace>
  <inkml:trace contextRef="#ctx0" brushRef="#br0" timeOffset="189536.1163">12329 2245 0,'0'0'0,"0"0"0,-1 5 16,3 10-16,-2 6 15,0 14-15,-2 7 0,2 9 16,2-1-1,-8 0-15,13-1 0,-5-9 16,0-3-16,-2-37 16,3 30-16,4-8 15,-7-22-15,8 20 16,-1-9-16,-3-14 16</inkml:trace>
  <inkml:trace contextRef="#ctx0" brushRef="#br0" timeOffset="190067.2947">12422 1679 0,'0'0'0,"0"0"0,-3-2 0,3 2 0,-11-10 16,-3 3-16,14 7 0,-24-1 15,-6 6-15,-13 14 16,3 10-16,-4 7 16,0 4-16,2 5 15,7 0-15,7 2 16,9-1-16,15-1 15,7-2-15,11-7 16,8 1-16,8-7 16,10-8-16,9-9 15,9-12-15,10-11 16,3-6-16,-6-9 16,-4-5-16,-7-6 15</inkml:trace>
  <inkml:trace contextRef="#ctx0" brushRef="#br0" timeOffset="190348.4369">12762 1589 0,'0'0'0,"0"0"0,0 0 0,0 0 15,0 6-15,3 10 16,0 10-16,-2 5 16,2 10-16,-2 3 15,2 10-15,-5-3 16,-1 1-16,-2-6 16,5-46-16,-2 38 15,2-38-15,-3 33 16,3-33-16,-6 27 0,5-11 15</inkml:trace>
  <inkml:trace contextRef="#ctx0" brushRef="#br0" timeOffset="190645.2422">13033 1578 0,'0'0'0,"0"0"0,2 8 0,3 11 16,-1 6-16,-4 10 16,-4 5-16,-6 4 15,2 5-15,-4 0 16,-1-4-16,13-45 0,-7 42 15,7-42-15,-5 35 16,5-35-16,-5 27 16,5-27-16,-4 21 15,-2-14-15</inkml:trace>
  <inkml:trace contextRef="#ctx0" brushRef="#br0" timeOffset="190817.0685">12776 1860 0,'0'0'0,"7"-2"0,7-7 0,11 2 16,13 1-16,8-4 15,10 7-15,3 0 16</inkml:trace>
  <inkml:trace contextRef="#ctx0" brushRef="#br0" timeOffset="191395.0674">13297 1921 0,'0'0'0,"0"0"0,6-2 0,3-5 0,7 0 16,3-6-16,-19 13 16,26-10-16,-2 4 15,-24 6-15,27-5 16,-27 5-16,20 2 15,-2 8-15,-7 5 0,-6 3 16,-9 6-16,-2 1 16,-8-1-16,-2-3 15,16-21-15,-17 18 16,-3-6-16,20-12 16,-18 6-16,18-6 15,-17 3-15,11-4 16,6 1-1,3-2-15,12-2 0,-15 4 16,23-4-16,7 3 16,0 8-16,-5 3 15,-7 6-15,-18-16 16,14 23-16,-2 4 16,-5 5-16,-7-32 15,3 30-15,-3-3 16,-10-5-16,-9-7 0,-10-5 15,-13-9-15,-9-2 16,-7-3-16,-7 1 16,5 0-16,6-1 15</inkml:trace>
  <inkml:trace contextRef="#ctx0" brushRef="#br0" timeOffset="231310.5129">10556 4844 0,'0'0'0,"0"0"0,0 0 0,2 0 0,-2 0 0,4-6 16,-4 6-16,7-6 15,-7 6-15,7-10 16,-7 10-16,4-12 16,-3 0-16,-1 12 15,-4-14-15,-8 4 16,-10 0-16,-2 1 0,-6 3 15,-7 3 1,2 3-16,-1 4 0,-3 3 16,-1 7-16,2 3 15,-5 9-15,2 8 16,2 7-16,5 6 16,3 5-16,7-1 15,4 3-15,10-5 16,6-5-16,10-5 15,12-7-15,7-5 16,13-8-16,7-4 16,12-7-16,9-6 15,4-10-15,1-6 16,-1-3-16,-7-1 16,-12 0-16,-7 1 15,-44 17-15</inkml:trace>
  <inkml:trace contextRef="#ctx0" brushRef="#br0" timeOffset="231747.9602">10994 4684 0,'0'0'0,"0"0"0,0 0 0,2 0 16,-2 5-16,0 9 15,-1 7-15,-1 11 0,-4 6 16,-1 9-16,-5 7 16,-1 2-16,0 3 15,0 0-15,4-4 16,0-5-16,2-4 16,5-7-16,5-5 15,1-6-15,-4-28 16,6 25-16,-6-25 15,9 21-15,1-9 16,2-11-16,8-15 16,3-13-16</inkml:trace>
  <inkml:trace contextRef="#ctx0" brushRef="#br0" timeOffset="232029.1394">11350 4719 0,'0'0'0,"0"0"0,0 0 15,2-2-15,0 8 0,5 10 16,-2 5 0,0 12-16,5 6 0,-7 4 15,-4 8-15,0 1 16,-5 2-16,2-4 15,-1-5-15,7-4 16,-2-41-16,-2 38 16,2-5-16,2 0 15,-2-33-15,-2 32 16,2-32-16,-5 24 16</inkml:trace>
  <inkml:trace contextRef="#ctx0" brushRef="#br0" timeOffset="232200.9403">11066 5197 0,'0'0'0,"0"0"0,10-3 0,23-3 15,12-1-15,12-2 16,12 5-16,5 2 15</inkml:trace>
  <inkml:trace contextRef="#ctx0" brushRef="#br0" timeOffset="232638.3374">11701 5300 0,'0'0'0,"0"0"0,8 2 0,11 0 15,-19-2-15,22 5 16,0 1-16,-22-6 15,22 10-15,-9 5 16,-7 4-16,-14 3 16,-8 3-16,-14 4 15,-7-3-15,-4 1 16,0-1-16,5 1 16,36-27-16,-29 20 15,29-20-15,-20 21 16,15-2-16,22-6 15,18-5-15,23-9 16,18-10-16,15-4 16,7-3-16,6-5 0,-10 0 15</inkml:trace>
  <inkml:trace contextRef="#ctx0" brushRef="#br0" timeOffset="233467.3356">10431 3909 0,'0'0'0,"0"0"0,0 0 0,0 0 0,0 1 16,2 5-16,4 9 15,-6 8-15,3 7 16,4 11-16,-4 7 16,-4 3-16,2 5 15,0-1-15,-1-3 16,-1-5-16,2-5 16,3-4-16,2-6 15,-6-32-15,4 29 16,-4-29-16,6 27 0,-1-12 15</inkml:trace>
  <inkml:trace contextRef="#ctx0" brushRef="#br0" timeOffset="233936.0357">10639 3270 0,'0'0'0,"5"-10"0,1-4 0,0-5 0,0-2 15,-3-2-15,-1 1 16,-2 22-16,-4-19 16,-4 0-1,-11-1-15,-3 6 0,-8 7 16,-9 3-16,-6 7 16,-2 9-16,0 13 15,-5 9-15,-1 11 16,-2 14-16,0 9 15,5 4-15,14 1 16,16-5-16,10-12 16,13-9-16,14-10 15,12-10-15,4-4 16,18-8-16,9-7 16,10-9-16,7-10 0,4-13 15,3-11-15</inkml:trace>
  <inkml:trace contextRef="#ctx0" brushRef="#br0" timeOffset="234264.0402">11032 2946 0,'0'0'0,"0"0"0,1 5 15,-4 13-15,3 7 16,-1 15-16,-2 10 16,-2 9-16,1 4 0,-5 1 15,1-3-15,7-3 16,-2-10-16,2-7 15,1-41-15,2 35 16,0-6 0,-2-29-16,4 26 0,-4-26 15,3 18-15,6-16 16</inkml:trace>
  <inkml:trace contextRef="#ctx0" brushRef="#br0" timeOffset="234545.286">11343 3018 0,'0'0'0,"2"9"0,2 12 0,-2 11 16,1 13-16,-4 12 15,-6 2-15,3 2 16,1-4-16,-5-6 16,4-7-16,4-44 15,-4 38-15,4-38 16,-4 29-16,4-29 16,-2 25-16</inkml:trace>
  <inkml:trace contextRef="#ctx0" brushRef="#br0" timeOffset="234717.1086">11034 3402 0,'0'0'0,"0"0"0,10-4 0,22-1 16,10-5-16,12 4 15,11-4 1,-2 0-16</inkml:trace>
  <inkml:trace contextRef="#ctx0" brushRef="#br0" timeOffset="235279.4597">11528 3443 0,'0'0'0,"0"0"0,10-4 0,20-2 16,3 3-16,-1 5 15,-32-2-15,33 6 16,-7 6-16,-5 6 16,-10 2-16,-9 0 15,-8 0-15,-5 1 16,-9-5-16,20-16 16,-23 16-16,23-16 15,-25 15-15,25-15 16,-23 10-16,23-10 15,-17 5-15,14-9 16,18-2-16,-15 6 16,26-9-16,7 3 15,2 7-15,-35-1 16,37 6-16,-7 10 0,-2 5 16,-11 8-16,-9-3 15,-11 3-15,-6 0 16,-11-3-1,-11-3-15,-9-5 0,-17-4 16,-13-1-16,-9-4 16,1-5-16,-6 3 15,1 0-15</inkml:trace>
  <inkml:trace contextRef="#ctx0" brushRef="#br0" timeOffset="242481.6443">9420 3255 0,'0'0'0,"0"0"0,3-5 0,-3 5 0,4-13 0,-4 13 16,8-11-16,-8 11 15,5-10-15,-1 6 16,-4 4-16,1 12 16,-5 12-16,1 10 15,1 12-15,-2-5 16,5 4-16,-2-1 15,1 0-15,-6-1 16,0 2-16</inkml:trace>
  <inkml:trace contextRef="#ctx0" brushRef="#br0" timeOffset="243528.2696">9280 4788 0,'0'0'0,"0"0"0,3-4 0,-3 4 0,10-5 0,6 3 15,-16 2-15,20-4 16,6 1-16,3 2 15,0 2-15,-29-1 16,25 5-16,-25-5 16,21 8-16,-3 5 15,-11 7-15,-5 5 16,-6 2-16,-5 4 0,-10 0 16,-2 0-16,-5-3 15,26-28-15,-30 29 16,0-5-16,30-24 15,-28 27-15,28-27 16,-21 19-16,16-1 16,22-6-16,14-3 15,21-5 1,7 1-16,6-6 0</inkml:trace>
  <inkml:trace contextRef="#ctx0" brushRef="#br0" timeOffset="244621.7683">9839 7106 0,'0'0'0,"0"0"0,0 0 16,3-2-16,-3 2 15,2-8-15,4 0 16,-6 8-16,10-14 16,4 1-16,-14 13 15,24-14-15,5 7 16,-29 7-16,40-4 0,-1 11 16,-2 13-16,-4 6 15,-8 4-15,-13 3 16,-9-2-16,-12 1 15,-3 0 1,-9-4-16,-2-8 0,-3-2 16,-4-7-16,30-11 15,-28 5-15,1-1 16,27-4-16,-27 2 16,27-2-16,-22-2 15,12-2-15,17 0 16,8-3-16,13 2 15,5 2-15,6 3 16,-6 5-16,0 8 16,1 8-16,-4 5 15,-7 8-15,-1 4 16,-4 4-16,-5 2 16,-9-4-16,-8-2 15,-15-4-15,-9-4 0,-12-5 16,-14-1-1,-7-6-15,-11-1 16,-6-4-16,-6-2 16,-3 2-16,-3-3 15</inkml:trace>
  <inkml:trace contextRef="#ctx0" brushRef="#br0" timeOffset="315578.2857">1960 11894 0,'0'0'0,"0"0"0,0 0 0,0-1 0,0 1 0,0 0 15,0 0-15,5 1 16,-5-1-16,8 2 16,-8-2-16,14 5 15,0 3-15,7-1 16,-21-7-16,21 6 15,3 1-15,5 1 16,-3-2-16,5-1 16,0-3-16,4 1 15,-3 2-15,2-2 16,1 2-16,5-1 16,-1-1-16,2 0 0,-2 0 15,2 0-15,0 2 16,1-1-16,-1-3 15,2 0-15,0 3 16,-4-4-16,3 2 16,1 0-16,-3 1 15,2 0 1,1 2-16,-1-3 0,-5 1 16,2 2-16,2-1 15,-3-2-15,0 1 16,0 2-16,1-3 15,2-1-15,-2-1 16,5 0-16,-3-1 16,0 2-16,2 0 15,-2 0-15,1 1 16,2 1-16,-2-1 16,0 0-16,2-1 15,2 0-15,2 0 16,0-1-16,1 1 0,2-2 15,-3 1-15,1 0 16,-1 0-16,0 0 16,2 2-16,0-2 15,2 2-15,0-2 16,1-2-16,4 2 16,1 0-16,-1 0 15,-1 0-15,4 2 16,-4-1-16,3-1 15,0 0-15,-4 0 16,8 0-16,-4 0 16,4 0-16,1 3 15,0-3-15,0-1 16,0-1-16,3 1 16,-3-2-16,2 2 15,5-1-15,-4 1 16,4 1-16,0 0 15,3-1-15,2-2 16,0 1-16,-3 4 16,3-4-16,4 2 0,-4 0 15,1-1-15,1-1 16,1 3 0,0-1-16,3 1 0,-1-4 15,-2 2-15,2 1 16,-2 1-16,1 2 15,-3 0-15,1-2 16,2 1-16,-5-1 16,-1 2-16,-1 0 15,2 1-15,1-2 16,0 1-16,-2 1 16,-1-1-16,-2-2 15,-4 2-15,-5-3 16,3-1-16,-4 0 15,2 3-15,-1-1 16,1 0-16,-1-1 16,2 2-16,-3 1 15,1 1-15,1-1 16,-4 0-16,4 0 16,-2-1-16,2 1 0,-1 2 15,1-1-15,-2-4 16,0 2-16,-3 2 15,6-2-15,-3 0 16,2 1-16,1-4 16,2 4-16,-1-6 15,-2 6-15,3-3 16,-1 3-16,3-5 16,-1 6-16,1-2 15,2-1-15,-1-2 16,2 0-16,-1 2 15,1-1-15,-1-1 16,3-1-16,-2 1 16,-1-2-16,1 1 15,-3-2-15,2 3 16,-1 1-16,2-3 16,-1-2-16,-1 3 0,2-2 15,-6 1-15,4 3 16,-3 0-16,0-1 15,0-2-15,-1 4 16,-2-4-16,4 0 16,-4 0-16,0 3 15,-4-2-15,4 1 16,-1 2-16,-1 1 16,-3-2-16,2 1 15,-1 3-15,0-3 16,-3 1-16,0-2 15,2 1-15,-5-1 16,3 0-16,-4 0 16,4-2-16,1 1 15,-6 2-15,6-3 16,-3 0-16,-3 0 16,-4-1-16,2-1 0,-1-1 15,0 2-15,-2-2 16,2 0-16,4 1 15,-6 0-15,2 0 16,1-1-16,-2 3 16,-3-1-16,0-2 15,2-3-15,-2 4 16,-1-1-16,0-3 16,-1 3-16,3-1 15,-3 2-15,1 0 16,0-1-16,-1 1 15,-3-5-15,0 2 16,-3-2-16,-2-1 16,1 3-16,3-3 15,-4 2-15,1-3 16,-2 2-16,-2 1 16,-1-2-16,1-1 15,-3 1-15,-1-1 0,0 0 16,0-1-16,-1 0 15,-26 12-15,26-12 16,-1-3-16,-1 0 16,-24 15-16,26-18 15,-3-1-15,-1-1 16,-22 20-16,18-19 16,0 0-16,-18 19 15,18-21-15,-18 21 16,16-23-16,-2-1 15,-14 24-15,16-26 16,-3 1-16,-13 25 16,13-25-16,-7 0 15,-6 25-15,5-24 16,-4 1-16,-1 23 16,-5-25-16,-2-1 15,7 26-15,-11-27 0,-6 3 16,-2-2-16,-1 1 15,2 1-15,-7 5 16,0 2-16,3 0 16,-2 1-16,-5-2 15,3 1-15,-1 4 16,-4 1-16,-3 0 16,0 0-16,0 0 15,0-1-15,-1 4 16,2-2-16,-2 4 15,-1-5-15,-1 3 16,-1-3-16,2 4 16,7 1-16,-7 0 15,2 1-15,-2 0 16,-1 1-16,-1 0 16,-2 1-16,0 0 15,1 1-15,-2-2 16,-1 0-16,0 0 15,0 1-15,3 1 16,-2-3-16,-1 4 0,1-3 16,-2 2-16,-1-1 15,3 1-15,-2-1 16,-1 0-16,1 2 16,-2 0-16,0-2 15,3-2 1,-2 1-16,0-1 15,0 1-15,-2-1 0,2-1 16,-3 3-16,-3 0 16,1-3-16,-2 2 15,0 0-15,-2 1 16,0-5-16,-2 2 16,1 1-16,-1 1 15,1-3-15,-4 3 16,3-1-16,1 2 15,-2 0-15,1 4 16,-2-1-16,2-1 0,1-1 16,-1 3-16,2-2 15,-2 0-15,0 0 16,-3 0-16,0 1 16,2 1-16,0 1 15,-2 0-15,3 0 16,1-2-16,-2 2 15,-1 0-15,4-1 16,1 1-16,0-1 16,-3 4-16,-3-2 15,2 1-15,2 0 16,-2 1-16,-6-1 16,8 0-16,-2 2 15,-1 0-15,-2-2 16,4 3-16,-1 0 15,1 0-15,2-3 16,-4 5-16,0-1 16,4 3-16,-2-4 0,1 2 15,-1 1 1,1-2-16,1 0 0,-1 1 16,2 0-1,4-1-15,-2-1 16,-1 0-16,2-1 0,-1 2 15,-2-3-15,2 1 16,1-1-16,-4 0 16,0-2-16,5 2 15,-2-4-15,-1 3 16,1-1-16,0-2 16,0 3-16,1-2 15,0-2-15,-2 1 16,2 1-16,-4-2 15,2 0-15,-2-1 16,4-2-16,-1 0 16,-2 1-16,5-2 15,-4-1-15,0 2 16,1-2-16,-3 5 16,1-3-16,1-1 15,-1 1-15,0-4 0,1 1 16,-1 1-16,0 0 15,-1-1-15,2 4 16,0-5-16,-2 1 16,-2 0-16,3-2 15,-1 1 1,1 4-16,1-4 0,0 1 16,0 2-16,-1 0 15,0-2-15,4 3 16,-4-2-16,0 3 15,-1 0-15,2 1 16,-1-1-16,-3-1 16,2 1-16,3 0 15,-4 0-15,0 1 16,1 2-16,1-2 16,1 1-16,2 0 15,1 1-15,-3 0 0,0 1 16,1 1-16,0-2 15,-1 1 1,0 0-16,0 1 0,1 2 16,-1-3-1,0 4-15,0-2 0,2 2 16,-2 0-16,-4 1 16,5-2-16,-1 0 15,1 0-15,0 1 16,0 0-16,-1 4 15,5-3-15,-9 2 16,3-2-16,-1 2 16,2-2-16,-4 1 15,2 0-15,-1-3 16,-2 3-16,2 0 16,1-1-16,-4 0 15,2-1-15,-2 0 16,5-1-16,-2 0 15,-2-1-15,0 0 0,0-1 16,2-1 0,-1 0-16,2-2 15,-1 1-15,1 2 0,-1-2 16,2-1-16,-3 4 16,2-3-16,-1-3 15,1 1-15,-2 1 16,3 0-16,-1 0 15,1-1-15,1 0 16,-1-1-16,0 0 16,1 0-16,2 0 15,-3 1-15,3-3 16,-1-1-16,1 2 16,4 0-16,-2-2 15,4 1-15,-3 1 16,-1 0-16,3-1 15,2-1-15,0 1 16,1 2-16,-1-1 16,0-1-16,2 1 15,0 1-15,3-1 0,-1-1 16,3 1-16,1-1 16,-1 1-16,3 1 15,2 2-15,-4-3 16,1-1-16,0 0 15,1 1-15,-3 2 16,1-2-16,1 3 16,-1 1-16,1 0 15,0-3-15,1 5 16,-3-5-16,3-1 16,2 1-16,0 2 15,-1 2-15,-1-1 16,1 0-16,0 1 15,-1 0-15,0-4 16,2 3-16,30 0 16,-34 2-16,2 1 15,-2-1-15,2 2 16,1-2-16,31-2 16,-29 0-16,-1 2 0,-8 1 15,4-1-15,34-2 16,-30 5-16,2-1 15,-7-1-15,7 1 16,0-2-16,4 3 16,24-5-16,-28 3 15,4-1-15,-3 1 16,27-3-16,-28 2 16,-2 0-16,1 1 15,29-3-15,-31 0 16,0 0-16,0 3 15,31-3-15,-30 4 16,2-1-16,-1 1 16,29-4-16,-28 5 15,2 1-15,26-6 16,-31 6-16,0-2 0,2 3 16,29-7-16,-34 6 15,7-1-15,27-5 16,-31 6-16,5-1 15,-1 1-15,27-6 16,-24 5-16,24-5 16,-25 4-16,2 0 15,23-4-15,-25 4 16,25-4-16,-23 6 16,2-2-16,21-4 15,-21 5-15,21-5 16,-17 6-16</inkml:trace>
  <inkml:trace contextRef="#ctx0" brushRef="#br0" timeOffset="348023.8666">10783 9704 0,'0'0'0,"0"0"0,0 0 0,2-1 15,-2 1-15,4-2 16,-4 2-16,6-7 0,-6 7 16,7-5-16,-7 5 15,9-3-15,-3 3 16,-6 0 0,4 7-16,-3 7 15,-1-14-15,0 21 0,0 4 16,-1 6-16,-3 0 15,2-4 1,-1-2-16,3-25 0,-7 22 16,3-1-16,4-21 15,-5 23-15,5-23 16,-4 21-16,4-21 16,-3 23-16,3-23 15,-5 20-15,5-20 16,-3 15-16,3-15 15,-2 9-15,2-9 16,0 5-16,3-5 16,8-2-16,-11 2 15,19-5-15,5 1 0,6 3 16,1-1-16,-4-3 16,-27 5-16,28-4 15,-1 4-15,-27 0 16,26-1-16,-26 1 15,25 2-15,-25-2 16,21 3 0,-21-3-16,13 1 0</inkml:trace>
  <inkml:trace contextRef="#ctx0" brushRef="#br0" timeOffset="348289.3858">11154 9867 0,'0'0'0,"0"0"0,0 0 0,3 0 0,-3 0 15,9-3-15,8-3 16,9-1-16,7 1 0,-33 6 16,33-5-16,0 0 15,-33 5-15,34-3 16</inkml:trace>
  <inkml:trace contextRef="#ctx0" brushRef="#br0" timeOffset="348601.8126">11617 9715 0,'0'0'0,"0"0"0,0 0 0,0 1 0,0 4 16,-2 10-16,0 3 0,3 6 16,3 4-16,-3-1 15,-2 4-15,1-3 16,0-28-16,-3 27 16,3-27-16,-3 27 15,3-27-15,-1 26 16,1-26-16,-3 20 15,3-20-15</inkml:trace>
  <inkml:trace contextRef="#ctx0" brushRef="#br0" timeOffset="349070.4637">11633 9604 0,'0'0'0,"0"0"0,0 0 0,3-1 0,6-3 15,-9 4-15,16 5 16,6 2-16,6 11 16,0 0-16,-8 4 15,-6 1-15,-6 1 16,-8-5-16,0-19 15,-5 21-15,-3-1 16,-5 0-16,13-20 16,-19 19-16,-1-4 15,20-15-15,-24 12 16,24-12-16,-22 11 16,22-11-16,-21 7 0,21-7 15,-15 1 1,15-1-16,-4-4 15,10 1-15,13-2 16,7 7-16,1 1 16,1 6-16,-5 7 0,-1-1 15,0 4-15,-2 0 16,-20-19-16,20 22 16,-1-1-16,10-7 15</inkml:trace>
  <inkml:trace contextRef="#ctx0" brushRef="#br0" timeOffset="349742.2107">12067 9840 0,'0'0'0,"0"0"0,0 0 0,0 0 0,0-1 15,0 1-15,9 0 16,5-2-16,-14 2 15,20 3-15,7 0 16,-27-3-16,37 1 16</inkml:trace>
  <inkml:trace contextRef="#ctx0" brushRef="#br0" timeOffset="349929.6375">12140 9937 0,'0'0'0,"0"0"0,10 1 0,14-1 16,3 2-16,10-4 0,1 0 15</inkml:trace>
  <inkml:trace contextRef="#ctx0" brushRef="#br0" timeOffset="350601.3732">12506 9682 0,'0'0'0,"0"0"0,8-4 0,2-2 0,-10 6 16,15-3 0,3 5-16,1 4 0,-3 4 15,3 9-15,-1 0 16,-3 3-16,-7 3 15,-6 4-15,-2-29 16,-6 28-16,-5 2 16,11-30-16,-18 29 15,-1-2-15,19-27 16,-20 21-16,-2-4 16,22-17-16,-23 11 15,23-11-15,-18 4 16,18-4-16,-15-1 15,8-8-15,7 9 16,4-16-16,8 0 16,-12 16-16,20-14 15,-20 14-15,18-5 16,1 10-16,-1 8 16,-18-13-16,19 14 15,-2 4-15,-17-18 0,20 17 16,-20-17-16,20 13 15,-20-13-15</inkml:trace>
  <inkml:trace contextRef="#ctx0" brushRef="#br0" timeOffset="350851.335">12840 9794 0,'0'0'0,"0"0"0,0 6 0,4 5 0,-4-11 16,5 17-16,0 5 16,0 7-16,-5-29 0,3 28 15,1 0-15,-4-28 16,0 26-16,0-26 15,-4 18-15,4-18 16</inkml:trace>
  <inkml:trace contextRef="#ctx0" brushRef="#br0" timeOffset="351038.7436">12794 9893 0,'0'0'0,"0"0"0,2 0 0,9-1 0,5-1 15,6 2-15,4-1 16,8-4-16,3-3 16</inkml:trace>
  <inkml:trace contextRef="#ctx0" brushRef="#br0" timeOffset="351601.163">13075 9674 0,'0'0'0,"0"0"0,0 0 0,2-2 16,7-1-16,-9 3 15,13-1-15,6 2 16,-19-1-16,20 11 16,1 5-16,-21-16 15,19 20-15,-11 4 16,-2 1-16,-6-25 0,-7 18 15,7-18-15,-7 17 16,7-17-16,-11 14 16,11-14-1,-10 10-15,10-10 0,-9 8 16,9-8-16,-3 7 16,3-7-16,1 3 15,12 0-15,10 2 16,-23-5-16,25 4 15,0 5-15,-3 7 16,-22-16-16,18 20 16,-8-1-16,-10-19 15,2 24-15,-7-4 16,-7-6-16,-6-2 16,-6-7-16,-5-1 15,2-4-15,0-5 16,27 5-16,-26-6 15,7-3-15,4-8 0,10-1 16</inkml:trace>
  <inkml:trace contextRef="#ctx0" brushRef="#br0" timeOffset="351897.9227">13447 9782 0,'0'0'0,"0"0"0,0 0 0,0 0 0,2 7 16,-4 5-16,1 5 15,-1 4-15,2 0 16,0-21-16,0 21 15,0-2-15,0-19 16,-3 20-16,3-20 16,-3 20-16,3-20 15,-7 17-15,7-17 16</inkml:trace>
  <inkml:trace contextRef="#ctx0" brushRef="#br0" timeOffset="352101.0474">13334 9875 0,'0'0'0,"0"0"0,4 0 16,7 1-16,10-1 15,6-1-15,8 2 16,-2 2-16,-33-3 15,39 1-15,-2-1 16</inkml:trace>
  <inkml:trace contextRef="#ctx0" brushRef="#br0" timeOffset="352757.1338">13876 9741 0,'0'0'0,"0"0"0,0 0 15,2-3-15,-2 3 16,-4-5-16,-4 1 15,8 4-15,-11-7 16,-5 2-16,16 5 16,-17-4-16,17 4 15,-20-3-15,2 3 16,18 0-16,-20 4 16,7 4-16,13-8 0,-10 15 15,0 4-15,10-19 16,-4 22-16,4-22 15,1 23-15,-1-23 16,0 24-16,0-24 16,2 19-16,-2-19 15,4 16-15,-4-16 16,2 10-16,-2-10 16,0 6-1,4-7-15,-4 1 0,11-5 16,1 1-16,-12 4 15,19-3-15,1 4 16,-20-1-16,21 7 16,-21-7-16,16 15 15,1 4-15,-12 5 16,-5-24-16,5 25 16,-5-25-16,-3 20 0,-8-4 15,-5-2-15,16-14 16,-21 7-16,-7-5 15,28-2-15,-29-3 16,0-3-16,1-1 16,28 7-1,-22-13-15</inkml:trace>
  <inkml:trace contextRef="#ctx0" brushRef="#br0" timeOffset="353116.4931">13991 9829 0,'0'0'0,"0"0"0,0 0 0,0 0 0,7-4 0,-7 4 15,12-4-15,8 0 16,5 2-16,-25 2 15,29 0-15,1 4 16,-30-4-16,31 1 16</inkml:trace>
  <inkml:trace contextRef="#ctx0" brushRef="#br0" timeOffset="353350.8098">14053 9948 0,'0'0'0,"0"0"0,7 1 0,9-1 0,4 0 15,-20 0-15,25 1 16,2 2-16,0 0 15,-27-3-15</inkml:trace>
  <inkml:trace contextRef="#ctx0" brushRef="#br0" timeOffset="353711.4487">14390 9697 0,'0'0'0,"0"0"0,0 0 16,3-1-16,-3 1 15,3 0-15,0 5 16,-1 9-16,2 7 16,-8 2-16,1 4 15,3 1-15,-3-1 16,-4-1-16,7-26 16,-4 25-16,-3-3 0,7-22 15,-3 25-15,3-25 16,-6 21-16</inkml:trace>
  <inkml:trace contextRef="#ctx0" brushRef="#br0" timeOffset="354195.6686">14681 9765 0,'0'0'0,"0"0"0,0 0 0,0-5 16,0 5-16,-3-6 0,3 6 15,-9-9-15,-5 4 16,-5 4-16,-2 3 15,-1 7-15,-1 5 16,4 4-16,-3 4 16,5 2-16,2-1 15,15-23-15,-4 25 16,1-1-16,14-2 16,-1-2-16,9-5 15,9-5-15,1-4 16,5-6-16,2-5 15,-5-3-15,-4-3 16,-5-4-16,-1-6 16,-6-2-16,3-2 15,-4-4-15,-3-5 16,-8-2-16,-6 1 0,-7 1 16,-20 2-16,-15 7 15</inkml:trace>
  <inkml:trace contextRef="#ctx0" brushRef="#br0" timeOffset="359007.6366">10859 10322 0,'0'0'0,"0"0"0,0 0 0,0-1 0,0 1 15,-1-6-15,1 6 16,1-6-16,-1 6 15,-1-5-15,1 1 16,0 8-16,0 7 16,0-11-16,0 17 15,-1 8-15,-3 11 16,0 3-16,-3 3 16,3-4-16,3-1 15,0-1-15,-3-6 16,3-2-16,1-28 15,-4 26-15,4-26 16,-2 20-16,2-13 16,3-12-16</inkml:trace>
  <inkml:trace contextRef="#ctx0" brushRef="#br0" timeOffset="359507.4894">10897 10302 0,'0'0'0,"0"0"0,0 0 0,1-4 0,-1 4 15,2-11-15,2-4 16,11-2-16,1 2 16,-16 15-16,23-10 15,6 9-15,1 14 16,-5-1-16,-25-12 15,23 20-15,-8 4 16,-8 6-16,-7-4 16,-7-1-16,-5 0 15,12-25-15,-18 22 16,-2-5-16,-5 0 16,25-17-16,-25 14 15,25-14-15,-25 9 0,25-9 16,-21 8-16,21-8 15,-14 4-15,11-8 16,3 4-16,8-10 16,9 3-16,-17 7 15,20-3-15,4 6 16,-24-3-16,24 12 16,-1 5-16,1 4 15,-4 0-15,-2-1 16,-18-20-1,18 17-15,-5-1 0,-13-16 16,17 11-16,-2-3 16,7-1-16</inkml:trace>
  <inkml:trace contextRef="#ctx0" brushRef="#br0" timeOffset="359726.1992">11310 10485 0,'0'0'0,"0"0"0,0 0 0,-2-2 0,2 2 16,0 0-16,8-2 16,8 0-16,13-1 15,7-1-15,5 2 16,0 1-1,-41 1-15</inkml:trace>
  <inkml:trace contextRef="#ctx0" brushRef="#br0" timeOffset="360147.9747">11660 10221 0,'0'0'0,"0"0"0,4 7 0,-1 9 0,0 2 16,1 8-16,-4 5 15,-3 1 1,2 0-16,-2-2 0,-3 0 15,6-30-15,-3 26 16,1 0-16,2-26 16,-5 25-16,5-25 15,-2 23-15,2-23 16,-2 19-16,2-19 16,0 16-16,0-16 15,5 10-15,7-2 16,10-5-16,3-3 15,4-1-15,0-2 16,-1 1-16,-3-1 16,-25 3-16,31-4 15,-5-2-15</inkml:trace>
  <inkml:trace contextRef="#ctx0" brushRef="#br0" timeOffset="360366.674">12029 10380 0,'0'0'0,"7"-2"0,9 0 0,4 0 0,4-1 16,6 1-16,1 4 15,-31-2-15,34 2 16</inkml:trace>
  <inkml:trace contextRef="#ctx0" brushRef="#br0" timeOffset="360554.1261">12031 10462 0,'0'0'0,"0"0"0,8-2 0,17 0 16,12 0-16,10 2 16,6-2-16</inkml:trace>
  <inkml:trace contextRef="#ctx0" brushRef="#br0" timeOffset="361460.1676">12540 10224 0,'0'0'0,"0"0"0,5-2 16,-5 2-16,9-4 15,11-2-15,-20 6 0,26-1 16,-26 1-16,23 3 15,1 8-15,-6 10 16,-18-21-16,13 26 16,-12 1-16,-1-27 15,-10 29-15,-1-5 16,11-24-16,-18 20 16,18-20-16,-21 15 15,21-15-15,-20 10 16,20-10-16,-18 7 15,18-7-15,-13 3 16,13-3-16,-3 0 16,8-2-16,-5 2 15,13-4 1,8 4-16,6 2 0,-1 3 16,-26-5-16,25 11 15,-9 3-15,-9 8 16,-4-2-16,-6 2 15,-3 1-15,6-23 0,-8 20 16,-8-1-16,-9-6 16,25-13-16,-27 9 15,-3-4-15,0-6 16,30 1-16,-29-7 16,5-4-16,24 11 15,-22-16-15,5-3 16,10-5-16</inkml:trace>
  <inkml:trace contextRef="#ctx0" brushRef="#br0" timeOffset="361788.2164">12837 10310 0,'0'0'0,"0"0"0,0 0 0,0 4 16,0 7-16,-2 8 16,4 4-16,-5 1 15,3-24 1,-4 26-16,1 1 0,0-1 15,3-26-15,-5 26 16,5-26-16,-2 22 16,2-22-16,-4 18 15,-1-8-15,5-10 16</inkml:trace>
  <inkml:trace contextRef="#ctx0" brushRef="#br0" timeOffset="362022.5574">12750 10396 0,'0'0'0,"0"0"0,2 0 0,11-3 0,6-1 15,8 0-15,5 4 16,3 0-16,1-3 16,3 1-16,-5-2 15</inkml:trace>
  <inkml:trace contextRef="#ctx0" brushRef="#br0" timeOffset="363522.2266">13247 10136 0,'0'0'0,"0"0"0,0 0 0,0 0 16,0 0-16,0 0 16,0 0-16,0 0 15,0 0-15,-4 1 16,-8-1-16,-6 2 16,-9-1-16,-2-2 15,1-1-15,1-2 16,27 4-16,-26-5 15,26 5-15,-18-2 16,18 2-16,-17 1 16,7 6-16,10-7 0,-4 13 15,3 7-15,4 5 16,-1 2-16,-2-27 16,1 25-16,1 0 15,-2-25 1,-1 25-16,1-25 15,1 23-15,-1-23 0,1 19 16,-1-19-16,-1 13 16,1-13-16,0 8 15,0-8-15,0 3 16,3-5-16,-3 2 16,7-8-16,-7 8 15,10-11-15,6 4 16,-16 7-16,24-6 15,3 5-15,0 9 16,-3 5-16,-5 3 16,-4 3-16,-4 1 0,-11-20 15,6 20 1,-2 5-16,-4-25 0,-1 26 16,-3-3-16,-5-3 15,9-20-15,-17 17 16,-5-4-16,-7-5 15,29-8-15,-32 3 16,3-4-16,0-5 16,29 6-16,-21-14 15,10-5-15</inkml:trace>
  <inkml:trace contextRef="#ctx0" brushRef="#br0" timeOffset="363818.9913">13378 10329 0,'0'0'0,"0"0"0,0 4 0,3 6 16,-2 4-1,0 5-15,-1 1 0,0 3 16,-1 1-16,1-24 16,-6 23-16,1 0 15,5-23-15,-10 22 16,10-22-16,-9 18 16,9-18-16,-9 14 15</inkml:trace>
  <inkml:trace contextRef="#ctx0" brushRef="#br0" timeOffset="364022.0686">13261 10425 0,'0'0'0,"0"0"0,6 1 15,15-2-15,4 0 16,9-2-16,8 2 0,1 0 16,-2 0-16,-41 1 15</inkml:trace>
  <inkml:trace contextRef="#ctx0" brushRef="#br0" timeOffset="364521.9832">13824 10265 0,'0'0'0,"0"0"0,0 0 0,0-1 16,0 1-16,-4-3 15,-6 7-15,-7 6 16,-7 5-16,3 5 16,-2 6-16,0 1 15,5 3-15,-1 1 16,7-2-16,4-2 15,8-27-15,-3 26 16,5 1-16,9-2 16,2-5-16,-13-20 15,16 16-15,-16-16 16,18 11-16,-18-11 16,18 5-16,-18-5 15,19-2-15,-7-8 16,-12 10-16,9-19 15,-8-1-15,-12-3 0,-8 2 16,-1 6-16,20 15 16,-26-8-16,26 8 15,-23-6-15</inkml:trace>
  <inkml:trace contextRef="#ctx0" brushRef="#br0" timeOffset="364834.3786">13906 10425 0,'0'0'0,"0"0"0,0 0 0,4 0 0,3-5 16,8 3-16,6 1 16,4 1-16,2 0 15,0 1-15,-27-1 16,31 0-16</inkml:trace>
  <inkml:trace contextRef="#ctx0" brushRef="#br0" timeOffset="365068.699">13903 10519 0,'0'0'0,"0"0"0,6-2 0,10-2 0,13 0 16,12-1-16,2-1 16,1 1-16,-44 5 15</inkml:trace>
  <inkml:trace contextRef="#ctx0" brushRef="#br0" timeOffset="366146.5616">14282 10258 0,'0'0'0,"0"0"0,0 0 0,1 0 15,-1 0-15,0-1 16,-1 5-16,2 8 16,-1 9-16,-3 3 15,-1 8-15,4-2 16,-2 1-16,2-31 16,-7 32-16,4-3 15,3-29-15,0 29 16,-3-1-16,3-28 15,-5 26-15,5-26 16,-2 20-16,-1-8 16,3-12-16,3 2 15,-3-2-15</inkml:trace>
  <inkml:trace contextRef="#ctx0" brushRef="#br0" timeOffset="366724.627">14610 10281 0,'0'0'0,"0"0"0,0 0 0,1 1 0,-1 6 0,-6 5 15,-2 6-15,-3 6 16,-10-1-16,-1 0 15,22-23-15,-27 21 16,-4-5-16,31-16 16,-27 16-16,27-16 15,-20 11-15,20-11 16,-12 6-16,6 2 16,18-3-16,-12-5 15,19 3-15,7 2 16,6 0-16,-32-5 15,30 2-15,-30-2 0,27 3 16,-27-3-16,21 0 16,-21 0-16,16-3 15,-4-3-15,-12 6 16,9-13 0,-4-5-16,-5 18 0,2-24 15,-1 1-15,-1 23 16,-2-24-16,2 24 15,-6-17-15,6 17 16,-4-12-16,1 11 16,-2 10-16,5-9 15,-6 22-15,3 5 16,-1 7-16,4-34 16,-2 33-16,3-1 15,3 3-15,0-4 16,2-3-16,-3 0 15,-3-28-15</inkml:trace>
  <inkml:trace contextRef="#ctx0" brushRef="#br0" timeOffset="379222.9212">9984 9521 0,'0'0'0,"0"0"0,0 0 0,0 0 16,0 0-16,0 0 0,1 1 15,-1 8-15,1 3 16,6 3-16,0 6 16,4 0-16,2 2 15,-1 2-15,-12-25 16,15 24-16,-15-24 16,16 21-16,-1-4 15,4-9-15,2-7 16,0-3-16,1-4 15,1-2-15,-1-4 16,4 0-16,6-9 16,5-5-16,10-13 15,14-7-15,6-7 16,10-5-16,11-1 16,-1 3-16,-2 2 15,-4 2-15,-13 4 16,-9 8-16,-59 40 15</inkml:trace>
  <inkml:trace contextRef="#ctx0" brushRef="#br0" timeOffset="479916.1787">1766 14419 0,'0'0'0,"0"0"0,0 0 0,0 1 0,0-1 15,3 0-15,-3 0 0,7 6 16,-7-6-16</inkml:trace>
  <inkml:trace contextRef="#ctx0" brushRef="#br0" timeOffset="483774.6536">1683 14355 0,'0'0'0,"0"0"0,8 2 0,12 0 15,9 4-15,1-2 0,8 0 16,3 0-16,-2 1 16,4-2-16,6 0 15,3-1-15,4 1 16,2-3-16,9 0 16,-2-1-16,3 1 15,3-2-15,1 5 16,3-3-16,1 0 15,0 0-15,4 0 16,-1 0-16,4 1 16,-3-1-16,3 1 15,-4-1-15,4-1 16,-7 2-16,0-1 16,4 0-16,-4-1 15,-4 1-15,1 0 16,3 0-16,-3 3 15,-4-3-15,6 0 16,-4 2-16,1 3 0,-2-2 16,1-1-16,-1 1 15,0-3-15,-1 0 16,-2 0-16,-3 0 16,1-3-16,2 0 15,2 0-15,-2 0 16,3 0-16,-1 0 15,-3 1-15,1-1 16,-1 2-16,-2-4 16,5 2-16,1 1 15,-2-1-15,1-2 16,4 4-16,-3 0 16,-4 0-16,3 0 15,2-1-15,-2 0 16,4 4-16,2-2 15,2 2-15,-5 1 16,-1-2-16,1 3 16,-4-1-16,3 0 15,1-1-15,1-1 0,2-1 16,0 3 0,-4-2-16,4 0 0,-6-1 15,5 3-15,-1-1 16,-2 2-16,-6 0 15,1-3-15,0-4 16,-1 4-16,0-1 16,-1 0-16,4 0 15,-2-1-15,0-1 16,-1-2-16,1 1 16,-2-1-16,1 1 15,-4 1-15,3 0 16,-2 0-16,0 0 15,1 0-15,1 4 16,3-2-16,1 0 16,1 0-16,-4 0 0,3 2 15,0-1-15,0 1 16,-2-1 0,1 0-16,2-3 0,3 3 15,0-1-15,4 0 16,-3 1-16,-2 2 15,2 0-15,0 0 16,-4 0-16,2 0 16,2-2-16,-1-1 15,-2 2-15,1-1 16,-2-2-16,-1 2 16,2-1-16,-3 1 15,-1-1-15,1-1 16,-5 2-16,1-2 15,1 0-15,-1 2 16,1-4-16,-2 4 16,3 1-16,-1-2 15,0 0-15,-1 1 0,0 1 16,-2-2-16,3 0 16,-3 3-16,7-2 15,-1 2 1,-7 0-16,6-1 0,-5 1 15,3-2-15,-1-1 16,4 3-16,-2-3 16,-1-1-16,0 1 15,-1 0-15,-2-1 16,3 2-16,-4-1 16,1 3-16,0-2 15,2 1-15,-1 2 16,-1 0-16,1-1 15,2 3-15,-4 0 16,5-1-16,-3-1 16,1 5-16,-1-2 15,1 3-15,-1 0 16,2 1-16,-3-1 16,-1-1-16,-2 1 15,-1 1-15,2 3 16,0 4-16,1-4 0,-3 4 15,-2-3-15,-3 0 16,0-1 0,-2 3-16,1 0 0,-7 1 15,1 1-15,-1-2 16,-1 6-16,-2 1 16,-1 2-16,-5 4 15,6-3-15,-1 2 16,-6 1-16,-2-2 15,-5 0-15,-2 1 16,-3-1-16,-4 0 16,-4 1-16,-2-3 15,0 0-15,-1 0 16,-2-1-16,-1 0 16,-5 2-16,-3-1 15,-6 2-15,-3 1 16,-3-2-16,0-1 15,-4-3-15,-4 1 16,-8-3-16,2-2 0,-6 1 16,-1 2-16,-6-6 15,2-3-15,-4 3 16,-4-3-16,0-1 16,-1-2-16,-7 1 15,4-1-15,-4 2 16,-2-2-16,-1-3 15,0 0-15,-1 0 16,4 1-16,-1 1 16,2-5-16,4 2 15,-1 2-15,-4-1 16,3 1-16,-2 1 16,-1 2-16,-3-3 15,2 3-15,2 0 16,-2-1-16,1 0 15,6-2-15,-1-3 16,0-2-16,-2 3 0,-1-2 16,2 0-16,-4 0 15,-3-4-15,0-1 16,1-1-16,-1 4 16,-2-3-16,-2-2 15,3 0-15,-1-1 16,-2 0-16,2-4 15,-1 0-15,-4 2 16,2-2-16,0-1 16,-2 2-16,4-1 15,0-1-15,1 2 16,-4 0-16,1 0 16,0-1-16,1-2 15,-1 3-15,1-3 16,-2 0-16,2 1 15,1 5-15,-1-3 16,1 1-16,0 1 16,-2 2-16,-1 0 0,-2 0 15,4-3-15,0 2 16,-1-1-16,0 1 16,2 3-16,-3-3 15,0-2-15,2 2 16,-2 1-16,-2 0 15,-2-1-15,0 2 16,1 0 0,-1-4-16,-4 4 0,5 0 15,-4 0-15,-1 0 16,3-2-16,2 4 16,-3-1-16,1 0 15,1 2-15,-3 0 16,0-1-16,2 4 15,0-2-15,1 0 16,3 1-16,0-1 16,0-1-16,-3 3 0,5 0 15,0 3-15,-2-1 16,1 0-16,2 1 16,-3 1-16,0 0 15,-1-1-15,0 0 16,6-2-16,0 2 15,0 0-15,0 0 16,1-1-16,-1 1 16,0 0-16,1 1 15,0 0-15,-5-2 16,5-1-16,-2 2 16,0-1-16,-3-1 15,5-2-15,-4 3 16,1-3-16,-3-1 15,4 1-15,-2 0 16,-2-2-16,0 2 16,-2 0-16,-2-2 0,1 1 15,-2 2 1,1-5-16,-3 2 0,-4-1 16,6-2-16,-3 0 15,-2 0-15,0 1 16,-3 1-16,0-2 15,-7 2-15,4-1 16,3 1-16,0 0 16,6-3-16,1 2 15,-5-2-15,-3 0 16,0 1-16,1-3 16,1 3-16,3 0 15,1 1-15,-2 0 16,0 3-16,3-4 15,3 3-15,-6 2 16,4-2-16,-3-1 16,2 3-16,-1-2 15,0 2-15,0 1 0,2 3 16,2-2-16,2-1 16,-1 0-16,1 0 15,-1 0-15,-1 1 16,-1 0-16,2 3 15,-3-3-15,0 1 16,1 1-16,-2 0 16,4-2-1,0 4-15,-2-1 0,2-3 16,2 4-16,0-2 16,0-2-16,0-2 15,2 2-15,0-3 16,3 0-16,0-6 15,1 3-15,2-2 16,4-3-16,-3 0 16,0 1-16,-1-4 15,2 2-15,3-1 0,-2 0 16,0 1-16,-2-3 16,1-2-1,-1 2-15,2 1 0,1-2 16,0 3-16,-3-2 15,0 2-15,3-4 16,-4 5-16,2-5 16,-1 3-1,-2-2-15,0 2 0,3-1 16,-4 2-16,0 2 16,2 1-16,-2-2 15,-2 2-15,5 0 16,-4 1-16,-3 2 15,-3 1-15,2 0 16,-4 1-16,4 0 16,0-6-16,4-2 15</inkml:trace>
  <inkml:trace contextRef="#ctx0" brushRef="#br0" timeOffset="509442.9801">7593 12570 0,'0'0'0,"0"0"0,0 0 0,0-2 15,0 2-15,2-4 16,-2 4-16,0-4 15,0 4-15,1-2 16,-1 5-16,3 8 0,3 6 16,-2 8-16,-4 5 15,2 3-15,-2 3 16,-1-2 0,-1-2-16,1 0 0,1-3 15,0-4-15,-6-1 16,6-24-16,-3 23 15,0 1 1,3-24-16,-4 25 0,4-25 16,-2 19-16,2-19 15,0 19-15,0-19 16,0 13-16,0-13 16,4 6-16,-4-6 15,8 4-15,7-4 16,5-6-16,5-1 15,1 0-15,-2-1 16,-24 8-16,26-7 16,0 0-16,-26 7 15,30-4-15,-3-1 16,-27 5-16,31-2 16,-31 2-16,24-2 0,-24 2 15</inkml:trace>
  <inkml:trace contextRef="#ctx0" brushRef="#br0" timeOffset="509692.9212">7949 12823 0,'0'0'0,"0"0"0,0 0 0,-3 0 16,3 0-16,0 0 15,8-1-15,7 1 16,18 1-16,4-1 16,6-1-16,6-1 0,0-3 15,-49 5-15</inkml:trace>
  <inkml:trace contextRef="#ctx0" brushRef="#br0" timeOffset="510005.3805">8468 12590 0,'0'0'0,"0"0"0,2 4 0,3 10 0,-4 7 15,3 11-15,2 10 16,-3 2-16,1 9 16,-1-4-16,-3-5 15,0-44-15,-2 43 0,2-43 16,0 37-1,0-37-15,-1 27 16,0-17-16,2-13 0</inkml:trace>
  <inkml:trace contextRef="#ctx0" brushRef="#br0" timeOffset="510411.5476">8480 12491 0,'0'0'0,"0"0"0,6-5 0,10-2 16,11 1-16,7 4 15,5 9-15,2 11 16,-1 11-16,-9 11 16,-6 4-16,-8 4 15,-14 0-15,-11-2 16,-9-8-16,-10-7 15,-3-9-15,-5-6 16,-1-6-16,0-5 16,8-3-16,28-2 15,-29-3-15,6-4 0,9-8 16,8-2-16,11 2 16,9-2-16,7 7 15,4 1-15,4 9 16,0 5-16,-1 5 15,-1 0-15,-1 4 16,1 4-16,-2-1 16,1 6-16,0-3 15,-3 4-15,2-4 16,0-4-16</inkml:trace>
  <inkml:trace contextRef="#ctx0" brushRef="#br0" timeOffset="510630.2019">9179 12700 0,'0'0'0,"0"0"0,3 1 0,16 1 0,5 0 16,13 0 0,2 3-16,4 1 0,-4-2 15</inkml:trace>
  <inkml:trace contextRef="#ctx0" brushRef="#br0" timeOffset="510817.7084">9172 12898 0,'0'0'0,"24"3"0,21-3 0,28 2 16,24-1-16,14 0 15</inkml:trace>
  <inkml:trace contextRef="#ctx0" brushRef="#br0" timeOffset="521986.9116">9763 12417 0,'0'0'0,"0"0"0,0 0 0,0-3 16,4-4-16,-4 7 16,6-11-16,3-1 0,7 0 15,2 1-15,4 5 16,4 1 0,7 6-16,-1 4 0,-5 5 15,0 4-15,-1 6 16,-4 6-16,-10 5 15,-7 5-15,-4 2 16,-8-1-16,-4 2 16,-2-3-16,-9 2 15,2-3-15,-5-1 16,-3-5-16,28-29 16,-30 26-16,2-4 15,28-22-15,-27 16 16,27-16-16,-23 8 15,7-11-15,8-12 16,8-3-16,8-5 16,5 6-16,-13 17 15,20-16-15,5 8 16,3 5-16,2 7 0,-2 6 16,-4 4-16,-4 6 15,-1 4-15,-4 2 16,4 1-16,-1-3 15,0-5-15,-18-19 16,21 12-16,9-10 16</inkml:trace>
  <inkml:trace contextRef="#ctx0" brushRef="#br0" timeOffset="522236.8593">10403 12662 0,'0'0'0,"0"0"0,2 7 16,2 7-16,2 8 0,-3 5 16,2 3-1,-2 0-15,-1-2 0,0-1 16,-2-27-1,3 25-15,-3-25 16,-3 20-16,3-20 16</inkml:trace>
  <inkml:trace contextRef="#ctx0" brushRef="#br0" timeOffset="522408.6868">10318 12761 0,'0'0'0,"0"0"0,9 0 0,12-2 15,14 1-15,6 1 16,12 1-16,4-1 16,-3-1-16</inkml:trace>
  <inkml:trace contextRef="#ctx0" brushRef="#br0" timeOffset="523096.1256">11118 12482 0,'0'0'0,"0"0"16,0 0-16,1-1 0,-1 1 15,0-3-15,0 3 16,-5-8-16,-5-1 16,-12 1-16,-5 2 15,-1 2-15,-1 2 16,3 2-16,26 0 0,-22 3 15,1 8-15,1 4 16,20-15-16,-15 20 16,7 2-16,4 6 15,3 0 1,3-2-16,3-2 0,-5-24 16,6 25-16,-1-1 15,-5-24-15,5 24 16,-5-24-16,4 21 15,-4-21-15,2 15 16,-2-15-16,0 10 16,1-8-16,-1-2 15,6-5-15,6-1 16,11-3-16,-23 9 16,30-5-16,3 7 15,2 8-15,-2 5 16,-8 6-16,-3-1 15,-1 4-15,-9 3 16,-12-27-16,9 26 16,-2 0-16,-16-2 15,-3-2-15,-3-4 0,-8-7 16,-2-5-16,-2-1 16,0-6-16,-3-3 15,5-6-15,-1-3 16,10-7-16,5-2 15</inkml:trace>
  <inkml:trace contextRef="#ctx0" brushRef="#br0" timeOffset="523361.7782">11428 12655 0,'0'0'0,"0"0"0,0 0 0,2 2 16,2 2-16,-1 8 15,1 6-15,3 5 16,1 6-16,2 1 16,-4 0-16,0-2 15,-2 0-15,-2-3 16,-2-25-16,-1 24 15,1-24-15,-1 18 16,1-18-16</inkml:trace>
  <inkml:trace contextRef="#ctx0" brushRef="#br0" timeOffset="523564.8951">11399 12791 0,'0'0'0,"0"0"0,10-2 0,18-1 15,12 0 1,3 0-16,8 3 0,2 0 16,-53 0-16</inkml:trace>
  <inkml:trace contextRef="#ctx0" brushRef="#br0" timeOffset="524002.5196">12105 12485 0,'0'0'0,"0"0"0,0 0 0,0-1 16,-4 3-16,-10 4 15,-3 9-15,-8 7 16,-2 7-16,-2 9 0,-3 3 16,5 5-16,4-2 15,7-1-15,9-4 16,7-5-16,6-4 15,4-2-15,4-3 16,7-8-16,-21-17 16,22 18-16,3-8 15,-25-10-15,26 5 16,2-6-16,-28 1 16,22-9-16,-4-4 15,-7-6-15,-7-5 16,-8 0-16,-4-1 15,-12 5-15,-10 3 16,-3 4-16,-4 4 16,37 9-16,-34-6 15,34 6-15</inkml:trace>
  <inkml:trace contextRef="#ctx0" brushRef="#br0" timeOffset="524221.1172">12334 12726 0,'0'0'0,"0"0"0,9-1 0,2-1 0,10 0 15,7-2-15,1 3 16,4 1-16,6 0 15,-4-4-15</inkml:trace>
  <inkml:trace contextRef="#ctx0" brushRef="#br0" timeOffset="524408.5844">12368 12778 0,'0'0'0,"0"0"0,7 1 0,20-1 16,7 0-16,14 0 15,2-1-15,6 1 16,-1-3-16,-55 3 16</inkml:trace>
  <inkml:trace contextRef="#ctx0" brushRef="#br0" timeOffset="524752.2923">12951 12502 0,'0'0'0,"0"0"0,0 9 0,-3 15 0,6 7 15,-2 10-15,-2 7 16,-3 1-16,2 2 16,0-1-16,-6-3 15,5-8-15,3-39 16,0 34-16,0-34 15,0 28-15,0-28 16,1 21-16,2-16 16</inkml:trace>
  <inkml:trace contextRef="#ctx0" brushRef="#br0" timeOffset="525236.5739">13125 12493 0,'0'0'0,"4"-3"0,11 2 0,5-2 0,10 4 16,2 5-16,1 6 15,3 3-15,-3 10 16,-4 1-16,-7 4 15,-7 2-15,-11-1 16,-10-2-16,-8-3 16,-4-2-16,-4-8 15,-4-2-15,26-14 16,-25 10-16,25-10 16,-26 6-16,26-6 15,-22 3-15,22-3 16,-14 1-16,11-5 15,18-1-15,16 1 0,10 7 16,6 7 0,1 4-16,-1 5 0,-6 2 15,-7 5-15,-11 1 16,-10-1 0,-8 1-16,-11 2 0,-10-4 15,-10-7-15,-7-5 16,-13-7-16,-9-6 15,-10-6-15,-3-4 16,-5-4-16</inkml:trace>
  <inkml:trace contextRef="#ctx0" brushRef="#br0" timeOffset="528830.1439">7829 16673 0,'0'0'0,"0"0"0,1 1 0,1 9 0,-1 10 15,1 7-15,1 8 16,0 8-16,-4 6 16,1 2-16,0 3 15,-2-2-15,4-4 16,-1-3-16,-1-45 16,3 36-16,-3-36 15,0 30-15,0-30 16,0 23-16</inkml:trace>
  <inkml:trace contextRef="#ctx0" brushRef="#br0" timeOffset="529345.6379">7920 16478 0,'0'0'0,"8"0"16,8 2-16,7 5 0,9 3 16,5 6-16,-1 7 15,-2 4-15,-6 8 16,-7 5-16,-6 2 15,-9 5-15,-11-1 16,-5-2-16,-6-4 16,-5-5-16,-4-7 15,-4-3-15,-1-5 16,30-20-16,-31 16 0,0-4 16,31-12-16,-30 8 15,2-7-15,9-6 16,12-5-16,7 10 15,1-14-15,9 3 16,-10 11-16,16-8 16,7 6-16,0 10 15,1 8-15,-3 6 16,-6 3-16,2 3 16,-4-1-16,0-1 15,-13-26-15,14 26 16,1-4-16,-15-22 0,14 20 15,1-9 1,5-10-16</inkml:trace>
  <inkml:trace contextRef="#ctx0" brushRef="#br0" timeOffset="529595.5795">8357 16972 0,'0'0'0,"0"0"0,7 0 16,14 0-16,6-1 16,7 4-16,4 0 15,1-1-15,0 0 16,-3-2-16,-36 0 15,38-2-15,-8-1 16</inkml:trace>
  <inkml:trace contextRef="#ctx0" brushRef="#br0" timeOffset="530048.6285">8794 16684 0,'0'0'0,"4"6"0,-3 6 16,0 12-16,1 11 0,-4 10 15,-2 10-15,-2 7 16,-2 4-16,3-1 15,0 0-15,0-10 16,4-5-16,-3-7 16,2-6-16,2-37 15,3 30-15,-3-30 0,4 27 16,-4-27-16,5 23 16,-5-23-16,7 17 15,-7-17-15,8 12 16,0-8-16,7-2 15,-15-2-15,18-2 16,7-2-16,13-1 16,1 2-16,1 1 15,-3 1-15,-1 0 16,-2-1-16,-34 2 16,30 1-16,-2-2 15</inkml:trace>
  <inkml:trace contextRef="#ctx0" brushRef="#br0" timeOffset="530345.4037">9579 17124 0,'0'0'0,"0"0"0,9 0 0,18 1 0,8 1 15,9 1-15,3-2 16,-2 0-16</inkml:trace>
  <inkml:trace contextRef="#ctx0" brushRef="#br0" timeOffset="530517.249">9613 17230 0,'0'0'0,"8"2"0,14 5 0,22 2 0,21 2 15,26 3-15,16 3 16</inkml:trace>
  <inkml:trace contextRef="#ctx0" brushRef="#br0" timeOffset="535251.81">10272 16888 0,'0'0'0,"0"0"0,1-2 0,-1 2 0,11-7 0,3-2 16,8 1-16,6 0 16,4 5-16,1 10 15,-4 5-15,1 8 16,-2 9-16,-9 8 15,-6 6-15,-12 2 16,-12 4-16,-8-1 16,-8-4-16,-8-4 15,3-4-15,-4-7 16,1-6-16,-1-7 16,6-4-16,-1-5 15,3-5-15,2-5 16,26 3-16,-22-11 15,3-3-15,8-3 0,5-2 16,6 19-16,-1-20 16,1 20-16,8-13 15,9 3-15,3 5 16,4 9-16,-2 8 16,-4 4-16,2 7 15,-2 2-15,2 6 16,-5-3-16,4 1 15,0-3-15,3-5 16,-22-21-16,20 15 16,6-6-16</inkml:trace>
  <inkml:trace contextRef="#ctx0" brushRef="#br0" timeOffset="535486.1302">10783 17111 0,'0'0'0,"1"7"0,3 9 16,2 7-16,1 6 0,3 7 15,-3 4-15,-2-1 16,-5-39-16,4 41 15,-2-2-15,-2-39 16,0 35-16,0-35 16</inkml:trace>
  <inkml:trace contextRef="#ctx0" brushRef="#br0" timeOffset="535704.8294">10745 17264 0,'0'0'0,"0"0"0,3-1 0,8 0 0,12-2 16,10-1-16,6-1 15,9 0-15,8 0 16</inkml:trace>
  <inkml:trace contextRef="#ctx0" brushRef="#br0" timeOffset="536267.241">11209 17019 0,'0'0'0,"0"0"0,3 0 0,12-3 16,-15 3-16,21-1 0,4 3 16,7 6-16,-6 7 15,-1 3-15,-8 2 16,-4 5-16,-12 1 15,-2-1-15,1-25 16,-13 24-16,-2-6 16,-3-3-16,18-15 15,-21 11-15,21-11 16,-16 7-16,16-7 16,-13 2-16,13-2 15,-4-2-15,3-4 16,10 3-16,5-1 0,-14 4 15,16 4 1,6 6-16,-2 5 0,-2 7 16,-6 2-16,-3 2 15,-5 3 1,-7 1-16,-6-4 0,0 0 16,-6-3-16,-2-6 15,0-1-15,-5-7 16,-5-1-16,27-8 15,-24 3-15,-4-5 16,0-9-16,5-5 16,2-4-16,5-8 15,16 28-15,-6-31 16</inkml:trace>
  <inkml:trace contextRef="#ctx0" brushRef="#br0" timeOffset="536517.1285">11651 17263 0,'0'0'0,"1"6"0,0 8 0,0 6 16,0 7-16,0 1 15,1 4-15,-2-3 16,-1 0-16,1-29 16,-5 27-16,-4-3 15,9-24-15</inkml:trace>
  <inkml:trace contextRef="#ctx0" brushRef="#br0" timeOffset="536720.2168">11569 17352 0,'0'0'0,"0"0"0,8-2 0,12 2 0,8-5 16,10 2-16,6-1 15,7-4-15,1 4 16</inkml:trace>
  <inkml:trace contextRef="#ctx0" brushRef="#br0" timeOffset="537188.9032">12248 17096 0,'0'0'0,"0"0"0,-3 2 0,-12 6 0,-5 8 0,-9 8 16,-5 9-16,0 5 15,-2 9-15,2 0 16,8-3-16,7 1 16,7-7-16,10-3 15,7-4-15,6-4 16,5-5-16,6-2 16,1-6-16,-23-14 15,26 11-15,1-6 16,-27-5-16,25-1 15,2-6-15,-9-10 16,-6-2-16,-6-4 16,-8-1-16,-5-3 15,-10-3-15,-6 5 0,-1 1 16,-4 4 0,-6 4-16,34 16 0,-31-9 15,31 9-15</inkml:trace>
  <inkml:trace contextRef="#ctx0" brushRef="#br0" timeOffset="537438.7984">12418 17320 0,'0'0'0,"0"0"0,0 0 0,1 1 15,6-1-15,8-1 0,4-1 16,6 1-16,7 1 16,5-6-16,-37 6 15</inkml:trace>
  <inkml:trace contextRef="#ctx0" brushRef="#br0" timeOffset="537626.2446">12399 17400 0,'0'0'0,"0"0"0,7 1 15,9 2-15,21 2 0,5-1 16,7 2-16,5-5 16,5-4-16,-5 1 15</inkml:trace>
  <inkml:trace contextRef="#ctx0" brushRef="#br0" timeOffset="537923.0495">13073 17149 0,'0'0'0,"0"0"0,3 6 0,1 11 15,0 10-15,1 7 16,-1 12-16,-3 5 16,-2 6-16,2-3 15,-2-3-15,1-5 0,0-46 16,1 38-16,-1-38 16</inkml:trace>
  <inkml:trace contextRef="#ctx0" brushRef="#br0" timeOffset="538173.0323">13355 17101 0,'0'0'0,"5"10"0,-2 20 16,5 9-16,-5 11 15,1 12-15,-6 8 16,-1-1-16,0 1 0,-3-1 16,5-4-16</inkml:trace>
  <inkml:trace contextRef="#ctx0" brushRef="#br0" timeOffset="584788.5996">10338 11276 0,'0'0'0,"0"0"0,1-8 0,-1 8 0,4-18 0,0 0 16,-4 18-16,4-20 15,-1-3-15,-3 23 16,2-21-16,2 4 16,-4 17-16,5-21 15,-5 21-15,4-18 16,-3 2-16,-1 16 15,1-18-15,-1 1 16,0 17-16,-4-18 0,-1 2 16,5 16-1,-2-18-15,-2 3 0,4 15 16,-3-18-16,3 18 16,-2-18-16,2 18 15,0-16-15,3-1 16,-3 17-16,6-19 15,0 1-15,-6 18 16,9-17-16,-9 17 16,9-15-16,-9 15 15,9-15-15,1-1 16,-10 16-16,14-16 16,-14 16-16,10-14 15,-10 14-15,10-13 16,-10 13-16,12-14 15,-12 14-15,9-12 16,3 1-16,-12 11 16,14-13-16,-14 13 15,12-13-15,-12 13 16,9-11-16,-9 11 0,9-14 16,-9 14-16,6-16 15,-2 2 1,-4 14-16,6-18 0,-5-1 15,-1 19-15,1-19 16,-1 19 0,2-21-16,-1-1 15,-1 22-15,4-26 0,0 2 16,-4 24-16,2-23 16,0-1-16,-2 24 15,1-24-15,2 1 16,-1-1-16,-2 24 15,1-24-15,-4 2 16,3 22-16,-5-26 16,-5 1-16,-2 4 15,12 21-15,-13-20 16,-2 0-16,-3 1 16,0 0-16,18 19 15,-19-16-15,0 0 16,-6-2-16,25 18 15,-21-16-15,-4 2 0,0-1 16,0 1-16,2 1 16,1 3-16,22 10 15,-23-9 1,5-3-16,-4 3 0,1-3 16,21 12-16,-22-11 15,-1 2-15,23 9 16,-26-10-16,-1 1 15,27 9-15,-27-12 16,-2 0-16,0 1 16,29 11-16,-25-10 15,-3 1-15,28 9 16,-27-10-16,-1 0 16,-1 2-16,-2-2 15,1 3-15,30 7 16,-30-5-16,1 0 0,1 0 15,0-1-15,0 2 16,28 4-16,-30-6 16,0 2-1,0-1-15,30 5 0,-33-4 16,0 2-16,-3 0 16,4 1-16,3 2 15,29-1-15,-29 0 16,-1 2-16,-5 1 15,3 2-15,3-3 16,1 4-16,28-6 16,-24 2-16,3 2 15,21-4-15,-29 5 16</inkml:trace>
  <inkml:trace contextRef="#ctx0" brushRef="#br0" timeOffset="585319.7162">8710 10355 0,'0'0'0,"-2"9"0,0 5 16,0 5-16,4 1 15,-2-20-15,1 22 0,4 1 16,1 5-16,0-1 15,-6-27-15,5 27 16,0 1 0,-2 0-16,4-4 0,-2 0 15,-2 0-15,-2-4 16,-1-20-16,-1 20 16,-2 4-16,3-24 15,-8 24-15,2-1 16,6-23-16,-7 23 15,-2 0-15,9-23 16,-11 19-16,-2 0 16,-2-2-16,15-17 15,-18 17-15,3-3 16,-2-5-16,17-9 16,-21 6-16,2-4 15,19-2-15,-22-2 0</inkml:trace>
  <inkml:trace contextRef="#ctx0" brushRef="#br0" timeOffset="609208.7899">12153 11278 0,'0'0'0,"0"0"0,0 0 0,0 2 0,0-2 0,-1-5 16,1 5-16,-2-3 15,2 3-15,-5-4 16,5 4-16,-4-3 16,4 3-16,-4-3 15,4 3-15,-6-2 16,6 2-16,-4-6 16,4 1-16,0 5 15,0-10-15,0 10 16,-2-10-16</inkml:trace>
  <inkml:trace contextRef="#ctx0" brushRef="#br0" timeOffset="609583.7559">12065 11067 0,'0'0'0,"0"0"0,-5 2 0</inkml:trace>
  <inkml:trace contextRef="#ctx0" brushRef="#br0" timeOffset="647155.9626">13199 14380 0,'0'0'0,"-8"0"0,8 0 0,-16 0 16,-2-2-16,18 2 15,-32-1-15,-4-1 16,0 2-16,36 0 16,-36 2-16,0 1 15,3-2-15,0 2 0,33-3 16,-26 5-16,-1-1 16,-1 0-16,28-4 15,-25 5-15,-1 0 16,26-5-16,-29 3 15,3-1-15,26-2 16,-27 3-16,27-3 16,-23 1-16,-1 3 15,24-4-15,-22 5 16,0-2-16,22-3 16,-23 2-16,1 2 15,22-4-15,-23 5 16,-1-4-16,24-1 15,-24 1-15,0-2 16,24 1-16,-27 1 16,2-1-16,25 0 15,-24-2-15,-2 1 16</inkml:trace>
  <inkml:trace contextRef="#ctx0" brushRef="#br0" timeOffset="647765.1994">11796 14477 0,'0'0'0,"0"0"0,-5 2 0,5-2 16,-19 2-16,-1 0 16,20-2-16,-26 7 15,-5 0-15,31-7 16,-32 7-16,0-1 15,0 2-15,32-8 16,-29 4-16,4 0 16,25-4-16,-24 6 15,-1-1-15,3 2 16,0 1-16,1 1 16,0-1-16,21-8 15,-21 13-15,-2-1 16,-1 0-16,0 1 15,24-13-15,-22 13 16,0-1-16,-4-1 16,26-11-16,-23 11 15,1 2-15,22-13 16,-24 16-16,1 1 0,5 1 16,-2 1-16,3-2 15,17-17-15,-19 17 16,1 2-16,-4 2 15,22-21-15,-20 23 16,-1 0-16,-2 3 16,6-1-16,3-3 15,1 1-15,-1 1 16</inkml:trace>
  <inkml:trace contextRef="#ctx0" brushRef="#br0" timeOffset="757089.7548">28682 10757 0,'0'0'0,"0"0"0,0-1 0,0 1 15,2-6-15,-2 6 16,0-11-16,0 11 15,0-12-15,0 12 0,3-13 16,-3 13-16,0-14 16,0 14-16,-1-11 15,1 11-15,-1-8 16,1 8-16,-1-5 16,1 5-16,2-1 15,-2 1-15,4 0 16,5 0-16,-9 0 15,16 1-15,4 1 16,6-3-16,4 3 16,-2-1-16,2 1 15,-1-2-15,0 4 16,0-3-16,4 1 16,-33-2-16,35 2 15,-6 1-15,-29-3 16,29 3-16,-29-3 15,23 5-15,-23-5 16,16 4-16,-16-4 16,7 4-16,-7 0 0,0-4 15,-11 8-15,-11-3 16,-14 0-16,-4-1 16,-4-2-1,0-1-15,3 3 0,3 0 16,-1 0-16,0-2 15,5-1-15,34-1 16,-32-3-16,32 3 16,-25-2-16,25 2 15,-21-5-15,12 2 16,11-2-16,9 0 16,10-2-16,9 1 15,6-2-15,6 1 16,5 1-16,-1 0 15,-2 0-15,-4 2 16,-40 4-16,37-4 16,-37 4-16,31-2 15,-31 2-15,28-3 0,-28 3 16,17-1-16,-7-2 16,-14 4-16,-12-3 15,-15 4-15,-13 0 16,-14 4-16,-9 1 15</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2.98804" units="1/cm"/>
          <inkml:channelProperty channel="Y" name="resolution" value="650.78448" units="1/cm"/>
          <inkml:channelProperty channel="T" name="resolution" value="1" units="1/dev"/>
        </inkml:channelProperties>
      </inkml:inkSource>
      <inkml:timestamp xml:id="ts0" timeString="2024-03-14T05:04:34.167"/>
    </inkml:context>
    <inkml:brush xml:id="br0">
      <inkml:brushProperty name="width" value="0.05292" units="cm"/>
      <inkml:brushProperty name="height" value="0.05292" units="cm"/>
      <inkml:brushProperty name="color" value="#FF0000"/>
    </inkml:brush>
  </inkml:definitions>
  <inkml:trace contextRef="#ctx0" brushRef="#br0">26129 16011 0,'0'0'0,"0"0"0,0 0 16,-3 1-16,3-1 0,-11 2 15,-2-3-15,13 1 16,-16-1-16,16 1 16,-18-6-16,18 6 15,-18-4-15</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2.98804" units="1/cm"/>
          <inkml:channelProperty channel="Y" name="resolution" value="650.78448" units="1/cm"/>
          <inkml:channelProperty channel="T" name="resolution" value="1" units="1/dev"/>
        </inkml:channelProperties>
      </inkml:inkSource>
      <inkml:timestamp xml:id="ts0" timeString="2024-03-14T05:08:09.183"/>
    </inkml:context>
    <inkml:brush xml:id="br0">
      <inkml:brushProperty name="width" value="0.05292" units="cm"/>
      <inkml:brushProperty name="height" value="0.05292" units="cm"/>
      <inkml:brushProperty name="color" value="#FF0000"/>
    </inkml:brush>
  </inkml:definitions>
  <inkml:trace contextRef="#ctx0" brushRef="#br0">7793 16422 0,'0'0'16,"0"0"-16,0 0 0,0 4 0,0-4 15,6 5-15,4 8 16,3 7-16,1 4 15,7 1-15,-3 2 16,-1 1-16,2 0 16,1-4-16,-6 1 15,-14-25-15,16 21 16,0-2-16,-16-19 16,17 13-16,-17-13 15,13 9-15,6-5 0,1-9 16,2-7-16,2-9 15,0-1 1,8-9-16,6-7 0,12-6 16,12-10-16,9-3 15,7-1-15,7 2 16,1 3-16,-1 6 16,-6 9-16,-9 7 15,-10 7-15,-10 8 16,-50 16-16</inkml:trace>
</inkml:ink>
</file>

<file path=ppt/ink/ink16.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2.98804" units="1/cm"/>
          <inkml:channelProperty channel="Y" name="resolution" value="650.78448" units="1/cm"/>
          <inkml:channelProperty channel="T" name="resolution" value="1" units="1/dev"/>
        </inkml:channelProperties>
      </inkml:inkSource>
      <inkml:timestamp xml:id="ts0" timeString="2024-03-14T05:09:55.757"/>
    </inkml:context>
    <inkml:brush xml:id="br0">
      <inkml:brushProperty name="width" value="0.05292" units="cm"/>
      <inkml:brushProperty name="height" value="0.05292" units="cm"/>
      <inkml:brushProperty name="color" value="#FF0000"/>
    </inkml:brush>
  </inkml:definitions>
  <inkml:trace contextRef="#ctx0" brushRef="#br0">19926 6581 0,'0'0'0,"0"0"0,3-8 0,-3 8 0,5-12 16,-5 12-16,6-12 16,-6 12-16,6-16 15,-6 16-15,9-12 16,-9 12-16,9-11 15,5 3-15,-14 8 16,17-7-16,3 4 16,9 0-16,1 2 15,7-2-15,2 2 0,4 0 16,2-1-16,6 2 16,3 2-16,5-1 15,8-1-15,0 1 16,6 0-16,7 1 15,1-1-15,3-1 16,3 6-16,3-3 16,-6-2-16,4 3 15,0-2-15,-7 3 16,3-2-16,0-1 16,0 1-16,-5-1 15,-2 1-15,-2-2 16,-10 2-16,-7-1 15,-58-2-15,51 0 16,-51 0-16,42 3 0,-42-3 16,33 0-16,-33 0 15,20-1-15,-15-3 16,-20 0-16</inkml:trace>
  <inkml:trace contextRef="#ctx0" brushRef="#br0" timeOffset="833.1349">20029 4700 0,'0'0'0,"0"0"0,0 0 0,0-4 16,0 4-16,2-5 15,3 0-15,15 0 0,4 3 16,7 1-16,5 1 16,12-5-16,1 0 15,14 1 1,2-1-16,11 1 0,9 4 15,8 0-15,9-5 16,9 4-16,-2-2 16,2 0-16,8 2 15,-1 2-15,0-1 16,0-1-16,-8 1 16,-6-4-16,-9-2 15,-12 0-15,-14-3 16,-69 9-16,55-10 15,-55 10-15,43-6 16,-18 0-16,-23 3 0</inkml:trace>
  <inkml:trace contextRef="#ctx0" brushRef="#br0" timeOffset="51033.3771">18281 4724 0,'0'0'0,"0"0"0,1-4 0,-1 4 0,4-7 16,-4 7-16,5-11 15,-5 11-15,7-12 16,-7 12-16,8-13 15,8 4-15,3 2 16,3 3-16,5 2 16,7 3-16,5-5 15,2 1-15,6-3 0,7 5 16,0-1-16,5 2 16,-1 0-16,3-2 15,-2-2 1,-3 1-16,3-1 0,-5 1 15,-5 0-15,-1 3 16,-3-3-16,-9 3 16,-36 0-16,38 0 15,-38 0-15,26 0 16,-26 0-16,17-2 16,-17 2-16,11-3 15,-10-4-15,-20 3 16,-3 1-16,-14 0 15,-12 0-15,-7 5 16,-6 4-16,-9-1 16,-4 4-16,-5 2 0,2 1 15,-5 3-15,9-1 16,7-1-16,2 2 16,7-1-16,10 0 15,4-3-15,43-11 16,-36 10-16,36-10 15,-23 8-15,14-6 16,23-4-16,14-2 16,23-4-16,14 1 15,11 0-15,11 4 16,1-3-16,5 5 16,-5 2-16,1 3 15,-4 6-15</inkml:trace>
  <inkml:trace contextRef="#ctx0" brushRef="#br0" timeOffset="121113.604">4093 12413 0,'0'0'0,"0"0"0,0 0 0,3 1 16,7 2-16,-10-3 16,17 3-16,7 3 15,8-2-15,5 4 16,-4-2-16,9 0 0,1-4 16,-1 2-16,2-3 15,8 0-15,2 5 16,0-2-16,8-2 15,3 0-15,2-1 16,1-1-16,8 2 16,0-2-16,1 0 15,2 0-15,3 0 16,2 0-16,3 1 16,2-2-16,4 1 15,-4 1-15,5-1 16,3 1-16,3 0 15,1 2-15,-2 1 16,3 0-16,0-2 16,1 3-16,-1-1 15,2 1-15,2 0 16,3-1-16,2 0 0,1 0 16,1-1-1,3 1-15,-1-3 0,4 3 16,0-1-1,0 0-15,-1-2 0,0 3 16,4-4-16,1 2 16,2 1-16,-3 0 15,0-2-15,1 1 16,-5 1-16,0-3 16,-2 1-16,-2 0 15,4 0-15,2-1 16,-5 2-16,0-1 15,0 1-15,-4 1 16,2-2-16,2 0 16,-2 0-16,-1-2 15,0 2-15,-6-1 16,-1 0-16,7 0 16,-5 2-16,2-2 0,-1 1 15,-1-4-15,-3 2 16,7 0-16,2-1 15,-2-1-15,-2 1 16,1-1-16,-7 2 16,0-3-16,0 1 15,6-1-15,-8 1 16,2-2-16,4 4 16,-1-2-16,-2 2 15,5-2-15,-4-1 16,3 1-16,-3 3 15,-3-3-15,0 1 16,-3 2-16,-1-2 16,1 1-16,0-1 15,-1 0-15,-1-2 16,0 2-16,-2-2 16,-5 1-16,7 2 0,-3-3 15,-2-1-15,-3 0 16,-4-2-16,-5-1 15,-4 0-15,-2-2 16,-2-2-16,2 1 16,3-2-16,-5-2 15,-3 0-15,-2 0 16,-5-4-16,-1 2 16,-3-4-16,-6-3 15,1 1-15,-8 0 16,-1 0-16,-2-3 15,-1-1-15,-6-1 16,-5 1-16,-4-2 16,0-1-16,-10-2 15,-1 0-15,-3-1 16,-3-2-16,-3 2 16,-1-1-16,-7-3 15,1 4-15,-5-1 16,-2-1-16,-1 1 0,-5 4 15,-8-6-15,1 2 16,-6 4 0,-3-3-16,-1-1 0,-3 4 15,-1 1-15,-5-2 16,-5 4-16,-2 2 16,2 0-16,-3 1 15,0 1-15,-2-1 16,-5 1-16,1 5 15,-1-2-15,-2 1 16,-3 1-16,0 0 16,0 3-16,-2 4 15,2-2-15,-5 2 16,3 4-16,-2 1 16,-4-1-16,1-2 15,-1 3-15,-1-1 16,-1-1-16,2 3 15,-1 0-15,1 0 16,1 0-16,-3-1 0,2 2 16,2 2-16,-2-5 15,-4 4-15,2-2 16,0 2-16,-3 0 16,4-1-16,-1 0 15,1 0-15,0 1 16,1 0-16,0-1 15,-3 1-15,-1 2 16,2-2-16,-5 0 16,-3 0-16,3 2 15,-5-2-15,0 1 16,-1 3-16,0-3 16,-4 1-16,5-1 15,0 0-15,2-2 16,-5 1-16,3 0 15,-4 0-15,4 3 0,0-1 16,1-2-16,-1 2 16,0 1-16,0 0 15,-2 0-15,3 1 16,-1-1-16,-2 0 16,5-3-16,1 3 15,-1-3-15,0 3 16,-6-3-16,4 1 15,-2-1-15,0 1 16,-1-1-16,0 3 16,0-3-16,6-2 15,-7 1-15,-3 1 16,3 1-16,2-3 16,-4 1-16,5-1 15,0 2-15,2-1 16,-3 4-16,1-3 15,-3 1-15,1-2 16,-1 1-16,1 2 0,1-1 16,-1-1-1,-1 3-15,1-3 0,3-1 16,-3 2-16,2-2 16,-1-1-16,5 4 15,-4-5-15,4 5 16,-4-4-16,1 2 15,-3-1-15,8 2 16,-4 1-16,5-5 16,-4 3-16,-5-3 15,4 3-15,-1 0 16,0-3-16,-1 1 16,1 4-16,-1-4 15,-2 1-15,3 1 16,0 0-16,-3 2 15,0-3-15,2 1 16,-2 1-16,3-3 16,2 0-16,1 3 0,-4 1 15,4-1 1,0-1-16,-3 1 0,-1 0 16,2 0-16,0 2 15,2-2-15,1 0 16,0 3-16,2 0 15,0 3-15,3-4 16,-3 0-16,2 0 16,4 2-16,-6-1 15,6 2-15,1-2 16,1 2-16,1 3 16,1-3-16,3 2 15,0 2-15,3 1 16,-1 2-16,3 1 15,1 0-15,1 4 16,3 0-16,0 0 16,-1 1-16,5 4 15,2 1-15,2 1 0,1 1 16,3 1 0,2 1-16,3 1 15,2 2-15,4-3 16,-2 3-16,5 1 0,1 4 15,1 1-15,4 2 16,5 2-16,2 2 16,5 0-16,2 4 15,7 4-15,1-2 16,7 2-16,-2-1 16,6-1-16,2-1 15,4-2 1,7-2-16,4 3 0,1 0 15,2-3-15,6 4 16,2-4-16,6 1 16,0-1-16,11-3 15,1 0-15,6-2 16,5-1-16,8-5 16,7-3-16,3-1 15,8 2-15,9-9 16,6 3-16,6-2 0,13-5 15,6 0-15,11-1 16,16-3-16,13-1 16,16-2-16,6-4 15</inkml:trace>
  <inkml:trace contextRef="#ctx0" brushRef="#br0" timeOffset="168442.8527">14815 12410 0,'0'0'0,"0"0"0,0 0 0,-2-2 16,2 2-16,0-5 16,0 5-16,2-7 15,-2 7-15,1-7 16,-1 7-16,2-3 15,3 8-15,-4 14 16,5 4-16,-1 9 16,1 4-16,1 3 15,1 7-15,-5 1 0,9 1 16,-5-4-16,0 2 16,2-9-16,-9-4 15,1-3-15,-1-30 16,-3 29-16</inkml:trace>
  <inkml:trace contextRef="#ctx0" brushRef="#br0" timeOffset="169275.8804">12930 12335 0,'0'0'0,"0"0"0,4-3 0,-4 3 0,12-6 16,11 1-16,8-1 15,2 3-15,4 2 16,-3 3-16,-4 4 16,-3 3-16,-3 1 15,-4 6-15,-5 6 16,-11 1-16,-10 7 16,-5 2-16,-11 4 15,-8-1-15,-11-1 16,0 0-16,1-1 15,5-8-15,35-25 16,-29 24-16,11-3 16,12-1-16,15 1 0,17-3 15,18-3 1,24-1-16,13-10 16,11 1-16,6-4 15</inkml:trace>
  <inkml:trace contextRef="#ctx0" brushRef="#br0" timeOffset="170078.0699">11311 12238 0,'0'0'0,"0"0"0,0 0 0,0-4 0,0 4 15,-2-8-15,2 8 16,-1-6-16,3-4 16,8-1-16,5 4 15,-1014 7 1,2019-5-16,-993 4 0,8 8 16,-1 5-16,-2 4 15,-4 6-15,-6-1 16,-8 4-16,-5 3 15,-8-2-15,-4-4 16,-7-1-16,-9-3 16,0-1-16,19-17 15,-22 14-15,1-6 16,21-8-16,-22 9 16,22-9-16,-15 5 0,15-5 15,-6 0-15,8-3 16,7 1-16,8 1 15,4 4-15,4 7 16,2 4-16,-2 6 16,-3 0-16,-6 4 15,-4 0-15,-7 3 16,-4-2-16,-4 1 16,-12-2-16,-6 1 15,-10-2-15,-8-6 16,-7-2-16,-11-2 15,-7-5-15,-9-4 16,-2-2-16</inkml:trace>
  <inkml:trace contextRef="#ctx0" brushRef="#br0" timeOffset="170959.5158">9538 12132 0,'0'0'0,"0"0"0,0 0 0,0 0 15,-2 7-15,-7 10 16,-7 3-16,-5 6 15,-6 3-15,-1-4 16,-6 0-16,2-6 16,4-4-16,28-15 0,-25 17 15,25-17 1,-17 15-16,12 0 0,10-4 16,11 5-16,5-6 15,7-1-15,2 1 16,0-3-16,-30-7 15,31 3-15,0 0 16,-31-3-16,30 1 16,-30-1-16,24-4 15,-24 4-15,19-4 16,-5-6-16,-14 10 16,7-14-16,-3-5 15,-4 19-15,-6-22 16,6 22-16,-2-23 15,2 23-15,-4-18 16,0 7-16,2 9 16,2 13-16,-2 9 15,2 10-15,-2 11 0,-1 6 16,-1 6 0,-5 5-16,1 1 0,2-1 15,-1-7-15,4-3 16,1-5-16,-3-7 15,5-36-15</inkml:trace>
  <inkml:trace contextRef="#ctx0" brushRef="#br0" timeOffset="171800.0251">7812 12072 0,'0'0'0,"0"0"0,-3 0 0,-6-6 0,-4 2 16,-11-3-16,-2 0 16,-8 0-16,-4 2 15,2 1-15,36 4 16,-32-2-16,7 4 15,5 6-15,4 5 16,8 7-16,4 7 16,4 3-16,-2 5 15,4-1-15,2 1 16,2-4-16,-6-31 16,8 29-16,-8-29 15,8 25-15,-8-25 16,10 21-16,-10-21 15,7 15-15,-7-15 16,6 8-16,0-7 0,-6-1 16,11-7-1,6-3-15,4 1 0,4 5 16,-1 8-16,1 8 16,-3 5-16,1 7 15,0 3-15,-1 6 16,-1 3-16,-5 6 15,-7-2-15,-5 2 16,-8 0-16,-12-2 16,-7-4-16,-13-4 15,-3-5-15,-12-4 16,-6-6-16,-6-9 16,-7-3-16,-3-6 15,-3-6-15,3-5 16,6-8-16</inkml:trace>
  <inkml:trace contextRef="#ctx0" brushRef="#br0" timeOffset="172650.8013">6162 12072 0,'0'0'0,"0"0"0,0 0 0,-2-3 16,-2 1-16,-6 3 15,-6 3-15,-1 3 16,-6 9-16,-4 10 15,-2 4-15,-3 10 0,2 5 16,7 5 0,6-1-16,8 1 15,12-4-15,5-4 16,9-7-16,4-5 0,7-8 16,-2-7-16,2-4 15,2-6-15,-30-5 16,30-1-16,-4-6 15,-26 7-15,29-11 16,-4-6-16,-11-2 16,-7-3-16,-9-1 15,-11-1-15,-11-1 16,-10 4-16,-11 7 16,-17 4-16,-4 11 15</inkml:trace>
  <inkml:trace contextRef="#ctx0" brushRef="#br0" timeOffset="173281.1563">4313 12104 0,'0'0'0,"0"0"0,0 0 0,0-1 0,0 1 16,1-3-16,12-3 15,12-1-15,9-1 16,5 1-16,4 0 16,0 4-16,1 3 15,-3 0-15,-5 3 16,-2 5-16,-9 2 16,-5 7-16,-6 4 0,-3 9 15,-2 9 1,-9 7-16,-3 6 0,-3 8 15,2 5 1,-4 1-16,1-6 0,-3-2 16,5-9-16,-4-8 15,9-41 1,-3 36-16,-1-5 0,4-31 16,-2 26-16,1-13 15</inkml:trace>
  <inkml:trace contextRef="#ctx0" brushRef="#br0" timeOffset="173503.3099">4521 12439 0,'0'0'0,"17"-4"0,25-3 0,24-7 0,21 0 15,15 1-15</inkml:trace>
  <inkml:trace contextRef="#ctx0" brushRef="#br0" timeOffset="201525.9032">25005 10625 0,'0'0'0,"0"0"0,0 0 0,0 0 0,0 0 16,0 0-16,0 0 15,3 0-15,-3 0 16,7 0-16,-7 0 16,6 0-16,-6 0 15,5 0-15,-5 0 16,5 0-16,-5 0 0,4-3 15,-4 3-15,3-5 16,-3 5-16,3-6 16,-3 6-16,7-6 15,-7 6 1,10-6-16,-10 6 0,12-6 16,-12 6-16,12-7 15,-12 7-15,12-6 16,-12 6-16,12-6 15,-12 6-15,7-6 16,-7 6-16,10-7 16,4 1-16,-14 6 15,18-5-15,2 2 16,6 1-16,-26 2 16,28-1-16,-2 1 0,1-1 15,-27 1-15,28 1 16,-6-1-16,-22 0 15,25 4-15,-25-4 16,16 3-16,-16-3 16,12 4-16,-7-2 15,-5-2-15,-3-2 16,-5 1-16,8 1 16</inkml:trace>
  <inkml:trace contextRef="#ctx0" brushRef="#br0" timeOffset="202169.643">25123 10561 0,'0'0'0,"8"0"0,7-1 0,8 0 0,11-2 16,9 2-16,10 3 15,-1-3-15,9 4 16,5-2-16,-3 1 0,2 1 15,-4-1-15,-5-4 16,-8 1-16,-3 0 16,-45 1-16,41-1 15,-41 1-15,35 0 16,-35 0-16,27 0 16,-27 0-16,17 0 15,-17 0-15,9 0 16</inkml:trace>
  <inkml:trace contextRef="#ctx0" brushRef="#br0" timeOffset="203551.1462">25079 11947 0,'0'0'0,"0"0"0,0 0 0,-1-1 0,1 1 16,1-3-16,-1 3 16,4-8-16,-4 8 15,7-5-15,-7 5 16,13-1-16,5 3 16,5 1-16,2 0 15,2-1-15,6-4 16,2 1-16,1 1 0,8-1 15,6 1-15,7 0 16,7 2-16,9 2 16,8-2-16,6 2 15,3 1-15,8 0 16,5 1-16,5 0 16,1-1-16,7-1 15,2-3-15,1 2 16,2 0-16,-1-1 15,-3 1-15,-5-3 16,-3 2-16,-6-2 16,-3 2-16,-6 1 15,-7-1-15,-13 0 16,-12-2-16,-62 0 16,49-1-16,-49 1 15,36-1-15,-36 1 16,23-2-16</inkml:trace>
  <inkml:trace contextRef="#ctx0" brushRef="#br0" timeOffset="223583.5096">23628 13500 0,'0'0'0,"0"0"0,0 0 0,1 0 15,-1 0-15,4 0 16,-4 0-16,7-1 16,-7 1-16,6-1 15,-6 1-15,2-2 16,-2 2-16,-1-5 16,-13-2-16,-8 0 15,-6-1-15,-10 5 0,-1-2 16,0 1-1,1-1-15,1 1 0,3 2 16,34 2-16,-32-2 16,32 2-16,-28 0 15,28 0-15,-25 4 16,5 7-16,2 5 16,6 7-16,7 5 15,2 3-15,4 0 16,1 0-16,-1-1 15,0-3-15,-1-27 16,4 26-16,-4-26 16,6 24-16,-6-24 15,4 22-15,-4-22 16,4 17-16,-4-17 16,2 9-16,-2-9 15,3 5-15,-1-12 16,-2 7-16,4-14 15,-4 14-15,5-15 0,11-2 16,-16 17-16,18-13 16,6 8-16,2 6 15,6 8-15,-2 4 16,-2 8-16,3 4 16,-2 4-16,-2 4 15,-6-1-15,-3 2 16,-9 0-16,-1-1 15,-7-1-15,-5-2 16,-10-1-16,-2-2 16,-9-3-16,-1-5 15,-5-2-15,1-4 16,-1-1-16,-1-5 16,0-3-16,0-6 15,3-3-15,-2-2 16,31 7-16,-30-13 0,30 13 15,-26-15-15,26 15 16</inkml:trace>
  <inkml:trace contextRef="#ctx0" brushRef="#br0" timeOffset="223875.7378">23737 14038 0,'0'0'0,"0"0"0,2 3 0,4 8 15,-2 8-15,0 1 16,-3 3-16,-9 5 0,-5 0 15,-10 3-15,-3-2 16,-6-2-16,-3-2 16,-4-7-16,3-7 15,36-11-15</inkml:trace>
  <inkml:trace contextRef="#ctx0" brushRef="#br0" timeOffset="224462.9886">24289 13557 0,'0'0'0,"0"0"0,0 0 0,0-5 0,-2-1 16,-8-1-16,-4 5 15,-5 6-15,-6 9 16,-7 10-16,-4 10 16,-5 8-16,4 7 15,1 6-15,7 1 16,7-2-16,8 1 16,7-4-16,8-6 15,8-4-15,-9-40 16,17 34-16,4-3 15,11-6-15,-32-25 0,32 15 16,1-5-16,-33-10 16,33 0-16,-6-9 15,-7-6-15,-4-7 16,-11-3-16,-3-1 16,-5 0-16,-9 1 15,-6 3-15,-4 1 16,-3 7-16,-9 5 15,-4 4-15,5 7 16</inkml:trace>
  <inkml:trace contextRef="#ctx0" brushRef="#br0" timeOffset="224810.3984">24293 13920 0,'0'0'0,"0"0"0,0 0 16,0 0-16,3 1 15,9-1-15,8-1 16,10-2-16,13 1 16,9-3-16,-3 1 15,1 2-15,-8-1 16,-42 3-16,35-4 16,-35 4-16,26-1 15,-26 1-15,18-1 16,-11 1-16,-14 2 0</inkml:trace>
  <inkml:trace contextRef="#ctx0" brushRef="#br0" timeOffset="225723.4599">25143 13542 0,'0'0'0,"0"0"0,0 0 15,1 0-15,2 7 16,-1 9-16,2 10 16,-3 8-16,-2 11 15,4 4-15,-7 4 16,1 1-16,2 2 16,3-8-16,-2-1 15,3-9-15,-3-38 16,4 33-16,-4-33 15,4 30-15,-4-30 0,5 24 16,-5-24 0,5 17-16,-5-17 15,4 10-15,-5-10 16,-2-11-16,-5-5 16,8 16-16,-11-22 0,-4-1 15,-2-4-15,-1 4 16,-3 6-16,21 17 15,-22-13-15,-2 5 16,-1 12-16,-1 6 16,4 8-16,4 1 15,4 4-15,7 0 16,10 1-16,1-2 16,9-2-16,7-4 15,6 1-15,4-6 16,4-4-16,3-3 15,6-4-15,-5-10 0,3-2 16</inkml:trace>
  <inkml:trace contextRef="#ctx0" brushRef="#br0" timeOffset="225915.7418">25314 13956 0,'0'0'0,"0"0"0,-1 3 16,-3 6-16,4-9 16,-2 14-16,1 6 15,3 9-15,-2 1 16,2-2-16,1-3 16,-3-25-16,4 23 15,-4-23-15,1 15 16</inkml:trace>
  <inkml:trace contextRef="#ctx0" brushRef="#br0" timeOffset="226091.2547">25297 13790 0,'0'0'0,"0"0"0,0 1 0,0-1 0,7 5 16,-7-5-16</inkml:trace>
  <inkml:trace contextRef="#ctx0" brushRef="#br0" timeOffset="226699.8373">25477 13994 0,'0'0'0,"0"0"0,1 10 0,1 7 0,-2-17 16,7 18-16,-7-18 16,5 23-16,-5-23 15,7 22-15,-7-22 16,6 18-16,-6-18 15,5 13-15,-4-9 16,-1-4-16,1-6 16,1-7-16,2-7 15,-4 20-15,4-23 16,4-2-16,-8 25 16,14-24-16,-14 24 15,11-18-15,2 8 16,-13 10-16,16 0 15,-5 9-15,-11-9 16,14 16-16,-14-16 16,10 18-16,-10-18 15,8 18-15,-8-18 16,4 17-16,-4-17 0,2 10 16,-2-7-1,3-11-15,3-4 0,2-8 16,-8 20-16,12-20 15,5 1-15,-17 19 16,19-13-16,2 6 16,-2 11-16,-4 7 15,-1 6-15,-14-17 16,6 21-16,0 1 16,-6-22-16,3 24 15,-1-2-15,-2-22 16,-3 22-16,3-22 15,-3 17-15,3-17 16</inkml:trace>
  <inkml:trace contextRef="#ctx0" brushRef="#br0" timeOffset="227096.0968">25922 14079 0,'0'0'0,"7"3"0,-7-3 0,12 5 15,7-4-15,2 0 16,5 0-16,1-2 16,-27 1-16,20-6 15,1-4-15,-21 10 16,20-15-16,-10-3 15,-10 18-15,8-22 16,-8 2-16,-11 2 16,-5 2-16,-3 7 15,-3 7-15,-5 5 16,2 5-16,-2 8 16,3 5-16,3 3 15,2 1-15,12 0 0,1-3 16,12-1-16,11 0 15,6-7-15,7-4 16,9-7-16,-2-5 16,3-3-16</inkml:trace>
  <inkml:trace contextRef="#ctx0" brushRef="#br0" timeOffset="227427.8405">26316 13434 0,'0'0'0,"0"0"0,2 9 0,5 14 0,-4 12 16,1 10-16,2 9 15,-5 13-15,-3-1 16,7 6-16,-6-3 16,2-7-16,3-7 15,-3-7-15,1-10 16,-2-38-16,2 34 16,-2-34-16,0 29 15,0-29-15,1 22 16</inkml:trace>
  <inkml:trace contextRef="#ctx0" brushRef="#br0" timeOffset="228099.7201">26245 13921 0,'0'0'0,"13"1"0,14-2 0,11 2 0,12-1 16,6-3-16,-1-1 16,2-2-16,-6-4 15,0-5-15,-7 0 16,-6-9-16,-7-4 16,-3-6-16,-8-5 15,-3 0-15,-9-2 16,-8 1-16,-6 3 15,-10 2-15,-6 4 16,-5 2-16,-2 8 16,-3 4-16,0 9 15,6 8-15,-2 8 16,3 14-16,-1 14 16,2 9-16,-1 9 15,7 9-15,2 0 16,6 2-16,6-5 0,4-7 15,4-7-15,5-8 16,-9-38-16,4 31 16,-4-31-16,4 28 15,-4-28-15,5 24 16,-5-24-16,4 20 16,-4-20-16,2 12 15,1-12-15,0-8 16,0-7-16,2-5 15,5 0-15,-2-2 16,-8 22-16,14-19 16,5 6-16,1 7 15,1 8-15,-21-2 16,18 9-16,-3 8 16,0 8-16,-3 2 15,-4-1-15,-8-26 0,5 26 16,-2-3-16,-3-23 15,-1 20-15,1-20 16,-2 16-16,2-16 16</inkml:trace>
  <inkml:trace contextRef="#ctx0" brushRef="#br0" timeOffset="228587.7092">26784 14084 0,'0'0'0,"4"7"0,2 4 0,9 3 0,1 2 16,-16-16-16,22 13 16,1-3-16,-23-10 15,27 7-15,-1-7 16,0-9-16,-26 9 15,22-12-15,-5-7 16,0-9-16,-17 28 16,12-27-16,-12 27 0,7-25 15,-7 25-15,6-19 16,-6 19-16,2-13 16,-6 14-16,-3 14 15,2 11-15,-2 5 16,3 10-16,-3 0 15,2 1-15,2 1 16,-2 3-16,2-1 16,2 0-16,-4-1 15,5-44-15,-4 40 16,-3-5-16,-6-7 16,13-28-16,-14 22 15,-5-9-15,-8-6 16,-2-11-16,-6-8 15,-2-8-15,1-10 16,9-6-16,1-7 0</inkml:trace>
  <inkml:trace contextRef="#ctx0" brushRef="#br0" timeOffset="228994.0787">27181 13467 0,'0'0'0,"0"0"0,0 0 16,1 3-16,0 5 16,2 10-16,-1 6 0,-3 7 15,3 7 1,1 9-16,-2 6 0,-1 5 16,1 6-16,-1 1 15,-1-2-15,2-4 16,-1-5-16,0-8 15,0-46-15,-1 38 16,1-38-16,1 30 16,-1-30-16,2 21 15</inkml:trace>
  <inkml:trace contextRef="#ctx0" brushRef="#br0" timeOffset="229810.2551">27481 13484 0,'0'0'0,"0"0"0,0 0 16,3-2-16,1 4 16,2 8-16,1 5 15,5 10-15,-9 13 16,-3 8-16,5 9 15,-5 7-15,-4 0 16,3-2-16,1-8 16,-4-5-16,3-7 15,2-6-15,-1-5 16,0-29-16,1 28 0,-1-28 16,0 21-1,0-21-15,-2 18 0,2-18 16,0 11-16,-1-4 15,1-7-15,-1-3 16,0-6-16,-1-11 16,0-3-16,1-4 15,2-5-15,4 0 16,0 2-16,4 1 16,-9 29-16,10-25 15,-10 25-15,14-18 16,5 10-16,7 6 15,1 10-15,-4 6 16,0 6-16,-23-20 16,17 26-16,-7 2 15,-5 5-15,-5-33 16,3 32-16,-3-1 16,0-31-16,-2 27 0,2-27 15,-1 22-15,1-22 16,-2 13-16</inkml:trace>
  <inkml:trace contextRef="#ctx0" brushRef="#br0" timeOffset="230252.5005">27859 13994 0,'0'0'0,"0"0"0,2 2 16,-2-2-16,10 3 15,5-2-15,6 1 16,-21-2-16,23 0 16,2-4-16,-25 4 0,25-7 15,-2-4-15,-23 11 16,20-15-16,-5-4 15,-15 19-15,9-23 16,-6 1-16,-9 3 16,6 19-16,-13-17 15,-8 6-15,-4 10 16,-6 7-16,0 15 16,-3 4-16,5 5 15,7 3-15,7 0 16,5-4-16,10-29 15,0 29-15,8-1 16,10-1-16,8-5 16,7-4-16,2-6 0,5-8 15,1-8 1,-3-1-16</inkml:trace>
  <inkml:trace contextRef="#ctx0" brushRef="#br0" timeOffset="230521.2249">28208 13898 0,'0'0'0,"0"0"0,0 0 0,0 0 15,0 1-15,-2 5 16,4 9-16,-5 9 16,4 12-16,-2 11 15,-1 7-15,0 7 16,-1-1-16,-3 2 15,2-4-15,-1-3 16,3-6-16,-1-6 16,6-6-16,-3-37 15,1 31-15,-1-31 16,-1 24-16,-2-14 16,1-17-16,-6-14 15</inkml:trace>
  <inkml:trace contextRef="#ctx0" brushRef="#br0" timeOffset="230829.8834">28178 13840 0,'0'0'0,"8"-3"0,5 3 0,12 6 0,9 2 16,4 9-16,-1 8 16,-3 7-16,-6-1 15,-7 4-15,-3 1 16,-12 0-16,-8-3 16,-8-6-16,-9-5 15,-2-3-15,-5-7 16,-3-4-16,-1-6 0,0-6 15,2-9-15,4-6 16</inkml:trace>
  <inkml:trace contextRef="#ctx0" brushRef="#br0" timeOffset="231269.6716">28606 13300 0,'0'0'0,"0"0"0,5 6 0,5 6 15,4 8-15,3 7 0,-6 9 16,1 10 0,1 7-16,-6 5 0,-5 2 15,-2 7-15,-3 1 16,-7-2-16,-2-3 16,-3-2-16,1-5 15,2-5-15,0-6 16,5-4-16,6-7 15,1-34-15,7 30 16,6-5-16,5-7 16,5-7-16,2-11 15,4-9-15,-4-6 16,-4-9-16,-1-1 16</inkml:trace>
  <inkml:trace contextRef="#ctx0" brushRef="#br0" timeOffset="231448.8618">28543 13943 0,'0'0'0,"0"0"0,0 0 0,10 0 15,6 4-15,14 0 16,11-2-16,6 0 15,5-2-15,4-3 16,-56 3-16</inkml:trace>
  <inkml:trace contextRef="#ctx0" brushRef="#br0" timeOffset="231808.0655">29016 14023 0,'0'0'0,"0"0"0,1 1 0,-1-1 16,9-1-16,10-1 15,12 0-15,10 2 16,2 2-16,1-1 16,-5 0-16,-5 1 15,-34-2-15,29 0 16,-29 0-16</inkml:trace>
  <inkml:trace contextRef="#ctx0" brushRef="#br0" timeOffset="232515.0457">29450 13525 0,'0'0'0,"0"0"0,6-4 0,10-7 16,5 2-16,7 4 16,1 3-16,3 5 15,4 7-15,-4 9 16,-5 7-16,0 7 16,-11 5-16,-9 2 15,-6 4-15,-10 1 16,-1-3-16,-3-6 15,-6-4-15,-1-7 16,20-25-16,-21 20 16,2-4-16,-5-2 15,24-14-15,-22 8 16,22-8-16,-17 6 16,17-6-16,-10 3 0,9-5 15,1 2-15,14-3 16,8 1-16,11 5 15,2 6-15,-3 6 16,-5 4-16,-3 8 16,-5 2-16,-13 1 15,-2 2-15,-5-4 16,-7 0-16,-3-4 16,-8-1-16,-2 0 15,-6-6-15,-8-2 16,-1-8-16,-2-1 15,1-6-15,-1-3 16,6-4-16,2-4 16,0-3-16,7-3 15,5-3-15,6-5 16,9 1-16,3 24 16</inkml:trace>
  <inkml:trace contextRef="#ctx0" brushRef="#br0" timeOffset="232849.0164">29903 13966 0,'0'0'0,"0"0"0,1 2 0,14 1 0,7 1 16,9-3-16,7 2 16,7 1-1,-1 3-15,-44-7 0,48 4 16,-48-4-16,41 5 15,-41-5-15,32 2 16,-15-3-16,-15-3 16,-2 4-16</inkml:trace>
  <inkml:trace contextRef="#ctx0" brushRef="#br0" timeOffset="233349.1872">30418 14050 0,'0'0'0,"8"4"0,3-1 0,11 2 0,3-2 15,7 0-15,0-2 16,2-1-16,-3-5 16,-1-2-16,-1-2 15,-8-4-15,-21 13 16,19-14-16,-3-4 16,-3-4-16,-5-2 15,-8 24-15,4-22 16,-5 2-16,1 20 15,-10-15-15,-12 5 16,-12 11-16,-5 12 16,-6 5-16,-2 10 0,0 5 15,9 2 1,3 3-16,3-4 16,13-1-16,12 0 0,9-1 15,7-2-15,9-1 16,8-1-16,5-4 15,10-5-15,4-7 16,5-8-16,-5-5 16,-6-6-16</inkml:trace>
  <inkml:trace contextRef="#ctx0" brushRef="#br0" timeOffset="233867.3312">30865 13972 0,'0'0'0,"0"0"0,0 1 0,4 5 0,1 8 16,4 6-16,0 7 15,2 6-15,-3 1 0,1 2 16,-4-5-16,-5-31 15,1 27-15,-1-27 16,-2 21-16,2-21 16,-1 15-16,1-15 15,-2 8-15,1-7 16,0-8-16,1-7 16,1-5-16,4-3 15,-2-4-15,2-2 16,3 2-16,0-2 15,7 4-15,1 1 16,-16 23-16,19-19 16,1 6-16,2 10 15,-1 8-15,-5 5 16,1 8-16,-1 7 16,-3 1-16,0 5 15,0-1-15,-3-1 0,-3-2 16,-1 0-16,-6-27 15,6 23-15,-6-23 16,1 21-16,-1-21 16,0 20-16,0-20 15,0 12-15,4-12 16</inkml:trace>
  <inkml:trace contextRef="#ctx0" brushRef="#br0" timeOffset="234350.1709">31432 14170 0,'0'0'0,"4"5"0,3 6 0,7 1 0,-14-12 15,17 10-15,4 0 16,6-6-16,-27-4 16,24 0-1,2-5-15,2-5 16,-8-6-16,-3-2 0,-3-3 16,-7 0-16,-2-1 15,-2 0-15,-1 1 16,-2 21-16,-2-20 15,-6 0-15,-7 2 16,-11 6-16,1 7 16,-7 7-16,-4 7 15,-2 12-15,1 4 16,0 8-16,5 2 16,12 0-16,1 0 15,11-3-15,6-3 16,10 0-16,13 2 15,16-4-15,15-2 16,15-1-16,10-3 0,10-7 16,4-10-16</inkml:trace>
  <inkml:trace contextRef="#ctx0" brushRef="#br0" timeOffset="235801.6166">29706 11229 0,'0'0'0,"0"0"0,0 0 0,0 0 16,0 0-16,1 1 15,2 9-15,2 11 16,2 4-16,0 9 15,0 6-15,3 2 16,1-2-16,1-2 16,-12-38-16,11 30 15,2-3-15,-13-27 16,15 22-16,-15-22 16,15 15-16,3-2 15,-18-13-15,26 6 16,1-6-16,5-8 15,0-4-15,0-4 16,2-7-16,1-6 16,7-2-16,5-8 0,15-9 15,4-5 1,8 1-16,-4 0 0,-5 7 16,-5 3-16,-2 6 15,-58 36-15,55-24 16</inkml:trace>
  <inkml:trace contextRef="#ctx0" brushRef="#br0" timeOffset="236602.4868">32325 14053 0,'0'0'0,"0"10"0,-4 7 16,-2 8-16,1 4 0,5 1 16,0-30-16,2 29 15,7-3 1,-9-26-16,14 25 0,2-6 15,-16-19-15,18 15 16,-18-15-16,19 9 16,2-1-16,-21-8 15,20 2-15,1-5 16,1-1-16,-2-5 16,2-3-16,4-3 15,5-6-15,8-7 16,10-7-16,10-5 15,16-6-15,5-4 16,12-4-16,-6 7 16,-86 47-16,75-35 15</inkml:trace>
  <inkml:trace contextRef="#ctx0" brushRef="#br0" timeOffset="304951.3393">4264 13714 0,'0'0'0,"0"0"0,0 0 0,0 1 0,-2 3 15,-1 10 1,-1 6-16,3 3 0,-4 3 15,4 8-15,-7 1 16,6 5-16,-2 2 16,7-3-16,-2-3 15,1-3-15,0-5 16,0-3-16,-2-25 16,-2 22-16,2-22 15,2 20-15,-2-20 16,0 18-16,0-18 15,4 16-15,-4-16 16,3 13-16,-3-13 16,8 12-16,2-5 15,6-4-15,5-2 16,3 0-16,4-4 16,-3 0-16,-25 3 15,33-5-15,0 0 16,-33 5-16,40-6 0,-40 6 15,34-8-15</inkml:trace>
  <inkml:trace contextRef="#ctx0" brushRef="#br0" timeOffset="305170.5055">4608 14021 0,'0'0'0,"0"0"0,6 2 0,12 0 16,7-1-16,11-1 16,3 4-16,5 0 15,-2-1-15,-6-2 16</inkml:trace>
  <inkml:trace contextRef="#ctx0" brushRef="#br0" timeOffset="305458.4612">5111 13729 0,'0'0'0,"0"0"0,2 4 15,7 14-15,-2 8 16,-2 13-16,-2 11 16,-3 11-16,-2 5 15,-2 0-15,-2-2 16,6-64-16,-6 56 15,6-56-15,-4 43 16,4-43-16,-5 26 16</inkml:trace>
  <inkml:trace contextRef="#ctx0" brushRef="#br0" timeOffset="305920.5102">5154 13622 0,'0'0'0,"8"2"0,7 7 0,14 4 0,3 10 15,-1 5-15,2 6 16,-9 9-16,-8 3 15,-8 7-15,-7-4 0,-7 0 16,-10-8 0,-5-7-16,-6-11 0,-3-5 15,-1-8 1,4-3-16,-4-6 0,31-1 16,-28-1-16,28 1 15,-22-9-15,9-7 16,13 16-16,-1-19 15,7 7-15,12 9 16,3 7-16,6 10 16,-1 6-16,1 1 15,-2 2-15,-2 1 16,2 5-16,-2-6 16,-4-1-16,-2 0 15,-17-22-15,19 15 16,-2-4-16</inkml:trace>
  <inkml:trace contextRef="#ctx0" brushRef="#br0" timeOffset="306166.5426">5524 14047 0,'0'0'0,"9"0"0,7 0 0,17-3 15,3 0-15,14 0 16,3 6-16,8 1 16,5 1-16,1 2 15</inkml:trace>
  <inkml:trace contextRef="#ctx0" brushRef="#br0" timeOffset="310226.3203">6464 13729 0,'0'0'0,"0"0"0,1-4 0,3-8 0,5-3 16,9 1-16,5 2 15,3 4-15,7 5 16,2 4-16,0 6 0,1 6 15,1 10-15,-10 6 16,-7 5 0,-6 5-16,-12 4 15,-10 3-15,-7-1 0,-6-2 16,-4-4-16,-6-8 16,-1-5-16,-1-4 15,-1-4-15,2-3 16,32-15-16,-33 10 15,3-8-15,30-2 16,-29-6-16,12-10 16,6-9-16,10 0 15,1 25-15,5-26 16,7 8-16,5 6 16,-17 12-16,21-4 0,3 11 15,3 9 1,-1 0-16,-2 5 0,1 0 15,-2 3-15,-2-2 16,3 1 0,-3-2-16,-21-21 0,21 15 15</inkml:trace>
  <inkml:trace contextRef="#ctx0" brushRef="#br0" timeOffset="310490.1278">7019 13851 0,'0'0'0,"0"0"16,0 3-16,1 10 0,3 9 0,1 2 15,-4 7-15,3 2 16,0 4-16,-2-3 15,-2 1-15,0-35 0,0 30 16,0-30 0,-2 25-16,2-25 0,-1 19 15</inkml:trace>
  <inkml:trace contextRef="#ctx0" brushRef="#br0" timeOffset="310674.1816">6908 13971 0,'0'0'0,"0"0"0,1 0 16,17-3-16,6 0 16,8 2-16,12-4 15,11 1-15,2 1 16,4-1-16</inkml:trace>
  <inkml:trace contextRef="#ctx0" brushRef="#br0" timeOffset="311355.4084">7745 13732 0,'0'0'0,"0"0"0,0 0 16,0 0-16,0 0 16,0-1-16,-7-4 15,7 5-15,-15-9 16,-8 0-16,-13 0 15,1 1-15,35 8 16,-33-4-16,5 6 16,6 6-16,4 8 15,4 3-15,7 3 16,-3 2-16,7 3 0,6-2 16,-3-1-16,1 0 15,4-2-15,-5-22 16,5 22-16,-5-22 15,4 19-15,-4-19 16,3 14-16,-3-14 16,4 9-16,-4-9 15,2 4-15,5-11 16,-2-6-16,7 0 16,4-1-16,7 4 15,2 4-15,5 10 16,2 10-16,1 9 15,-2 5-15,-3 6 16,-2 2-16,-4-1 16,-10 0-16,-6-2 15,-6-4-15,-8-6 16,-5-4-16,-4-4 16,17-15-16,-20 12 0,-5-3 15,-9-6 1,3-5-16,0-3 0,-3-6 15,3-5-15,3-2 16,4-4-16,24 22 16</inkml:trace>
  <inkml:trace contextRef="#ctx0" brushRef="#br0" timeOffset="311608.0774">8133 13950 0,'0'0'0,"0"0"0,2 0 0,10 2 15,8-3-15,9-2 16,6 2-16,7 1 16,0-1-16,-5-5 15</inkml:trace>
  <inkml:trace contextRef="#ctx0" brushRef="#br0" timeOffset="311814.0595">8188 14086 0,'0'0'0,"14"-2"0,14 0 0,16 2 0,10-1 16,9 2-16,-3-1 15,1-2-15</inkml:trace>
  <inkml:trace contextRef="#ctx0" brushRef="#br0" timeOffset="312387.0861">8815 13580 0,'0'0'0,"0"0"0,10 0 0,8-1 0,17-2 16,10 0-16,2 2 15,-2 1-15,-45 0 16,42 7-16,-6-1 16,-36-6-16,35 9 15,-7 3-15,-9 7 0,-8 0 16,-11 9-16,-5 3 16,-2 8-16,-6 3 15,0 3-15,1 2 16,3-2-16,0-7 15,2 0-15,0-6 16,3 1-16,1-4 16,1-1-16,0-2 15,0 0-15,2-26 16,-1 23-16,1-23 16</inkml:trace>
  <inkml:trace contextRef="#ctx0" brushRef="#br0" timeOffset="312575.6715">8907 13949 0,'0'0'0,"12"-1"0,20-1 0,28-1 0,19 0 15,16 2-15,13 0 16</inkml:trace>
  <inkml:trace contextRef="#ctx0" brushRef="#br0" timeOffset="313322.7349">4322 14405 0,'0'0'0,"0"0"0,2 11 0,1 13 16,0 11-16,4 7 15,0 9-15,-2 4 16,-3 4-16,-1-1 16,-1 2-16,0-8 15,0-7-15,0-45 16,-1 39-16,1-39 15,-2 30-15,2-30 16,-4 22-16</inkml:trace>
  <inkml:trace contextRef="#ctx0" brushRef="#br0" timeOffset="313793.6415">4355 14386 0,'0'0'0,"0"0"0,7-3 0,11 0 0,6 2 16,7 3-16,2 10 16,-1 7-16,-4 5 15,-3 5-15,-6 4 16,-7 6-16,-7 4 15,-10 1-15,-6-3 16,-6-6-16,-5-3 0,-7-9 16,0-8-16,0-3 15,-2-6-15,1-5 16,30-1-16,-21-7 16,-3-4-1,24 11-15,-16-14 0,16 14 16,-7-19-16,11 0 15,-4 19-15,12-9 16,6 10-16,6 10 16,0 10-16,-2-1 15,0 3-15,-3 3 16,4-1-16,-9 2 16,4-1-16,-18-26 15,17 25-15,-17-25 16,21 19-16</inkml:trace>
  <inkml:trace contextRef="#ctx0" brushRef="#br0" timeOffset="314004.5337">4714 14749 0,'0'0'0,"0"0"0,3-1 0,13-3 0,4 0 0,8 2 15,9-2-15,5 2 16,-1 1-16,4-3 16</inkml:trace>
  <inkml:trace contextRef="#ctx0" brushRef="#br0" timeOffset="314402.927">5201 14425 0,'0'0'0,"4"6"0,-4 11 0,3 10 16,-5 8-16,4 10 16,-4 7-16,1 2 15,1-1-15,-4-1 16,4-4-16,0-6 16,0-42-16,0 35 15,0-4-15,0-31 16,4 26-16,-4-26 15,6 20-15,-6-20 16,8 17-16,-8-17 16,13 14-16,3-8 0,5-3 15,5-2 1,3-5-16,7-2 16,3 0-16,1 1 0,2 1 15</inkml:trace>
  <inkml:trace contextRef="#ctx0" brushRef="#br0" timeOffset="318930.5793">6620 14422 0,'0'0'0,"0"0"0,0 0 0,1 0 0,-1 0 15,0 0-15,0 0 16,4 1-16,0 7 16,4 8-16,-2 9 15,1 6-15,-3 9 16,-1 4-16,-8 3 15,4 6-15,-1-1 16,2-1-16,-3-4 0,3-2 16,-4-7-16,4-38 15,0 36 1,-1-4-16,1-32 0,-2 26 16,2-26-16,-2 21 15,2-15 1,3-10-16</inkml:trace>
  <inkml:trace contextRef="#ctx0" brushRef="#br0" timeOffset="319184.506">7076 14690 0,'0'0'0,"0"0"0,-2 8 15,2 13-15,-1 7 16,-1 7-16,-3 3 0,-2 0 16,-2-5-16,6-2 15,3-31-15,-6 28 16,6-28-16,-4 21 15,4-21-15</inkml:trace>
  <inkml:trace contextRef="#ctx0" brushRef="#br0" timeOffset="319429.0766">6908 14832 0,'0'0'0,"0"0"0,11 3 0,15-1 0,13 1 0,7 0 16,8-2-16,6-4 15,3 1-15,-4-5 16</inkml:trace>
  <inkml:trace contextRef="#ctx0" brushRef="#br0" timeOffset="320170.2384">7831 14516 0,'0'0'0,"0"0"0,0 0 0,1-1 0,-1 1 15,0 0-15,-3 5 16,-7 11-16,-9 8 16,-3 9-16,-7-1 15,-1 2-15,2-3 16,28-31-16,-27 24 16,4-5-16,23-19 15,-21 17-15,21-17 16,-13 12-16,10-1 15,10 2-15,11-7 16,8-1-16,2-3 16,5 2-16,3-2 15,-36-2-15,35 0 16,-35 0-16,32 0 0,-32 0 16,29-3-1,-29 3-15,21-4 0,-6-8 16,-15 12-16,6-18 15,-5-5-15,-5-5 16,4 28-16,-7-27 16,4 1-1,3 26-15,-2-24 0,2 24 16,1-15-16,0 8 16,2 11-16,-2 11 15,5 10-15,-6 7 16,3 5-16,-3 4 15,0 5-15,0 1 16,-3-2-16,3-4 16,-3-4-16,3-37 15,-3 31-15,1-6 16,2-25-16,-1 24 16,1-8-16,0-16 0,5 3 15,2-13-15</inkml:trace>
  <inkml:trace contextRef="#ctx0" brushRef="#br0" timeOffset="320413.9891">8212 14690 0,'0'0'0,"0"0"0,0 0 0,0 1 0,12 1 0,13 0 16,9 1-16,2 0 16,10 0-16,-46-3 15</inkml:trace>
  <inkml:trace contextRef="#ctx0" brushRef="#br0" timeOffset="320607.1305">8223 14832 0,'0'0'0,"0"0"0,6 1 0,16 2 0,15-3 0,14 0 16,8-1-16,3-1 15,1-2-15</inkml:trace>
  <inkml:trace contextRef="#ctx0" brushRef="#br0" timeOffset="321337.8759">9359 14482 0,'0'0'0,"0"0"0,0 0 0,0 0 0,-4 1 0,-7-1 16,-7-4-1,-9 1-15,-5-3 0,-4 0 16,-1-4-16,37 10 15,-33-6 1,1 0-16,32 6 0,-30-4 16,9 7-16,-1 10 15,6 4-15,4 8 16,4 2-16,4 2 16,2 2-16,-3 1 15,6-2-15,-1-30 16,-3 29-16,3-29 15,0 26-15,0-26 16,-1 23-16,1-23 16,0 17-16,0-17 15,-2 10-15,2-10 16,1 5-16,-1-5 16,0-3-16,6-7 15,4-2-15,5 2 16,6 4-16,4 3 0,4 7 15,3 3 1,4 5-16,-4 7 0,2 3 16,-2 5-16,-6 7 15,-7-2-15,-8-2 16,-10 1-16,-5-3 16,-11-4-16,-9-4 15,-9-5-15,-10-5 16,-5-7-16,-6-5 15,-5-2-15,0-5 16,-1-4-16</inkml:trace>
  <inkml:trace contextRef="#ctx0" brushRef="#br0" timeOffset="331389.9119">13702 16349 0,'0'0'0,"5"5"0,-4 10 0,2 12 16,-3 8-16,2 7 15,2 7-15,-1-2 16,0-1-16,2 4 16,-6-3-16</inkml:trace>
  <inkml:trace contextRef="#ctx0" brushRef="#br0" timeOffset="332260.5938">12489 16404 0,'0'0'0,"0"0"0,4-2 0,9-2 0,-13 4 16,21-4-16,5 4 15,10 8-15,-6 6 16,-7 6-16,-7 3 16,-8 4-16,-8 2 15,-5 3-15,-8 2 16,-7 1-16,-4-1 15,-1-4-15,0-4 16,2-2-16,23-24 16,-18 22-16,7 2 15,13 2-15,19-1 16,19-1-16,24-3 16,22-7-16</inkml:trace>
  <inkml:trace contextRef="#ctx0" brushRef="#br0" timeOffset="333039.5453">10536 16334 0,'0'0'0,"0"0"0,3-3 0,9-3 16,6 2-16,3 1 0,9 4 15,2 5 1,-1 7-16,4 3 0,-4 4 16,-3 1-16,-10 2 15,-9-1-15,-6 0 16,-9-5-16,-6-2 15,-5-3-15,17-12 16,-20 12-16,20-12 16,-20 8-16,20-8 15,-21 5-15,21-5 16,-15 3-16,11-1 16,8 4-16,11 0 15,6 7-15,5 6 16,-1 2-16,3 1 15,-11 7-15,1-1 16,-8-2-16,-7 3 16,-5-1-16,-6-4 15,-9-2-15,-11-4 16,-4-1-16,-5-6 0,-6 2 16,-6-4-16,-4-3 15,-2-8-15</inkml:trace>
  <inkml:trace contextRef="#ctx0" brushRef="#br0" timeOffset="333783.9204">9230 16245 0,'0'0'0,"0"0"0,0 0 0,1 0 15,-2 6-15,-7 8 16,-6 4-16,-1 5 15,-10 5-15,-7-2 16,2 1-16,1-4 16,29-23-16,-28 21 0,28-21 15,-21 20-15,21-20 16,-14 17-16,9-1 16,14 3-16,11-3 15,4-4-15,6-1 16,0-3-16,-2-3 15,4-1-15,-32-4 16,29 2-16,-4-1 16,-25-1-16,22-7 15,-2-3-15,-20 10 16,10-16-16,-3-5 16,-7 21-16,1-27 15,-1 27-15,0-25 16,0 25-16,-1-19 15,1 19-15,-1-11 16,0 14-16,1 15 16,0 12-16,3 11 15,-6 4-15,-1 8 0,0-1 16,1 1-16,-2-5 16,5 0-16,0-5 15,0-43-15</inkml:trace>
  <inkml:trace contextRef="#ctx0" brushRef="#br0" timeOffset="334568.2242">7233 16350 0,'0'0'0,"0"0"0,0 0 0,2-5 0,1-3 15,-3 8-15,-4-11 16,-3-2-16,-9 2 0,-5 2 16,-4 2-1,-6 3-15,-2 3 0,3 2 16,0 3-16,6 4 16,5 3-16,2 6 15,7 5-15,1 6 16,2 1-16,3 2 15,3-1-15,2-2 16,-1-28-16,-1 26 16,1-26-16,0 21 15,0-21-15,0 14 16,0-14-16,0 10 16,0-10-16,0 4 15,0-4-15,-1 2 16,4-4-16,-3 2 0,12-1 15,-1 3 1,6 5-16,4 3 0,-3 5 16,2 7-16,-2 5 15,-2 3-15,-5 1 16,-5 1-16,-9-2 16,-7-2-16,-13-3 15,-9 0-15,-9-4 16,-9-4-16,-5-5 15,-3-5-15,3-9 16</inkml:trace>
  <inkml:trace contextRef="#ctx0" brushRef="#br0" timeOffset="335219.4242">5241 16238 0,'0'0'0,"-3"-5"0,-6-5 0,9 10 15,-13-11-15,-4-4 16,-5 4-16,-2 6 16,-7 12-16,-5 12 15,-7 12-15,-6 13 16,-2 14-16,6 3 16,7 1-16,6-4 15,12-3-15,10-7 16,11-4-16,11-5 15,4-4-15,9-7 16,1-6-16,7-9 16,-1-9-16,1-4 0,-33 0 15,29-4 1,2-7-16,0-5 0,-7-3 16,-5-3-16,-10-2 15,-9-2-15,-14-2 16,-7-1-16,-8 1 15,-13 4 1,-14 7-16,-11 15 16,-9 19-16</inkml:trace>
  <inkml:trace contextRef="#ctx0" brushRef="#br0" timeOffset="393066.6692">23048 17088 0,'0'0'0,"0"0"0,0 0 0,0 0 0,-1-2 16,1 2-16,4 2 15,4 4-15,5 15 16,-1 8-16,-1 10 15,-3 6-15,3 4 0,-4 3 16,-3 3 0,-2-1-16,-2-5 0,0-1 15,0-8-15,-1-2 16,1-38-16,0 35 16,0-35-16,1 29 15,-1-29-15,3 24 16,-3-24-16,3 15 15,-3-15-15,2 9 16,-1-15-16,-3-9 16,3-6-16,0-3 15,0-2-15,2-1 16,3-6-16,0 4 16,5 1-16,3 0 0,-14 28 15,18-25-15,3 8 16,8 5-1,2 9-15,3 6 0,-4 10 16,0 4-16,-6 9 16,-3 6-16,-3-3 15,-7 8 1,-5 0-16,-3-4 0,-3 1 16,0-34-16,-3 30 15,3-30-15,-2 27 16,2-27-16,-2 22 15,2-7-15,3-13 16</inkml:trace>
  <inkml:trace contextRef="#ctx0" brushRef="#br0" timeOffset="393509.5004">23649 17621 0,'0'0'0,"0"0"15,2 6-15,8-2 0,3 4 16,7 0-16,3-1 16,1-6-16,5-1 15,-1-3-15,-28 3 16,24-8-16,-24 8 15,23-11-15,-3-4 16,-20 15-16,10-20 16,-3-1-16,-7 21 15,-7-21-15,-5 3 16,-12 7-16,-5 6 16,-5 9-16,-4 12 0,1 5 15,1 8-15,4 3 16,8 6-16,2-3 15,10 0 1,10-4-16,4-3 16,9-2-16,10-1 0,5-4 15,9-4-15,3-9 16,1-9-16</inkml:trace>
  <inkml:trace contextRef="#ctx0" brushRef="#br0" timeOffset="393769.7143">23931 17579 0,'0'0'0,"0"0"0,8 2 0,6 12 15,13 7-15,5 3 0,4 6 16,5 2-16,2 0 16,-1 1-16,1-1 15,-8-4-15,-35-28 16,29 25-16,-29-25 16,19 20-16</inkml:trace>
  <inkml:trace contextRef="#ctx0" brushRef="#br0" timeOffset="394064.1704">24264 17567 0,'0'0'0,"0"0"0,0 10 0,-9 17 16,-1 5-16,-8 9 15,-3-2-15,-6 1 16,-1-2-16,1-6 16,1-6-16,26-26 15,-25 22-15,25-22 16,-21 17-16,5-7 15,11-9-15</inkml:trace>
  <inkml:trace contextRef="#ctx0" brushRef="#br0" timeOffset="394478.3326">24388 17722 0,'0'0'0,"0"0"0,1 0 0,-1 0 15,6-2-15,10 0 0,20-1 16,11-2-16,4 2 16,1 0-16,-2 2 15,-50 1-15,40-1 16,-40 1-16,30 0 15,-30 0-15,22 1 16,-22-1-16,10 0 16,-10 1-16,-10-2 15</inkml:trace>
  <inkml:trace contextRef="#ctx0" brushRef="#br0" timeOffset="395277.8483">25374 17304 0,'0'0'0,"0"0"0,0 0 0,0 0 15,1 5-15,-5 9 16,-8 4-16,-9 7 16,-6 8-16,-9 2 15,-1-2-15,-3-1 16,1-1-16,3-8 15,4-3-15,32-20 16,-27 18-16,27-18 16,-23 15-16,23-15 15,-13 15-15,10 0 0,15 3 16,11-5-16,2-4 16,8 2-16,3-4 15,-2-4-15,-2 1 16,-32-4-16,29 0 15,-4-5-15,-25 5 16,22-5-16,-7-3 16,-4-8-16,-4-6 15,-3-6-15,0-3 16,-4-3-16,-1 2 16,-2-2-16,0 6 15,3 28-15,-6-27 16,6 27-16,-6-20 15,6 20-15,-4-16 16,4 16-16,-3-11 16,2 10-16,4 9 0,0 16 15,2 12-15,3 8 16,-1 6-16,0 4 16,-4 2-16,2 2 15,-4 1 1,6-2-16,-6-3 0,3-8 15,-1-2-15,-3-44 16,2 37-16,-2-37 16,1 31-16,-1-31 15,1 28-15,-1-28 16,-1 18-16,-1-18 16,3-22-16,-2-11 15</inkml:trace>
  <inkml:trace contextRef="#ctx0" brushRef="#br0" timeOffset="395578.2637">25584 17784 0,'0'0'0,"0"0"0,2 1 0,8 0 0,4-1 16,10 1-16,7-1 15,6 0-15,5 0 16,-4-2-16,-38 2 15,34 0-15,-34 0 0</inkml:trace>
  <inkml:trace contextRef="#ctx0" brushRef="#br0" timeOffset="396146.2944">26071 17819 0,'0'0'0,"0"0"0,0 0 0,1 1 16,-1-1-16,5 1 0,4 0 16,9 0-16,-18-1 15,24 0-15,6 0 16,5-6-16,-35 6 16,32-4-16,-32 4 15,30-9-15,-7-2 16,-23 11-16,18-15 15,-7-1-15,-4-6 16,-7-1-16,-5 3 16,-5 2-16,-3 2 15,-5 6-15,-6 3 16,-5 5-16,-4 9 16,-4 3-16,-2 11 15,-4 9-15,0 7 16,5 6-16,7 4 0,5-2 15,12-4-15,6-5 16,11 0-16,11-6 16,7 0-16,10-7 15,12-6-15,7-11 16,8-11-16,0-6 16</inkml:trace>
  <inkml:trace contextRef="#ctx0" brushRef="#br0" timeOffset="396719.9617">26365 17730 0,'0'0'0,"0"0"0,0 0 0,0 0 0,7 2 15,3 7-15,4 5 16,3 7-16,-3 5 16,0 7-16,-3-5 15,-4 2-15,-7-30 16,2 32-16,-4-2 15,2-30-15,-4 26 16,4-26-16,-8 19 16,8-19-16,-8 13 15,1-9-15,-1-9 16,1-9-16,3-3 16,3-3-16,-2-6 15,6-1-15,-1 2 16,2 1-16,3 0 0,5 3 15,-12 21-15,12-21 16,2 7-16,-14 14 16,20-16-16,1 9 15,5 10-15,-4 8 16,1 8-16,-9 3 16,-1 6-16,-3 6 15,-5-3-15,-3 1 16,-1 1-16,-1-33 15,2 28-15,-2-28 16,2 26-16,6-4 16,-8-22-16</inkml:trace>
  <inkml:trace contextRef="#ctx0" brushRef="#br0" timeOffset="397333.5753">26826 17801 0,'0'0'0,"0"0"0,0 3 0,3 8 0,1 5 15,5 4-15,2 2 16,3 0-16,5-1 15,-3 0-15,4-7 16,-1 0-16,3-3 16,-22-11-16,21 8 15,0-7-15,1-7 16,0-5-16,-1-3 16,-4-3-16,0-8 15,-6 0-15,0 0 0,-11 25 16,6-26-16,-4 0 15,-2 26-15,-1-27 16,1 27-16,-3-19 16,3 19-16,-2-12 15,-5 12-15,-1 16 16,-2 14-16,1 9 16,-2 8-16,4 3 15,0 0-15,1 3 16,-3-3-16,6 1 15,2-6-15,1 0 16,-2-4-16,1-2 16,-4-5-16,-2 0 15,-3-5-15,-1-3 16,-6-7-16,-2-2 16,-5-8-16,0-5 0,-4-4 15,2-10 1,-1-12-16,2-10 0,4-13 15,3-6-15,6-9 16,7 2-16</inkml:trace>
  <inkml:trace contextRef="#ctx0" brushRef="#br0" timeOffset="397918.422">27364 17762 0,'0'0'0,"2"12"0,5 6 0,1 14 0,3 6 16,-1 1-16,0 0 0,-3-3 15,-7-36-15,5 32 16,-2-5-16,-3-27 16,-1 25-16,1-25 15,-1 16-15,1-16 16,-1 9-16,-1-11 15,2 2-15,-3-14 16,2-10-16,-1-6 16,4-4-16,5 2 15,3 0-15,1 4 16,5 6-16,-16 22 16,16-18-16,6 5 15,-22 13-15,24-7 16,0 7-16,-3 12 15,0 6-15,-3 7 0,-7 2 16,-3 3-16,-5-2 16,-3-28-16,3 28 15,-3-3-15,0-25 16,-2 25-16,2-25 16,-3 22-16,3-22 15,-5 19-15</inkml:trace>
  <inkml:trace contextRef="#ctx0" brushRef="#br0" timeOffset="398398.0556">27848 17873 0,'0'0'0,"0"0"0,8 5 0,1 4 0,7-1 15,-16-8-15,20 10 16,1-1-16,4-2 16,-25-7-16,28 1 15,-2-7-15,-26 6 16,27-11-16,-5-5 15,-2-7-15,-20 23 16,13-24 0,-6 4-16,-7 20 0,3-22 15,-7 4-15,-5 3 16,-8 4-16,-4 4 16,-2 10-16,-6 4 15,0 8-15,1 5 16,-2 7-16,5 1 15,5 5-15,7 2 0,10 2 16,3-3-16,11 1 16,8-2-16,10-3 15,9 0-15,11-10 16,10-10-16,1-9 16,3-7-16</inkml:trace>
  <inkml:trace contextRef="#ctx0" brushRef="#br0" timeOffset="399383.0867">29027 17666 0,'0'0'0,"0"0"0,0 0 0,2-1 0,-2 1 15,4-1-15,-4 1 16,4-1-16,-1 4 16,2 8-16,0 4 15,1 5-15,2 5 16,-1 4-16,4 6 16,-2 2-16,-1-1 15,1-1-15,-1-3 16,-8-32-16,6 31 15,2-6-15,-8-25 16,9 26-16,-9-26 16,9 21-16,-9-21 15,13 16-15,-13-16 0,10 10 16,-10-10-16,8 4 16,-3-9-16,-5 5 15,12-9-15,-4-6 16,7-7-16,4 3 15,3-6-15,13-1 16,12-3-16,25-4 16,14-5-16,18-1 15,14-3-15,1-4 16,-6 0-16</inkml:trace>
  <inkml:trace contextRef="#ctx0" brushRef="#br0" timeOffset="400199.6726">29828 16241 0,'0'0'0,"0"0"0,-1 7 0,-1 8 0,6 6 16,1 5-16,-2 5 16,3 5-16,3 4 15,-2 1-15,4 0 16,-1 1-16,0-9 15,-2-4-15,-8-29 0,11 23 16,-11-23-16,12 18 16,7-7-16,-1-6 15,8-9-15,3-7 16,7-11-16,3-12 16,11-8-16,5-3 15,10-13-15,10-4 16,6-5-16,3-3 15,7 10-15</inkml:trace>
</inkml:ink>
</file>

<file path=ppt/ink/ink17.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2.98804" units="1/cm"/>
          <inkml:channelProperty channel="Y" name="resolution" value="650.78448" units="1/cm"/>
          <inkml:channelProperty channel="T" name="resolution" value="1" units="1/dev"/>
        </inkml:channelProperties>
      </inkml:inkSource>
      <inkml:timestamp xml:id="ts0" timeString="2024-03-14T05:18:41.482"/>
    </inkml:context>
    <inkml:brush xml:id="br0">
      <inkml:brushProperty name="width" value="0.05292" units="cm"/>
      <inkml:brushProperty name="height" value="0.05292" units="cm"/>
      <inkml:brushProperty name="color" value="#FF0000"/>
    </inkml:brush>
  </inkml:definitions>
  <inkml:trace contextRef="#ctx0" brushRef="#br0">4294 13913 0,'0'0'16,"0"0"-16,0 0 0,-2-2 0,2 2 15,-1-7-15,1 7 0,0-8 16,0 8-16,1-8 16,-1 8-16,0-7 15,0 7-15,0-5 16,0 5-16,-1-3 16,1 3-16,-2-7 15,2 7-15,-4-10 16,-6-2-16,10 12 15,-14-8-15,-1-1 16,15 9-16,-21-8 16,21 8-16,-16-4 0,-7 2 15,23 2-15,-22 3 16,-1 4-16,23-7 16,-20 13-16,1 6 15,5 3-15,2 3 16,2 2-16,4-1 15,3 4-15,0-1 16,3 1-16,1-1 16,2 4-16,4-3 15,-1 1-15,4-1 16,-3 2-16,4 1 16,-1-1-16,7 3 15,-2 2-15,4 2 16,-1 1-16,-3 0 0,1 2 15,0 4-15,-2 1 16,-2 5-16,-4 3 16,-5 7-1,-3-1-15,-8 0 0,2-3 16,-9-2-16,2-7 16,-4-3-16,-4-1 15,-4-2-15,1-3 16,-2-1-16,-3-1 15,-1-4-15,6-5 16,-1-4-16,25-25 16,-28 21-16,2-4 15,26-17-15,-26 15 16,26-15-16,-27 8 16,27-8-16,-28 5 15,7-10-15,21 5 16,-21-10-16,6-6 15,6-2-15,9 18 0,-6-21 16,6 3-16,0 18 16,3-19-16,7 2 15,7 0-15,-17 17 16,19-12-16,4 5 16,5 4-16,-28 3 15,27 4-15,1 5 16,0 9-16,-1 7 15,-12 4-15,-1 7 16,-9 6-16,-8 2 16,-9 9-16,4 0 15,-3 7-15,-2 5 16,-5-1-16,0 4 16,-3-1-16,3-7 15,3-5-15,9-5 16,8-9-16,8-4 15,12-7-15,9-4 16,13-3-16,15-14 0,21-13 16,9-12-16</inkml:trace>
  <inkml:trace contextRef="#ctx0" brushRef="#br0" timeOffset="25037.1191">3167 5344 0,'0'0'0,"0"0"0,0 0 0,3 0 16,-3 0-16,0 0 16,0 0-16,0 0 15,1 4-15,-1-4 16,5 9-16,2 7 16,0 6-16,3 6 15,-10-28-15,8 26 16,2 3-16,0-3 0,-10-26 15,11 24-15,-11-24 16,10 18-16,4-5 16,3-5-16,0-8 15,5-9-15,8-6 16,4-10 0,9-11-16,8-8 0,11-10 15,11-10-15,13-2 16,4-4-16,5 3 15,-3 6-15,-7 8 16,-14 12-16,-71 41 16,54-31-16,-54 31 15,36-20-15,-11 11 16</inkml:trace>
  <inkml:trace contextRef="#ctx0" brushRef="#br0" timeOffset="65546.2417">4898 16355 0,'0'0'0,"0"0"0,0 0 0,0 1 16,0-1-16,-1 4 16,-1 8-16,2-12 15,-1 18-15,-3 5 16,4 6-16,-3 4 15,0-2-15,3-31 16,-5 33-16,2 1 16,3-34-16,-5 35 0,1-3 15,4-32-15,-7 32 16,7-32-16,-6 21 16,5-15-16</inkml:trace>
  <inkml:trace contextRef="#ctx0" brushRef="#br0" timeOffset="65883.2326">4907 16348 0,'0'0'0,"0"0"0,1-1 0,-1 1 16,13-5-16,5-1 15,10 2-15,-1 3 0,1 6 16,-4 4-16,-2 5 16,-6 4-16,-1 5 15,-2 3-15,-3 2 16,-2 1-16,-4 5 16,-1 1-16,-3-3 15,-1 1-15,1-33 16,-1 29-16,0-2 15,1-27-15,-1 26 16,1-26-16,-2 20 16,2-20-16,-1 9 15,1-9-15</inkml:trace>
  <inkml:trace contextRef="#ctx0" brushRef="#br0" timeOffset="66072.0791">4932 16612 0,'0'0'0,"0"0"0,1 1 0,12 0 0,4 1 16,7 0-16,7 0 16,4 1-1,3-2-15,3-2 0,4-4 16</inkml:trace>
  <inkml:trace contextRef="#ctx0" brushRef="#br0" timeOffset="66413.3394">5360 16362 0,'0'0'0,"0"0"0,0 0 0,1 0 15,1 3-15,-2-3 16,6 6-16,1 5 0,1 11 16,-3 8-1,0 7-15,0 5 16,-4 4-16,1 0 0,-2-2 15,-3-1-15,3-43 16,0 37-16,0-37 16,1 31-16,-1-31 15,3 26-15,4-14 16,4-11-16</inkml:trace>
  <inkml:trace contextRef="#ctx0" brushRef="#br0" timeOffset="66684.018">5640 16386 0,'0'0'0,"0"0"0,0 0 0,0 2 15,2 4-15,1 8 16,0 9-16,-2 12 0,-3 7 15,-2 9-15,1 2 16,0-4-16,-3-1 16,6-48-16,-1 39 15,1-39-15,-3 35 16,3-35-16,0 22 16,7-11-16</inkml:trace>
  <inkml:trace contextRef="#ctx0" brushRef="#br0" timeOffset="67481.5815">5921 16559 0,'0'0'0,"0"0"0,0 0 0,-1 7 16,-5 1-16,-4 4 15,10-12-15,-18 15 0,-2 4 16,-5-3-16,-5-1 16,5-4-1,25-11-15,-28 7 0,28-7 16,-24 1-16,24-1 16,-20-2-16,8-8 15,12 10-15,-2-14 16,12 1-16,7 4 15,6 5-15,2 7 16,-6 9-16,4 8 16,-5 5-16,-5 2 15,1 1-15,-14-28 16,13 26-16,1-1 16,-14-25-16,17 19 15,2-5-15,4-8 16,-2-6-16,4-7 0,-2-4 15,-1-2 1,5-3-16,-6-2 0,1 1 16,-4-2-16,0-1 15,-18 20-15,13-21 16,-2 1-16,-11 20 16,8-21-16,-8 21 15,4-22-15,-6 2 16,2 20-16,-10-16 15,-7 9-15,-8 12 16,-1 10-16,2 7 16,4 1-16,20-23 15,-16 23-15,11 0 16,5-23-16,3 20 16,7-1-16,10-4 15,-20-15-15,21 8 16,4-3-16,-25-5 0,25-5 15,-25 5 1,24-11-16,-24 11 0,17-15 16,-17 15-16,16-17 15,-16 17 1,6-12-16,-3 12 16,-4 12-16,-1 6 0,2-18 15,2 25-15,4 0 16,-6-25-16,17 25 15,4-10-15,3-5 16</inkml:trace>
  <inkml:trace contextRef="#ctx0" brushRef="#br0" timeOffset="67909.7061">6314 16599 0,'0'0'0,"4"8"0,3 7 0,-1 7 15,3 3 1,3 3-16,-3 0 16,-9-28-16,6 29 0,-6-29 15,6 23-15,-6-23 16,4 19-16,-4-19 15,0 12-15,3-9 16,-3-12-16,3-6 16,-1-4-16,-2-4 15,7 0-15,-1-2 16,3 3-16,5 2 16,-14 20-16,17-17 15,4 7-15,4 11 16,-5 8-16,3 7 15,-6 8-15,-1 1 16,-16-25-16,7 26 0,0 0 16,-7-26-1,3 26-15,-3-26 0,4 22 16,-4-22-16,1 16 16</inkml:trace>
  <inkml:trace contextRef="#ctx0" brushRef="#br0" timeOffset="68306.4798">6708 16664 0,'0'0'0,"0"0"0,9 4 0,2 0 0,-11-4 15,21 4-15,7 0 16,2-5-16,-30 1 16,29-5-16,-1-6 0,-4-4 15,-24 15 1,18-19-16,-5-4 16,-13 23-16,0-27 0,-6 0 15,-8 3-15,-3 8 16,-9 6-16,-1 11 15,-4 11-15,-3 13 16,0 12-16,6 8 16,8 5-16,14-3 15,14 0-15,13-7 16,11-2-16,15-5 16,15-6-16,14-5 15,11-5-15</inkml:trace>
  <inkml:trace contextRef="#ctx0" brushRef="#br0" timeOffset="87287.4595">4335 16847 0,'0'0'0,"0"0"0,0 0 0,-1-2 0,1 2 16,-6-2-16,6 2 16,-4-3-16,4 3 15,-4-4-15,4 4 16,0-3-16,0 3 15,-2-2-15,2 2 16,2-1-16,-2 1 16,2 3-16,-2-3 15,6 4-15,4-1 0,-10-3 16,17 3-16,1-3 16,-18 0-16,27 2 15,0-3-15,-27 1 16,31-1-16,0-1 15,-31 2-15,33-3 16,-2 1-16,7 2 16,-6-1-16,-2 0 15,-2-2-15,-28 3 16,28-1-16,1 0 16,5-1-16,2 1 15,-4-1-15,-32 2 16,33-2-16,0-1 15,3-1-15,-2 2 16,1 0-16,-3 2 0,-2-2 16,1 2-16,-1 0 15,-1-1-15,3 2 16,2 1-16,0-4 16,1 1-16,2 2 15,-4-1-15,1 2 16,0 1-1,1-1-15,0 1 0,-8 0 16,7 0-16,2-2 16,-2 1-16,0 1 15,1 3-15,-1-2 16,0-2-16,-1 1 16,2 0-16,2-3 15,-1 3-15,2-1 16,-1-1-16,0 1 15,-4 0-15,4 1 16,-3-2-16,4-2 16,0 3-16,-2-4 15,3 3-15,-5-1 0,2-1 16,-4 1-16,1 1 16,-1 1-16,3-2 15,-6 0-15,1 0 16,0 1-16,0-3 15,-30 2-15,33 0 16,-2 1-16,10 0 16,-5 0-16,0 1 15,0-2-15,-2 1 16,-1-1-16,3 0 16,-5 0-16,3 1 15,1 1-15,3-1 16,0 1-16,0-1 15,2-1-15,0 0 16,1 0-16,8-1 16,-3 1-16,0 1 0,2-1 15,-5-3 1,-1 2-16,-1-2 0,1 5 16,0-1-16,-2 0 15,3-2-15,1-1 16,-1 0-16,0 2 15,-1-2-15,-1 4 16,-3-2-16,4 1 16,1 1-16,0 1 15,-1 0-15,0-1 16,0 1-16,2 0 16,0-2-16,1 1 15,0 3-15,3 1 16,-3 1-16,2-2 15,0 1-15,-1-2 16,-2-1-16,4-2 16,-5 2-16,-2-1 15,0 3-15,2-1 0,-4-1 16,3 0-16,-3-2 16,2 0-16,-2-1 15,-2 1 1,-3-1-16,3 2 0,-37-2 15,33 3-15,0-2 16,-33-1-16,35 0 16,-5 1-16,-30-1 15,25-2-15,0 0 16,-25 2-16,23-3 16,-23 3-16,23-1 15,-23 1-15,22 0 16,2 0-16,-24 0 15,26-1-15,-3-2 16,-23 3-16,24-6 16,-2 3-16,1-1 0,-23 4 15,24-2 1,1 0-16,-25 2 0,25-2 16,0-1-16,3-2 15,0 1-15,-3 0 16,1-1-16,1 0 15,-3 0-15,6 1 16,0 1-16,-2 1 16,2 0-16,2-1 15,0-2-15,2 3 16,0-2-16,5-3 16,0 3-16,-1 0 15,2 0-15,1 2 16,-3 0-16,5 1 15,-3-3-15,3 3 16,0-1-16,-1 1 16,4-2-16,-2 0 15,1 2-15,-2-1 16,3 0-16,1 0 16,4-2-16,-1 2 15,0-1-15,0 0 16,-2 0-16,-2 2 0,3-1 15,-2-1-15,2 3 16,0 1-16,-3-2 16,-1 0-16,-3 0 15,0-2-15,4 1 16,-1 0-16,-1-2 16,-1 1-16,-1 1 15,-3 0-15,0 1 16,-1 0-16,-2 1 15,-5 0-15,3-3 16,-5-2-16,2 0 16,-2 2-16,0 0 15,0-5-15,-2 5 16,1-2-16,-28 5 16,29-2-16,2-3 15,3-2-15,-1 2 16,-1-1-16,1-1 15,-2 1-15,-31 6 0,28-3 16,5 0-16,5 1 16,-1 2-16,-2 1 15,3-2 1,1 0-16,0 1 0,4 2 16,-3 5-16,3-3 15,3 4-15,1-1 16,5 0-16,3 0 15,-2 1-15,-2-3 16,5 2-16,1 1 16,0-4-16,-1 4 15,1 1-15,0-2 16,-1 1-16,2 3 16,1-1-16,2-3 0,-2 0 15,0 2-15,-2-3 16,-3-2-16,3 0 15,2-1 1,-4 3-16,6-2 0,-1 1 16,-2-2-16,2 0 15,3-1-15,-1 4 16,2-3-16,-3 0 16,6 3-16,0-1 15,0-1-15,0 3 16,6 2-16,-2-4 15,1 7-15,-2-4 16,2 4-16,-2 0 16,-3-2-16,-3 4 15,-2-4-15,0 4 16,-6-5-16,0 4 16</inkml:trace>
  <inkml:trace contextRef="#ctx0" brushRef="#br0" timeOffset="89125.1253">12460 16289 0,'0'0'0,"0"0"0,0 0 0,-2-4 16,2 4-1,-7-9-15,-7-2 0,14 11 16,-20-10-16,-8 3 15,-8 12-15,-7 7 16,7 6-16,-3 5 16,4 2-16,4 0 15,31-25-15,-22 27 16,4 2-16,8 3 16,10-2-16,6-3 15,3 2-15,13-2 16,4-7-16,7 3 15,6-5-15,4-8 16,2-4-16,-2-4 0,-43-2 16</inkml:trace>
  <inkml:trace contextRef="#ctx0" brushRef="#br0" timeOffset="89507.0686">12655 16492 0,'0'0'0,"0"0"0,0 0 0,3-1 0,7-1 15,17 1-15,9 1 16,8 1 0,8 1-16,0 0 0,-1 2 15,-3 0-15,-3-1 16,-45-3-16,41 5 15,-41-5-15,35 7 16,-35-7-16,27 7 16,-16 2-16,-13-4 15</inkml:trace>
  <inkml:trace contextRef="#ctx0" brushRef="#br0" timeOffset="89885.1494">13641 16461 0,'0'0'0,"0"0"0,0 0 0,3-5 16,-1-6-16,-2 11 15,-2-14-15,-1 1 16,-11-3-16,-4 5 16,-5 10-16,-7 5 15,-3 5-15,-3 7 16,0 7-16,-4 1 16,5 4-16,9 0 15,6 4-15,9-2 16,9 0-16,7-1 15,4-3-15,12-2 16,8-2-16,6-3 0,9-5 16,7-5-16,-3-5 15,-3-7-15</inkml:trace>
  <inkml:trace contextRef="#ctx0" brushRef="#br0" timeOffset="90229.2044">13849 16547 0,'0'0'0,"0"0"0,0 0 0,2 1 0,6-2 16,9 1-16,12-1 0,8 3 15,17-2 1,2 1-16,11 1 0,-1 1 16,2 2-16,-3-1 15,-8 0-15,-7-1 16,-11 0-16,-39-3 15,33 1-15,-33-1 16,25 0-16</inkml:trace>
  <inkml:trace contextRef="#ctx0" brushRef="#br0" timeOffset="90757.7204">12044 16443 0,'0'0'0,"0"0"0,0 0 16,-5 1-16,-2-4 16,-2-5-16,-4-1 15,-6-2-15,-9-1 16,-12 2-16,-11 1 15,-11 1-15,-13 3 16,-10 2-16,-4 3 16,2 4-16,4 1 0</inkml:trace>
</inkml:ink>
</file>

<file path=ppt/ink/ink18.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2.98804" units="1/cm"/>
          <inkml:channelProperty channel="Y" name="resolution" value="650.78448" units="1/cm"/>
          <inkml:channelProperty channel="T" name="resolution" value="1" units="1/dev"/>
        </inkml:channelProperties>
      </inkml:inkSource>
      <inkml:timestamp xml:id="ts0" timeString="2024-03-20T09:15:26.013"/>
    </inkml:context>
    <inkml:brush xml:id="br0">
      <inkml:brushProperty name="width" value="0.05292" units="cm"/>
      <inkml:brushProperty name="height" value="0.05292" units="cm"/>
      <inkml:brushProperty name="color" value="#FF0000"/>
    </inkml:brush>
  </inkml:definitions>
  <inkml:trace contextRef="#ctx0" brushRef="#br0">16367 9386 0,'0'0'0,"0"0"0,0 0 0,-3 0 16,3 0-16,-2-1 16,2 1-16,-2-3 15,2 3-15,0-3 16,0 3-16,0-4 16,0 4-16,2-4 15,-2 4-15,2-3 16,-2 3-16,0-2 15,0 2-15,-1 0 16,1 0-16,-1 0 16,1 0-16,-1 0 15,1 0-15,-1-1 16,1 1-16,-1 0 16,1 0-16,0-1 0,0 1 15,-1-2-15,1 2 16,0-2-16,0 2 15,0-2-15,0 2 16,0-2-16,0 2 16,0 0-16,0 0 15,0-2-15,0 2 16,0 0-16,0 0 16,0 0-16,0 0 15,3 2-15,8 0 16,2-2-16,11 2 15,2-2-15,8-2 16,6 5-16,5-2 16,7 0-16,9-2 15,7 6-15,8-1 16,8-3-16,7 4 0,4 0 16,15-4-16,4-1 15,7 2 1,8-5-16,10 4 0,5-4 15,6-1-15,7-2 16,5-2-16,3 1 16,5 0-16,6 2 15,-3 3-15,2 2 16,5 3-16,-3 4 16,0 3-16,0 0 15,-5 5-15,-11-5 16,-14 5-16,-17-1 15,-19-4-15,-20-4 16,-17-3-16,-12-2 16,-62-1-16,49 1 15,-20 0-15,-24 5 16</inkml:trace>
  <inkml:trace contextRef="#ctx0" brushRef="#br0" timeOffset="5833.3834">17688 4609 0,'0'0'0,"0"0"0,0 0 15,3 0-15,-3 0 16,5 0-16,-5 0 16,5 0-16,-5 0 0,2 2 15,0 8-15,-1 14 16,-3 7 0,0 6-16,3 9 0,-3 3 15,2 7-15,-5 7 16,-2 6-16,2 1 15,2-1-15,-1-1 16,3-4-16,-6-8 16,4-6-16,-2-6 15,-1-7-15,4-3 16,0-2-16,-4-6 16,6-26-16,-4 25 15,-1-1-15,5-24 16,-4 23-16,4-23 15,-4 24-15,4-24 16,-1 19-16</inkml:trace>
  <inkml:trace contextRef="#ctx0" brushRef="#br0" timeOffset="6299.8635">17478 5548 0,'0'0'0,"0"0"0,0 0 15,1 0-15,-1 2 16,5 8-16,2 5 16,2 5-16,3 9 0,1 8 15,2 2-15,4 2 16,-19-41-16,19 39 16,-2-3-16,-17-36 15,20 29 1,-20-29-16,18 22 0,-18-22 15,16 11-15,0-8 16,-5-14-16,0-7 16,2-7-16,3-6 15,0-10-15,4-5 16,6-7-16,1-4 16,0 1-16,-1 5 15,-8 7-15,-18 44 16,17-34-16,-17 34 15</inkml:trace>
  <inkml:trace contextRef="#ctx0" brushRef="#br0" timeOffset="7700.5886">20548 4266 0,'0'0'0,"0"0"0,0 0 0,4-4 16,-4 4-16,2-6 15,-2 6-15,2-6 16,-2 6-16,2-5 16,-2 5-16,2 0 15,-2 0-15,3 4 16,1 10-16,1 15 16,2 2-16,-1 9 15,-7 4-15,9 6 16,-5 3-16,-4 9 15,-4 3-15,5 2 16,-5-2-16,3-1 16,2-8-16,0-3 15,2-7-15,1-4 0,-3-42 16,0 40 0,2-3-16,-4-1 0,2-36 15,-2 30 1,1-3-16,1-27 0,-3 25 15,3-25-15,-1 18 16,-1-7-16</inkml:trace>
  <inkml:trace contextRef="#ctx0" brushRef="#br0" timeOffset="8099.5382">20339 5139 0,'0'0'0,"0"0"0,5 7 0,2 10 15,10 8-15,-1 5 16,6 2-16,0 0 16,0-1-16,1-2 15,1-6-15,0-3 16,-24-20-16,23 11 16,-1-4-16,3-10 15,-7-7-15,4-5 16,0-7-16,1-6 15,1-8-15,5-6 16,-2-5-16,3-3 16,0-4-16,1 3 15,-1 1-15,-1 1 16</inkml:trace>
  <inkml:trace contextRef="#ctx0" brushRef="#br0" timeOffset="42567.0303">17391 3787 0,'0'0'0,"0"0"0,0-4 0,0 4 16,-7-10-16,7 10 15,-11-13-15,-2-1 16,-8 3-16,-5 10 16,2 9-16,-9 0 15,-3 10-15,0 1 16,-3 0-16,5-1 15,4 0-15,5-3 16,25-15-16,-20 16 0,20-16 16,-10 18-16,6 1 15,4-19-15,9 21 16,10-1-16,13 0 16,5 1-16,6-6 15,2 2-15,-5 0 16,-7 5-16,-5 2 15,-12 2-15,-7 3 16,-9-29-16,6 32 16,-9-3-16,-17 4 15,-5-8-15,-9-4 16,-5-4-16,-5-5 16,-1-3-16,4-3 15,41-6-15,-35 0 16,5-6-16</inkml:trace>
  <inkml:trace contextRef="#ctx0" brushRef="#br0" timeOffset="42866.1973">17611 3823 0,'0'0'0,"0"0"0,1 4 0,3 5 16,-1 8-16,-6 6 15,0 14-15,3 7 16,-4 9-16,-5 7 15,1 3-15,-3-4 16,3 0-16,2-7 16,1-5-16,1-8 15,-1-7-15,5-32 16,-6 27-16,6-27 0,-5 19 16</inkml:trace>
  <inkml:trace contextRef="#ctx0" brushRef="#br0" timeOffset="43199.4796">17619 3677 0,'0'0'0,"7"-3"0,4-5 0,3 2 16,11-2-16,5 9 15,-2 9-15,3 6 0,-1 4 16,-5 1 0,-25-21-16,18 24 15,-10 1-15,-13 0 0,-7 0 16,-10-2-16,-7-2 15,-6-4-15,-2-5 16,1-6-16,2-2 16</inkml:trace>
  <inkml:trace contextRef="#ctx0" brushRef="#br0" timeOffset="43732.8376">17858 3114 0,'0'0'0,"0"0"0,11-4 16,7 1-16,11-6 16,2 7-16,2 2 15,-2 8-15,-6 4 16,-7 10-16,-1 1 16,-2 9-16,-4 2 15,-10 4-15,-8 1 16,-8 1-16,-7-3 15,-2-3-15,-4-7 16,1-6-16,27-21 16,-29 18-16,0-6 15,29-12-15,-36 7 16,36-7-16,-25 3 16,4-6-16,21 3 15,-8-13-15,11-2 0,-3 15 16,15-15-1,7 3-15,8 11 16,3 9-16,-1 4 0,4 4 16,2 3-16,0 0 15,3 2-15</inkml:trace>
  <inkml:trace contextRef="#ctx0" brushRef="#br0" timeOffset="49200.117">20821 3444 0,'0'0'0,"0"0"0,0 0 0,2-3 0,-2 3 16,2-10-16,-2 10 15,0-13 1,-6 0-16,-6 2 0,-6 5 15,-5 3-15,-4 3 16,-4 5-16,-2 7 16,-7-1-16,5 3 15,1 1-15,34-15 16,-28 17-16,9 1 16,19-18-16,-9 20 15,7-3-15,14 6 16,4-3-16,3-4 15,6 0-15,3 4 16,-2 1-16,-1 0 16,2 2-16,-8 1 15,-4 1-15,-15-25 16,7 22-16,-7 6 0,-9 4 16,-9-3-1,-4-4-15,-5-4 0,27-21 16,-33 16-16,-1-5 15,-6-1-15,40-10 16,-37 3-16</inkml:trace>
  <inkml:trace contextRef="#ctx0" brushRef="#br0" timeOffset="49532.8585">20971 3423 0,'0'0'0,"0"0"0,0 5 15,-3 19-15,2 9 0,0 15 16,-1 11-1,0 9-15,-1 1 0,-1 0 16,2-1-16,-2-7 16,3-6-16,-2-6 15,1-6-15,-1-5 16,3-38-16,-2 32 16,2-32-16,-5 31 15,5-31-15,-10 24 16</inkml:trace>
  <inkml:trace contextRef="#ctx0" brushRef="#br0" timeOffset="49832.8547">20913 3365 0,'0'0'0,"7"-9"0,18-7 16,11-1-16,11-1 16,10 5-1,-3 8-15,-1 9 0,-6 6 16,-7 5-16,-40-15 16,30 19-16,-8 5 15,-13 6-15,-12 1 16,-10-3-16,-14 3 15,-8-2-15,-9-3 16,-7 1-16,0-4 16,1-4-16,50-19 15,-41 18-15</inkml:trace>
  <inkml:trace contextRef="#ctx0" brushRef="#br0" timeOffset="96300.0379">8650 4314 0,'0'0'0,"0"0"0,-4-7 0,-9 1 16,-10-5-16,-5 2 15,-5 5 1,-11 7-16,-2 7 0,-7 11 16,-10 11-16,-7 11 15,-1 13-15,0 8 16,4 6-16,12 6 15,16-1-15,13-2 16,14-2 0,15-7-16,14-9 0,15-6 15,10-13-15,7-6 16,6-10-16,5-10 16,1-7-16,2-10 15,7-9-15,-3-5 16,-1-12-16</inkml:trace>
  <inkml:trace contextRef="#ctx0" brushRef="#br0" timeOffset="96532.7114">8919 4366 0,'0'0'0,"0"0"0,2 5 0,-4 16 16,-6 15-16,-4 11 16,0 9-16,-5 8 15,5 2-15,-5-3 16,5 6-16,1-5 16,1-9-16,0-7 15,3-9-15,7-39 16,-3 32-16,5-9 15,9-17-15</inkml:trace>
  <inkml:trace contextRef="#ctx0" brushRef="#br0" timeOffset="96799.4939">9206 4355 0,'0'0'0,"0"0"0,1 5 0,-4 17 16,0 10-16,0 12 15,-4 10 1,2 6-16,-1 2 0,0-1 16,-3-1-16,-3-4 15,2-6-15,0-4 16,2-5-16,8-41 15,-3 38-15,3-38 16</inkml:trace>
  <inkml:trace contextRef="#ctx0" brushRef="#br0" timeOffset="96999.4647">8983 4878 0,'0'0'0,"0"0"0,7-4 15,17-4-15,16-1 16,13 2-16,5 0 0,2 1 16</inkml:trace>
  <inkml:trace contextRef="#ctx0" brushRef="#br0" timeOffset="97532.7999">9278 5143 0,'0'0'0,"0"0"0,3-7 0,8-4 16,-11 11-16,18-11 15,6 3-15,1 7 16,5 9-16,-8 8 16,-7 9-16,-1 9 15,-10 9-15,-10 7 0,-2 3 16,-6 4-1,-8 1-15,-7-1 16,-5-3-16,-3-8 0,1-9 16,-3-10-16,1-10 15,2-6-15,3-9 16,5-10-16,3-7 16,7-8-16,6-8 15,2-5-15,7-2 16,7 3-16,-4 35 15,10-27-15,5 8 16,-15 19-16,22-12 16,2 12-16,10 12 15,-3 6-15,1 7 16,-1-4-16,7-1 16,1-2-16,0-2 15,3-6-15,1-9 0</inkml:trace>
  <inkml:trace contextRef="#ctx0" brushRef="#br0" timeOffset="97899.4684">9650 4671 0,'0'0'0,"0"0"0,3-2 0,13-1 15,18-4 1,14 0-16,13-4 15,9 2-15,7 2 0,0-2 16,2 0-16,-2 5 16,-7-3-1,-6 0-15,-9 4 0,-10-1 16,-45 4-16,37-2 16,-37 2-16,29-2 15,-12 2-15</inkml:trace>
  <inkml:trace contextRef="#ctx0" brushRef="#br0" timeOffset="98199.4809">9874 4913 0,'0'0'0,"14"-1"0,14-1 0,13-5 16,23 2-16,6-1 16,5 1-16,1-2 15,1 2-15,-11 2 16,-3 0-16,-63 3 15,50-1-15,-50 1 16,37-1-16,-37 1 16,24 0-16,-17-1 15</inkml:trace>
  <inkml:trace contextRef="#ctx0" brushRef="#br0" timeOffset="99033.8593">11593 4314 0,'0'0'0,"0"0"16,5-5-16,-5 5 15,1-16-15,-3 0 16,2 16-16,-3-21 16,-5-1-16,-9 2 15,-6 5-15,-7 5 16,-8 6-16,-1 11 16,-3 7-16,-9 11 15,-1 10-15,-8 14 16,-12 7-16,0 9 15,8 7-15,12 1 16,15 0-16,21-2 16,14-3-16,17-9 0,10-5 15,16-9-15,11-7 16,8-10-16,8-10 16,3-10-16,7-15 15,-1-9-15</inkml:trace>
  <inkml:trace contextRef="#ctx0" brushRef="#br0" timeOffset="99432.7877">11363 3441 0,'0'0'0,"-1"6"0,1 10 0,2 19 15,-1 13-15,-3 12 16,4 12-16,-4 5 16,0-2-16,-6-4 15,2-9-15,-5-7 16,11-55-16,-2 48 15,1-8-15,1-40 16,5 35-16</inkml:trace>
  <inkml:trace contextRef="#ctx0" brushRef="#br0" timeOffset="99899.4629">11414 2763 0,'0'0'0,"0"-6"0,2-6 16,-1-3-16,-1 15 15,1-18-15,-3 0 16,2 18-16,-9-19 16,-5 4-16,-18 6 15,-6 7-15,-5 13 16,-4 8-16,-2 11 15,6 7-15,-1 10 16,9 7-16,3 5 16,14 4-16,4-2 15,15-4-15,12-9 16,12-9-16,8-8 16,7-12-16,6-9 15,6-12-15,3-9 16</inkml:trace>
  <inkml:trace contextRef="#ctx0" brushRef="#br0" timeOffset="100199.466">11646 2602 0,'0'0'0,"0"0"0,0 8 16,0 16-16,3 9 15,-6 12-15,4 10 16,-6 3-16,-3 4 16,4 0-16,-5-5 15,1-8-15,-2-9 16,10-40-16,-4 30 15,4-30-15,-3 25 16,0-9-16</inkml:trace>
  <inkml:trace contextRef="#ctx0" brushRef="#br0" timeOffset="100432.8009">11907 2639 0,'0'0'0,"1"6"0,-1 9 0,2 12 16,-2 9-1,2 9-15,-4-1 0,-2 1 16,-3-3-16,1-3 15,-2-2-15,-3-6 16,11-31-16,-13 26 16</inkml:trace>
  <inkml:trace contextRef="#ctx0" brushRef="#br0" timeOffset="100633.5481">11641 2872 0,'0'0'0,"18"-1"0,4-4 16,19 0-16,7-3 16,8 4-16</inkml:trace>
  <inkml:trace contextRef="#ctx0" brushRef="#br0" timeOffset="101199.4877">11958 2967 0,'0'0'0,"0"0"15,6-2-15,8-4 0,-14 6 16,26-9-16,0 7 16,-26 2-16,24 0 15,-1 7-15,-7 7 16,-10 4-16,-1 1 15,-7 0-15,2-19 16,-8 24-16,-4-4 16,12-20-16,-17 18 15,17-18-15,-17 17 16,17-17-16,-10 13 16,10-13-16,-8 6 0,10-7 15,10-2-15,8 0 16,3 0-16,-23 3 15,25 3 1,0 5-16,-3 9 0,-5 5 16,4 1-16,-5 1 15,-8-2-15,-8-22 16,4 24-16,-6-2 16,-9 5-16,-6-3 15,-6-5-15,-1-2 16,-6-5-16,-1-7 15,31-5-15,-27 7 16,27-7-16,-22 1 16</inkml:trace>
  <inkml:trace contextRef="#ctx0" brushRef="#br0" timeOffset="101801.4984">11855 4516 0,'0'0'0,"12"0"0,19 1 0,15-5 16,20 5-16,9-1 15,4-1-15,0-1 16,-6 0-16,-8-1 16,-5 2-16,-9 1 15,-51 0-15,44-2 16,-44 2-1,32 0-15,-32 0 0,22 2 16,-15-1-16</inkml:trace>
  <inkml:trace contextRef="#ctx0" brushRef="#br0" timeOffset="102266.1301">13355 4221 0,'0'0'0,"0"0"0,0-7 15,1-4-15,-5-4 16,-5-3-16,-3 4 16,-8 3-16,-9 7 15,-2 4-15,-14 6 16,-14 5-16,-2 9 16,-5 10-16,-8 8 15,8 8-15,5 6 16,15 7-16,14 2 15,18-1-15,9-4 16,13-4-16,13-6 0,6-7 16,3-8-16,9-8 15,1-6-15,5-10 16,2-8-16,7-7 16,0-6-16,2-6 15</inkml:trace>
  <inkml:trace contextRef="#ctx0" brushRef="#br0" timeOffset="102566.1345">13563 4120 0,'0'0'0,"6"7"0,-3 7 0,-2 13 0,1 13 16,-5 8-16,5 10 15,-6 3-15,-1 0 16,-3-1-16,-5-4 16,1-3-16,6-6 15,-2-6-15,2-4 16,6-37-16,-5 33 15,5-33-15</inkml:trace>
  <inkml:trace contextRef="#ctx0" brushRef="#br0" timeOffset="102832.7853">13906 4240 0,'0'0'0,"-3"7"0,3 10 0,-2 18 0,0 7 16,1 12-16,-6 1 15,-1 4-15,3-5 16,-6-4-16,3-4 15,-4-9-15,12-37 16,-10 33-16,10-33 16,-6 27-16,4-6 15</inkml:trace>
  <inkml:trace contextRef="#ctx0" brushRef="#br0" timeOffset="103066.1206">13518 4464 0,'0'0'0,"9"-1"0,11-1 0,11-2 0,13 0 16,11 0-16,4 2 15,8 0-15,-4-1 16,0-3-16</inkml:trace>
  <inkml:trace contextRef="#ctx0" brushRef="#br0" timeOffset="103399.4583">14165 4368 0,'0'0'0,"6"-2"0,4-1 16,16-4-16,8 1 16,5 2-16,2 1 15,4 1-15,-4 2 16,-41 0-16,34 1 16,-34-1-16,27 0 15,-15-1-15,-12 1 16,-4 4-16</inkml:trace>
  <inkml:trace contextRef="#ctx0" brushRef="#br0" timeOffset="103599.4616">14075 4553 0,'0'0'0,"0"0"0,0 0 16,3 2-16,6 2 0,15 3 15,7-5-15,16 2 16,9-2-16,2 1 16,7 0-16,0-1 15,-10-6-15</inkml:trace>
  <inkml:trace contextRef="#ctx0" brushRef="#br0" timeOffset="104066.1313">15237 4187 0,'0'0'0,"0"0"0,-2-6 16,2 6-16,-3-14 15,-9-3-15,12 17 16,-21-18-16,-8 6 15,-13 13-15,-8 9 16,-6 13-16,-5 8 16,-2 8-16,0 7 15,8 1-15,12 3 16,9 0-16,19 2 16,12-3-16,13-5 15,6-5-15,14-5 0,4-7 16,6-5-1,3-11-15,12-5 0,2-4 16,2-11-16</inkml:trace>
  <inkml:trace contextRef="#ctx0" brushRef="#br0" timeOffset="104401.0853">15608 4134 0,'0'0'0,"-1"8"0,-5 10 16,2 15-16,-7 13 15,3 8-15,0 5 16,-3-4-16,4-2 0,1-7 16,6-46-16,0 42 15,2-5-15,-2-37 16,1 29-16,-1-29 16,6 24-16,2-7 15</inkml:trace>
  <inkml:trace contextRef="#ctx0" brushRef="#br0" timeOffset="104700.1758">16005 4155 0,'0'0'0,"0"0"0,0 0 16,0 3-16,-1 10 0,0 15 16,0 8-16,-4 5 15,3 6-15,-1 1 16,-4-1-16,-2-2 16,4-6-16,-1-6 15,3-2-15,3-31 16,-3 26-16,2-3 15,1-23-15,-1 23 16,1-23-16</inkml:trace>
  <inkml:trace contextRef="#ctx0" brushRef="#br0" timeOffset="104899.3941">15613 4487 0,'0'0'0,"7"0"0,18-1 0,10 1 16,23 0-16,10 0 15,1 0-15,1-2 16</inkml:trace>
  <inkml:trace contextRef="#ctx0" brushRef="#br0" timeOffset="105399.4877">16055 4794 0,'0'0'0,"0"0"0,8-3 0,3-3 0,9 1 15,-20 5-15,22-1 16,-2 7-16,1 12 15,-8 6-15,-5 5 16,-5 3-16,-5 2 16,-6 1-16,-5 1 15,-6 1-15,-11-7 16,-1 1-16,-5-11 16,-3-1-16,3-6 15,1-3-15,35-10 16,-32 4-16,4-3 15,28-1-15,-29-2 16,29 2-16,-21-7 16,9-3-16,17-4 15,11 7-15,11 6 16,5 9-16,6 12 0,5 12 16,-4 4-16,2 8 15,-4 3-15,-6 5 16</inkml:trace>
  <inkml:trace contextRef="#ctx0" brushRef="#br0" timeOffset="106900.5209">10873 2822 0,'0'0'0,"0"0"0,0 0 15,0-1-15,0 1 16,5-5-16,-5 5 16,3-6-16,-3 6 15,5-4-15,-7-2 16,-12-2-16,-10 1 16,-4 2-16,-10-2 15,-5-2-15,-6-1 16,-4-5-16,-6-1 15,2-1-15,-5-1 16,-4 3-16,6-3 16,-4 1-16,1-1 15,3 1-15,1-1 16,7-1-16,3 2 16,6-1-16,-1 0 15,5 0-15,4 0 0,2 4 16,2 4-16,4-1 15,27 11-15,-28-8 16,28 8-16,-22-5 16,22 5-16,-16-5 15,16 5-15,-12-2 16,5 6-16,7-4 16</inkml:trace>
  <inkml:trace contextRef="#ctx0" brushRef="#br0" timeOffset="107633.8349">10391 2921 0,'0'0'0,"0"0"0,0 0 16,0 0-16,4-1 16,-4 1-16,6-1 15,6-2-15,10 6 16,2 0-16,5 3 16,1 3-16,1-1 15,-2 0-15,2 2 16,5-3-16,0 0 15,-36-7-15,35 4 16,-3 0-16,1-4 16,-33 0-16,31-3 15,-31 3-15,24-6 16,-24 6-16,21-11 0,-7-1 16,-4-7-1,-1-2-15,-5-1 0,-1 1 16,-2-7-16,-3 2 15,-3-5-15,3 1 16,-3-2-16,1 2 16,5 2-16,-1 28 15,2-29-15,-2 29 16,2-27-16,-2 27 16</inkml:trace>
  <inkml:trace contextRef="#ctx0" brushRef="#br0" timeOffset="108933.6993">13047 4981 0,'0'0'0,"0"0"0,0 0 16,2 0 0,1 1-16,-3 7 15,-3 8-15,3 8 16,-1 10-16,-5 10 0,2 9 15,-2 14-15,-2 8 16,-1 10-16,-1 6 16,-4 3-16,-6 4 15,5 0-15,3 0 16,0-5-16,8-9 16,1-8-16,1-10 15,5-11-15,-4-10 16,1-45-16,-3 36 15,3-36-15,2 28 16,2-12-16,2-17 16</inkml:trace>
  <inkml:trace contextRef="#ctx0" brushRef="#br0" timeOffset="109299.5078">13005 5042 0,'0'0'0,"0"0"0,-3 4 16,-11 14-16,-11 13 16,-9 13-16,-7 13 0,-4 6 15,-10 3-15,3-2 16,0-8-16,-1-7 16,53-49-16,-44 41 15,44-41-15,-36 27 16,16-11-16</inkml:trace>
  <inkml:trace contextRef="#ctx0" brushRef="#br0" timeOffset="109532.7913">13111 5048 0,'0'0'0,"8"7"0,4 3 15,15 10-15,11 6 16,18 8-16,3 2 16,5 0-16,3 3 15,-5-4-15,-3 5 0</inkml:trace>
  <inkml:trace contextRef="#ctx0" brushRef="#br0" timeOffset="133467.1682">8303 2424 0,'0'0'0,"0"0"0,3-5 0,-3 5 16,3-10-16,-3 10 15,-3-15-15,0-2 16,3 17-16,-11-18 16,0 2-16,-6 3 15,-3 3-15,-6 9 16,-2 1-16,-4 7 15,-3 6-15,-2 0 16,-2 0-16,1 1 16,38-14-16,-31 15 15,6 3-15,25-18 16,-18 20-16,9 1 0,9-21 16,-3 20-16,13-2 15,10-1-15,4-3 16,7 1-16,4 0 15,3 3 1,0 3-16,1 8 0,-3 2 16,-7 5-16,-8 1 15,-2 3-15,-8 1 16,-9 1-16,-7-4 16,-6-3-16,-10-9 15,-6-3-15,-6-3 16,-3-3-16,-4 1 15,-1-5-15,-1-4 16,2-5-16,6-5 16,8-8-16,8-6 15,11-8-15</inkml:trace>
  <inkml:trace contextRef="#ctx0" brushRef="#br0" timeOffset="133832.7751">8516 2434 0,'0'0'0,"7"8"0,-4 5 16,-2 13-16,-1 13 16,3 10-16,-7 8 15,2 5-15,1 5 16,-2 1-16,-6-2 16,1-4-16,5-7 0,-3-4 15,0-6 1,5-2-16,0-6 0,1-37 15,1 34-15,-1-34 16,-1 29-16,-2-9 16,2-18-16</inkml:trace>
  <inkml:trace contextRef="#ctx0" brushRef="#br0" timeOffset="134138.4132">8416 2417 0,'0'0'0,"5"-4"0,4-5 0,7 0 15,12-2-15,4 5 16,0 2-16,1 8 15,-3 3-15,-2 7 16,-28-14-16,22 15 0,-8 3 16,-6 6-16,-9-3 15,-6 0-15,-10 3 16,-7-1-16,-3-2 16,-2 1-16,-3-4 15,2-5-15,1-8 16</inkml:trace>
  <inkml:trace contextRef="#ctx0" brushRef="#br0" timeOffset="134832.8013">8744 2034 0,'0'0'0,"-2"-5"0,2 5 0,-2-12 15,5-2-15,2-4 16,7 3-16,4 0 15,4 4-15,5 2 16,5 4-16,5 2 16,-3 11-16,-4 6 15,-1 1-15,-1 3 16,-9 7-16,-5 1 16,-5 5-16,0 3 15,-8 0-15,-5-2 16,-8 0-16,-4-7 15,-9-5-15,1-4 16,26-16-16,-28 13 0,28-13 16,-27 7-16,27-7 15,-19 7-15,19-7 16,-11 0-16,9-7 16,13-6-1,6 0-15,3 1 0,2 5 16,-22 7-16,24-1 15,-6 7-15,2 8 16,-4 4-16,-3 2 16,-8 4-16,-2 0 15,-6-1-15,-4 2 16,-5-5-16,-3 4 16,-9-4-16,-8-1 15,-5 0-15,-2-3 16,-3-6-16,3-1 15,-1-5-15,6-6 16,34 2-16,-28-4 0,6-7 16</inkml:trace>
  <inkml:trace contextRef="#ctx0" brushRef="#br0" timeOffset="142735.8172">12931 6991 0,'0'0'0,"-5"-3"0,-6-1 16,-4-7-16,-11 3 15,-3 2-15,-7 5 16,-11 13-16,-5 4 16,-1 8-16,0 5 15,6-1-15,8 0 16,14 1-16,7-3 0,18-26 15,-3 27-15,9-2 16,19 4-16,7-3 16,9 4-16,0-3 15,7 2-15,4 3 16,-2-2-16,1 1 16,1 3-16,-16 0 15,-10-3-15,-5 1 16,-14 0-16,-14-3 15,-12 1-15,-13 2 16,-13-6-16,-5-5 16,-8 0-16,-1-7 15,1-4-15,9-3 16,49-7-16,-46-1 16,10-8-16</inkml:trace>
  <inkml:trace contextRef="#ctx0" brushRef="#br0" timeOffset="143099.4353">13308 7095 0,'0'0'0,"0"0"0,2 8 0,-1 18 16,0 14-16,-2 15 15,2 14-15,2 12 16,-6 0-16,-1 2 16,1 1-16,-5-6 15,-1-4-15,-4-5 16,2-8-16,-2-3 15,1-12-15,12-46 16,-11 41-16,11-41 16,-11 31-16,0-12 15,3-21-15</inkml:trace>
  <inkml:trace contextRef="#ctx0" brushRef="#br0" timeOffset="143399.4336">13383 6979 0,'0'0'0,"11"1"0,13 3 16,5 5-16,13 11 15,0 4-15,-4 6 16,-12 3-16,-12 1 16,-12 2-16,-11 1 15,-10-2-15,-11-5 0,-5-5 16,-10-7 0,-1-2-16,-6-5 0,4-7 15,0-9-15</inkml:trace>
  <inkml:trace contextRef="#ctx0" brushRef="#br0" timeOffset="143899.3616">13802 6253 0,'0'0'0,"0"0"0,4 0 0,9 0 16,8 1-16,7 6 15,3 4-15,13 7 0,-10 8 16,3 7-16,-7 8 15,-3 9-15,-18 6 16,-8 6-16,-12 1 16,-11-3-16,-10-5 15,-2-7-15,-2-10 16,-2-10-16,-1-6 16,-2-8-16,41-14 15,-39 10-15,5-7 16,34-3-16,-28-3 15,9-10-15,12-9 16,13 0-16,10-2 16,13 6-16,5 9 15,6 7-15,5 10 16,10 5-16,5 8 16,4 0-16,-2 7 15,1-2-15</inkml:trace>
  <inkml:trace contextRef="#ctx0" brushRef="#br0" timeOffset="184699.2982">19583 6456 0,'0'0'0,"0"0"0,0 0 15,3 0-15,-3 0 16,1 1-16,-1-1 15,0 2-15,0-2 16,-2-1-16,2 1 16,-4-5-16,4 5 15</inkml:trace>
</inkml:ink>
</file>

<file path=ppt/ink/ink19.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2.98804" units="1/cm"/>
          <inkml:channelProperty channel="Y" name="resolution" value="650.78448" units="1/cm"/>
          <inkml:channelProperty channel="T" name="resolution" value="1" units="1/dev"/>
        </inkml:channelProperties>
      </inkml:inkSource>
      <inkml:timestamp xml:id="ts0" timeString="2024-03-20T08:40:22.880"/>
    </inkml:context>
    <inkml:brush xml:id="br0">
      <inkml:brushProperty name="width" value="0.05292" units="cm"/>
      <inkml:brushProperty name="height" value="0.05292" units="cm"/>
      <inkml:brushProperty name="color" value="#FF0000"/>
    </inkml:brush>
  </inkml:definitions>
  <inkml:trace contextRef="#ctx0" brushRef="#br0">7430 14115 0,'0'0'0,"0"0"0,-3 4 0,-5 1 15,-6 1-15,-6 1 16,-2 1-16,-8 1 15,-4-1-15,0 3 0,-4-1 16,-5 0 0,-4 5-16,0 0 15,-4 1-15,-4 3 0,-4 3 16,7-1-16,2-3 16,6 1-16,2 0 15,5-4 1,0 1-16,7-1 0,2-3 15,2-2-15,26-10 16,-23 9-16,0 1 16,23-10-16,-26 11 15,26-11-15,-22 10 16,-3-2-16,25-8 16,-21 7-16,21-7 15,-17 4-15,17-4 16,-12 0-16,12 0 15,-5-1-15,5 1 16,-4-3-16,4 3 16,-1-2-16,1 2 15,-1-3-15,1 3 0,0-2 16,0 2-16,1-2 16,-1 2-16,1-1 15,-1 1-15,0 0 16,0 0-16,0 2 15,0-2-15,-1 0 16,-2 3-16,3-3 16,-3 8-1,3-8-15,-6 9 0,3 6 16,0 7-16,1 1 16,-1 6-16,-1 0 15,4 5-15,2 1 16,1 9-16,0 2 15,0 4-15,4 7 16,-4 2-16,0 6 16,2 5-16,0 0 15,-1 1-15,1-1 0,-1-4 16,0-3-16,-1 0 16,-2-2-16,-1 0 15,-1-5-15,-1-9 16,1-6-16,1-41 15,-2 36-15,-2-8 16,4-28-16,-4 24 16,4-24-16,-1 21 15,1-21-15,0 13 16,0-13-16,-2 8 16,2-8-16,0 4 15,0-4-15,2 1 16,-2-1-16,-2 0 15,2 0-15,2 0 16,-2 0-16,0 0 16,0 0-16,0 0 15,0 0-15,3 1 16,-3-1-16,2 1 16,5 5-16,7 1 0,3 3 15,3 3-15,4 0 16,6 2-16,3 3 15,3 0-15,6 4 16,3 2-16,3 2 16,6 1-16,0 4 15,3 0-15,2 0 16,3 2-16,2 2 16,-5-1-16,6 2 15,-7-1-15,1 0 16,-7-5-16,-2 0 15,-7-2-15,-4-4 16,-9-4-16,-30-20 16,29 17-16,-29-17 15,24 14-15,-24-14 16,17 9-16,-9-12 0</inkml:trace>
  <inkml:trace contextRef="#ctx0" brushRef="#br0" timeOffset="1633.9798">7513 14040 0,'0'0'0,"0"0"0,0 0 0,0-3 16,0 3-16,0-5 16,2 4-16,-2 1 15,7 2-15,7 2 16,5 6-16,4 3 15,1 3-15,3 8 16,8 2-16,1-2 16,4 2-16,6 3 15,3-1-15,5 1 16,0-2-16,3 0 16,3 0-16,1-1 15,-1-4-15,0 2 16,-4-3-16,-2-2 15,-1-2-15,-9 1 16,-5-3-16,-39-15 16,34 13-16,-4-3 15,-30-10-15,25 11 0,-25-11 16,21 5-16,-21-5 16,16 3-16,-16-3 15,10 1-15,-10-1 16,5 2-16,-5-2 15,2 0-15,-2 0 16,0 0-16,0 0 16,-1 0-16,1 0 15,-2 0-15,2 0 16,-1 1-16,1-1 16,0 1-16,0-1 15,2 7-15,1 5 16,-3-12-16,3 18 15,0 4-15,-3-22 16,6 32-16,-2 1 16,-1 9-16,2 2 15,-1 5-15,0-4 0,-2 1 16,-2 1-16,3 3 16,0 1-1,2 3-15,-3 3 0,3 0 16,-4 0-16,3-1 15,-4-5-15,4-3 16,-4-2-16,3-4 16,-5-3-16,2-1 15,2-4-15,-2-4 16,-1-2 0,1-28-16,1 24 0,-1-24 15,1 23-15,-1-23 16,2 21-16,-2-21 15,3 19-15,-3-19 16,2 14-16,-2-14 16,2 10-16,-2-10 15,1 6-15,-1-6 16,0 2-16,0-2 0,1 2 16,-1-2-16,1 1 15,-1-1-15,0 0 16,0 0-16,0 0 15,0 0-15,0 0 16,0 0-16,0 2 16,0-2-16,0-1 15,0 1-15,0 0 16,0 0-16,0-1 16,0 1-16,-2 2 15,-1 1-15,-7 7 16,-1 3-16,-6 1 15,-4 3-15,-3 3 16,-5 3-16,-6-1 16,-3 5-16,-6 1 15,-1 2-15,-3 0 16,-5 2-16,-3-2 16,2 3-16,0-5 15,-1 1-15,4 0 16,0-3-16,4-2 0,-1-1 15,1 0-15,5-1 16,4-2-16,1-1 16,5-4-16,4-3 15,28-12-15,-27 10 16,27-10-16,-23 7 16,0-4-16,3-12 15</inkml:trace>
  <inkml:trace contextRef="#ctx0" brushRef="#br0" timeOffset="2333.8877">7373 14473 0,'0'0'0,"0"0"0,-3 2 0,-11 6 15,-8 2-15,-8 4 16,-6 1-16,-1 2 16,-6-1-16,0 0 0,0 0 15,-4-2-15,0-1 16,0 4-16,2-1 16,4-1-16,41-15 15,-34 12-15,8-1 16,4 4-16,22-15 15,-20 13-15</inkml:trace>
  <inkml:trace contextRef="#ctx0" brushRef="#br0" timeOffset="2901.0499">6689 15702 0,'0'0'0,"0"0"0,6 5 16,10 7-16,8 2 16,5 2-16,7 1 15,2-2-15,4 2 16,2 0-16,3 2 15,-2 0-15,0 0 16,-5-3-16,-5-2 16,-35-14-16,29 14 15,-29-14-15,23 16 16,-23-16-16,22 13 16,-8 0-16,-14-13 15</inkml:trace>
  <inkml:trace contextRef="#ctx0" brushRef="#br0" timeOffset="3502.4895">8406 14770 0,'0'0'0,"0"0"0,5 7 0,10 7 16,-4 6 0,-3 7-16,3 8 15,-7 7-15,-2 4 0,-1 1 16,-1 1-16,-1-2 15,1 3-15,-6-4 16,1-1-16,2 0 16,0-3-16,3-3 15,2 6-15,2-7 16</inkml:trace>
  <inkml:trace contextRef="#ctx0" brushRef="#br0" timeOffset="11501.0764">3005 16399 0,'0'0'0,"0"0"0,0 0 0,-4 0 15,4 0 1,-3 0-16,1 3 0,-1 8 16,2 8-16,0 6 15,-2 13-15,0 9 16,0 9-16,-3 8 16,-1 5-16,0 2 15,1 2-15,-2-1 16,3-4-16,-4-8 15,5-9-15,-2-9 16,6-42-16,-4 33 16,4-33-16,-3 25 15,0-10-15,0-22 16</inkml:trace>
  <inkml:trace contextRef="#ctx0" brushRef="#br0" timeOffset="12133.2249">3031 16253 0,'0'0'0,"9"-2"0,10-2 15,8 5-15,11 3 0,6 8 16,0 6-16,-2 9 16,-3 6-16,-7 7 15,1 6-15,-13 5 16,-13 3-16,-5-1 16,-8-1-16,-11-3 15,-9 0-15,-5-9 16,-5-4-16,-2-4 15,1-9-15,2-6 0,35-17 16,-30 13-16,30-13 16,-29 5-16,6-9 15,6-5-15,11-5 16,6-3-16,11-2 16,7 4-16,8 6 15,7 3-15,5 8 16,-5 3-16,4 10 15,-4 9-15,-2 7 16,-9 7-16,1 3 16,-10 2-16,-6 0 15,-10 1-15,-7-3 16,-9-2-16,-7-2 16,-6-2-16,-2-10 15,-3-3-15,-4-6 16,0-6-16,-5-3 15,-2-10-15,2-2 16,4-8-16,3-5 16,1-8-16,9-9 15,7-5-15,10-1 0,12 41 16</inkml:trace>
  <inkml:trace contextRef="#ctx0" brushRef="#br0" timeOffset="12568.9023">3471 17118 0,'0'0'0,"0"0"0,0 0 0,4 4 15,8 1-15,-12-5 16,18 6-16,7-3 16,4-5-16,1-6 15,-30 8-15,24-13 16,-1-2-16,-5-3 0,-18 18 16,16-19-16,-4 1 15,-12 18-15,3-20 16,-3-1-1,-9 4-15,-5 4 0,-4 6 16,-2 11-16,-9 9 16,-1 7-16,-1 12 15,-1 7-15,6 1 16,5 4-16,11-4 16,8-2-16,9-3 15,14-6-15,1-3 16,9-4-16,10-10 15,5-11-15,3-8 16,-2-10-16,-4-4 16</inkml:trace>
  <inkml:trace contextRef="#ctx0" brushRef="#br0" timeOffset="13033.321">3836 17036 0,'0'0'0,"0"0"0,0 0 16,0 0-16,-1 8 16,4 10-16,0 8 15,3 5-15,4 5 16,0 3-16,0-4 16,-1-1-16,-2-1 15,-7-33-15,4 29 16,-4-29-16,2 28 15,-2-28-15,0 23 16,0-23-16,0 15 16,0-10-16,-4-10 15,1-10-15,1-7 16,4-2-16,-1-5 16,8-2-16,2 2 15,8 4-15,-19 25 16,18-20-16,3 5 15,7 5-15,-3 10 0,-2 4 16,-5 7-16,-1 3 16,-5 5-16,0 2 15,-5 2-15,-4 2 16,-3 3-16,-3 0 16,-3-2-16,6-26 15,-4 25-15,4-25 16,0 18-16</inkml:trace>
  <inkml:trace contextRef="#ctx0" brushRef="#br0" timeOffset="13532.8291">4287 17112 0,'0'0'0,"0"0"0,0 0 0,1-1 15,9-4-15,-10 5 0,19-2 16,5-1-16,-24 3 16,31 0-16,1 2 15,-32-2-15,28 5 16,-9-1-16,-19-4 15,15 11-15,-11 4 16,-8 10-16,-13 7 16,-2 1-16,-7 1 15,3-2-15,-6-3 16,1-3-16,5-3 16,23-23-16,-20 20 15,20-20-15,-22 16 16,22-16-16,-9 12 15,11-2-15,7 0 16,11-3-16,7-2 16,5-4-16,3 0 15,1-1-15,-1 1 0,-35-1 16,30 1-16,-30-1 16,29 0-16,-29 0 15</inkml:trace>
  <inkml:trace contextRef="#ctx0" brushRef="#br0" timeOffset="13937.709">4593 17351 0,'0'0'0,"0"0"0,2 0 0,-2 0 16,7 3-16,9-2 16,5 0-16,3-3 15,-24 2-15,23-5 16,0 0-16,-23 5 16,21-10-16,-21 10 15,14-12-15,-4-5 0,-10 17 16,5-21-1,-5-2-15,-8 3 16,-2 3-16,-9 7 0,1 8 16,-9 9-16,0 7 15,-2 5-15,0 10 16,3 0-16,7 3 16,19-32-16,-10 31 15,8 0-15,14-2 16,4-4-16,11-6 15,8-8-15,1-9 16,-2-2-16</inkml:trace>
  <inkml:trace contextRef="#ctx0" brushRef="#br0" timeOffset="14433.2319">4887 17234 0,'0'0'0,"0"0"0,1 2 0,-1-2 15,4 6-15,1 9 16,-1 7-16,4 7 0,-4 1 16,1-2-16,-5-28 15,5 27-15,-5-27 16,0 26-16,0-26 15,0 22-15,0-22 16,-5 18-16,5-18 16,-4 13-16,0-10 15,3-11-15,2-11 16,6-1-16,-1-6 16,4-3-16,3 3 15,2 5-15,-15 21 16,14-20-16,2 8 15,5 6-15,-3 10 16,-1 3-16,-2 10 16,-2 7-16,-5 3 15,-3 1-15,-5-28 0,4 31 16,-1-3-16,0-3 16,-3-25-16,-3 25 15,3-25 1,-1 18-16,1-7 0</inkml:trace>
  <inkml:trace contextRef="#ctx0" brushRef="#br0" timeOffset="14866.6227">5342 17438 0,'0'0'0,"0"0"0,7 3 0,2 3 15,6 1-15,-15-7 16,22 4-16,3-2 16,-25-2-16,28-2 15,-2-6-15,-26 8 0,24-13 16,-5-4-1,-19 17-15,15-20 16,-5-1-16,-6-2 0,-4 23 16,0-22-16,-7 7 15,-7 2-15,-2 7 16,-6 5-16,-5 10 16,-4 9-16,-3 9 15,3 6-15,5 3 16,6 1-16,7 1 15,13-4-15,13-3 16,9-2-16,4-2 16,17-6-16,8-4 15,14-2-15,8-10 16,17-12-16</inkml:trace>
  <inkml:trace contextRef="#ctx0" brushRef="#br0" timeOffset="36833.9089">7474 17408 0,'0'0'0,"0"0"0,0 0 0,4 0 16,-4 0-16,7-2 0,-7 2 16,11-5-16,-11 5 15,12-9-15,-4-6 16,-5-6-16,-3-1 15,-1-1-15,-7-1 16,1-2-16,-4 1 16,-3 2-16,2 0 15,-6 1-15,-3 5 16,-2 2-16,-1 5 16,-9 6-16,-4 5 15,-4 9-15,-4 7 16,-9 9-16,0 13 15,-7 13-15,-1 7 16,7 3-16,10 1 16,6-6-16,15 0 15,13-5-15,10 2 0,9-5 16,10 0-16,8-5 16,6-3-16,5-6 15,8-2-15,-1-6 16,3-7-16,-3-6 15,1-5-15,-2-7 16,-5-9-16,-3-2 16,-35 9-16</inkml:trace>
  <inkml:trace contextRef="#ctx0" brushRef="#br0" timeOffset="37433.24">7719 17977 0,'0'0'0,"0"0"0,0 0 0,1-3 16,-2-6-16,1 9 16,-7-11-16,-1-3 15,-9 4-15,-2 2 16,-2 5-16,-1 1 15,-4 2-15,-2 9 16,-1 3-16,-1 8 16,-3 8-16,1 10 15,4 3-15,7 5 0,2 3 16,10-2 0,8-3-16,4 0 15,9-6-15,4-6 0,3-3 16,6-5-16,1-6 15,-1-6-15,1-7 16,-26-5-16,25 0 16,-1-2-16,-1-9 15,-23 11-15,19-14 16,-5-4-16,-11-11 16,-8-1-16,-9-2 15,-7 0-15,-6 2 16,-8 3-16,-5 4 15,-6 5-15,-6 7 16</inkml:trace>
  <inkml:trace contextRef="#ctx0" brushRef="#br0" timeOffset="80533.6505">8137 17167 0,'0'0'0,"0"0"0,3 6 0,0 8 0,-3 14 16,2 6-16,1 8 15,-1 2-15,0 4 16,-2-1-16,-1 6 16,-6-3-16,4 1 15,2-1-15,-2-5 16,3-2-16,0-5 15,1-6-15,-2-2 0,4-1 16,-2-3 0,1-2-16,-2-24 0,4 23 15,-4-23-15,1 21 16,3-10-16,1-17 16,1-9-16</inkml:trace>
  <inkml:trace contextRef="#ctx0" brushRef="#br0" timeOffset="80899.7264">8685 17163 0,'0'0'0,"0"0"0,0 7 0,0 11 15,-5 10-15,1 7 0,0 10 16,0 8 0,-1 4-16,-1 5 0,3 5 15,2-4-15,-1-2 16,4-1-1,1-5-15,0-6 0,1-2 16,-1-5-16,3-6 16,-3-5-16,-3-31 15,2 27-15,-2-27 16,1 23-16,-1-10 16,-3-17-16,-1-10 15</inkml:trace>
  <inkml:trace contextRef="#ctx0" brushRef="#br0" timeOffset="81133.0696">8168 17625 0,'0'0'0,"6"2"0,11-2 0,10 2 16,13 2-16,16 1 16,5 0-16,11 2 15,8 1-15,-1-1 16,0-1-16</inkml:trace>
  <inkml:trace contextRef="#ctx0" brushRef="#br0" timeOffset="81666.4239">9241 18102 0,'0'0'0,"0"0"0,-1-3 0,1 3 15,-2-7-15,-1-3 16,-5-2-16,-9-1 15,1 2-15,-12 6 16,-3 4-16,-4 6 16,-5 8-16,-1 9 15,0 6-15,3 8 16,6 3-16,6 2 16,8 0-16,7-1 15,11-4-15,10-1 0,3-5 16,7-6-16,3-4 15,4-6-15,2-5 16,1-4-16,-30-5 16,29-2-16,0-4 15,-7-4-15,-3-8 16,-7-2-16,-3-1 16,-9-7-16,-9-4 15,-10 0-15,-10 5 16,-14 3-16,-13 8 15</inkml:trace>
  <inkml:trace contextRef="#ctx0" brushRef="#br0" timeOffset="93966.37">3725 5581 0,'0'0'0,"8"-3"0,9-2 0,9-1 16,11 3-1,7 1-15,2-1 0,3 3 16,8 0-16,-2 0 16,4 2-16,8-1 15,2 3-15,7-4 16,3 1-16,5 2 16,1 1-16,3 0 15,8 4-15,3-5 16,3 0-16,3 1 15,1-2-15,2-1 16,0 0-16,10-4 16,3-1-16,1 1 15,2 0-15,7-2 0,-1 1 16,3 1 0,1-4-16,6 2 15,-4-1-15,7 0 0,-1 0 16,0 0-16,4 1 15,2 0-15,-1-3 16,1 0-16,4 1 16,0 1-1,-2 1-15,5-1 0,-3 0 16,4 0-16,3-1 16,1 1-16,0 5 15,2 1-15,-2 0 16,-4 0-16,3-3 15,-3-2-15,1 6 16,2 0-16,1 0 16,-1 1-16,-4-1 15,2-2-15,-2-1 0,1 3 16,-2-1-16,4-1 16,-5 1-16,1-2 15,0 2-15,3 0 16,-6 1-16,-2-2 15,-3 0-15,0 1 16,-6 0-16,-2 1 16,-8 2-16,-6 1 15,-9 0-15,-7 1 16,-9 0-16,-7 1 16,-17-1-16,-9-2 15,-15-2-15,-51-1 16,43 1-16,-43-1 15,31 0-15,-31 0 16,22 1-16,-14-1 16,-11 8-16</inkml:trace>
  <inkml:trace contextRef="#ctx0" brushRef="#br0" timeOffset="132166.4015">14153 14408 0,'0'0'0,"0"0"0,0 0 0,0 1 15,-4 3-15,-5 2 16,-6 3-16,-5 2 16,-11 1-16,-4 4 15,-4 1-15,-3 1 16,-5-1-16,-2 1 15,-8 0-15,-2 1 16,-4 4-16,1-4 16,-4 2-16,1-4 15,-1 1-15,0 0 16,3-4-16,2 0 16,6-2-16,-3-1 15,9-2-15,6-4 16,4-2-16,39-3 15,-33 1-15,5 0 16,28-1-16,-26 1 16,26-1-16,-19-2 0,19 2 15,-14-5 1,14 5-16,-9-5 0,9 5 16,-4-6-16,4 6 15,3-7-15,-3 7 16,3-4-16,-3 4 15,8-1-15,-1 9 16,-4 7-16,-3 8 16,4 4-16,-1 4 15,0 8-15,-3 3 16,2 8-16,-4 5 16,2 3-16,0 1 15,-1 3-15,-1 5 16,-3-5-16,3-3 15,0-3-15,-1-4 16,2-3-16,-1-3 0,0-2 16,-1-8-1,3-36-15,-7 36 0,-1-5 16,8-31-16,-8 32 16,8-32-16,-8 27 15,8-27-15,-7 23 16,7-23-16,-9 16 15,9-16-15,-5 11 16,5-11-16,-3 5 16,3-5-16,1 5 15,-1-5-15,1 1 16,-1-1-16,2 0 16,-2 0-16,2 0 15,-2 0-15,1 0 16,1 4-16,-2-4 15,8 7-15,1 1 16,8 2-16,2 3 0,3 2 16,4 2-16,7 3 15,-1 0-15,5 1 16,6 3-16,5 2 16,0 3-16,6 4 15,4 0-15,4 5 16,3-1-16,-1 1 15,3 2-15,-1 0 16,-2-1-16,1-3 16,1 1-16,-4-4 15,-4-2-15,3 0 16,-13-4-16,-3-5 16,-8-3-16,-37-19 15,31 16-15,-31-16 16,24 8-16,-11-5 15</inkml:trace>
  <inkml:trace contextRef="#ctx0" brushRef="#br0" timeOffset="133498.9847">14209 14393 0,'0'0'0,"0"0"0,1 4 16,0 7-16,10 2 16,-1 3-16,11-1 15,6 3-15,2 1 16,8 4-16,7 2 15,7 0-15,1 2 0,9 0 16,-1 1-16,3 0 16,1-1-16,-1-1 15,-3 0-15,0 0 16,0-1-16,-8-5 16,1-1-16,-9 0 15,1-3-15,-6-4 16,-39-12-16,33 14 15,-5-4-15,-28-10 16,27 6-16,-27-6 16,18 4-16,-18-4 15,13 3-15,-13-3 16,11 0-16,-11 0 16,4 1-16,-4-1 15,-1-1-15,1 1 16,-3 0-16,3 0 15,-4-2-15,4 2 16,-3 0-16,1 0 0,2 0 16,-4 6-16,0 2 15,1 14-15,0 2 16,3 7-16,0 5 16,4 5-16,-5 4 15,0 5-15,0 1 16,2 6-16,0 2 15,-1 3-15,2 0 16,-5 7-16,3-6 16,-2 0-16,4-4 15,-1-2-15,-1-3 16,3-1-16,-2-3 16,1-2-16,-4-4 15,4 0-15,-2-9 16,-1-3-16,1-32 15,-1 30-15,2-4 16,-1-26-16,3 26 0,-3-26 16,3 20-16,-3-20 15,4 16-15,-4-16 16,2 11-16,-2-11 16,1 7-16,-1-7 15,0 3-15,0-3 16,0 1-1,0-1-15,0 0 0,0 0 16,0 0-16,0 0 16,-1 1-16,-9 0 15,-6 4-15,-4 1 16,-3 4-16,-8-1 16,-5 5-16,-8 1 15,-5 5-15,-7 1 16,-8 2-16,-4 2 15,-8 0-15,-5 0 16,2-4-16,-1 3 16,6-3-16,3-2 0,5-1 15,4-3-15,7-6 16,6-3 0,10-9-16</inkml:trace>
  <inkml:trace contextRef="#ctx0" brushRef="#br0" timeOffset="134066.1569">14060 14817 0,'0'0'0,"0"0"0,-4 2 0,-12 4 16,-13 3-16,-10 6 16,-10 2-16,-8 1 15,-3 4-15,-8 1 16,2-2-16,-1 2 16,2-4-16,3 2 15,6-2-15,7-3 16,10-1-16,5-1 15,34-14-15</inkml:trace>
  <inkml:trace contextRef="#ctx0" brushRef="#br0" timeOffset="134466.2154">13203 15848 0,'0'0'0,"0"0"0,6 2 0,6 3 16,10 4-1,7 3-15,4 5 0,6-2 16,5 1-16,5 5 16,1 0-16,5 7 15,-1 0-15,0-2 16,5 3-16,-4-2 15,1 0-15,-5 2 0,1-1 16,-2-3-16,-5 1 16,1-6-16</inkml:trace>
  <inkml:trace contextRef="#ctx0" brushRef="#br0" timeOffset="134899.5517">15052 15462 0,'0'0'0,"0"0"0,0 3 0,1 8 15,4 2-15,-2 10 16,5 11-16,-1 10 16,-5 9-16,-3 8 15,-2 0-15,-2 3 16,-2-3-16,3 1 16,1-2-16,3-6 15,-2-1-15,4-3 16</inkml:trace>
  <inkml:trace contextRef="#ctx0" brushRef="#br0" timeOffset="135716.8607">14249 13977 0,'0'0'0,"0"0"0,0 0 15,0 0-15,0 0 0,-1 0 16,1 0-16,-2 3 16,2 3-1,0-6-15,0 11 0,0 6 16,2 10-16,4 4 16,-3 4-1,3 8-15,0-2 0,-4 5 16,-1-1-16,3 6 15,-2-4-15,-1 0 16,1-10-16,-2-37 16,1 32-16,-1-32 15,0 22-15</inkml:trace>
  <inkml:trace contextRef="#ctx0" brushRef="#br0" timeOffset="136400.6133">14382 13322 0,'0'0'0,"0"0"0,0 0 16,-2-3-16,1-7 15,-6-2-15,-6 1 16,-2-1-16,-2 2 16,-8 7-16,-1 3 15,-7 5-15,-3 4 16,0 7-16,6 5 16,-3 10-16,3 8 15,7 6-15,0 5 16,11 4-16,10-3 15,9-5-15,11-2 16,6-7-16,1-4 0,10-8 16,3-3-16,0-7 15,0-7-15,7-4 16,-8-4-16,-1-1 16,-36 1-16,37-6 15</inkml:trace>
  <inkml:trace contextRef="#ctx0" brushRef="#br0" timeOffset="136699.5397">14812 13309 0,'0'0'0,"0"0"15,2 0-15,-1 7 16,0 5-16,1 12 0,-1 12 16,2 9-16,-1 5 15,-1 7-15,1-3 16,3-5-16,-3-3 15,2-2-15,6 0 16,-7-2-16</inkml:trace>
  <inkml:trace contextRef="#ctx0" brushRef="#br0" timeOffset="159832.8013">11722 17173 0,'0'0'0,"0"0"0,0 0 15,0-1-15,0 1 16,-6-2-16,6 2 16,-3-3-16,3 3 15,-2-3-15,2 3 16,2-3-16,6 1 16,-8 2-16,14 4 15,2 9-15,3 8 16,-1 9-16,0 7 15,-4 7-15,-3 4 16,0 1-16,-3 0 16,-1-1-16,-2-3 15,-3-6-15,-2-39 16,1 34-16,-1-34 0,1 27 16,-1-27-1,-1 19-15,1-19 0,0 15 16,0-16-16,0 1 15,-1-14-15,1-11 16,1-13-16,1-3 16,5 0-16,2 1 15,0 6-15,-9 34 16,12-32-16,2 6 16,-14 26-16,18-21 15,0 9-15,4 12 16,0 9-16,0 13 15,-1 5-15,-2 3 16,-4 3-16,-9-1 16,-6-32-16,3 30 15,-3-30-15,-3 27 16,3-27-16,-3 25 16,3-25-16,-3 17 15,0-9-15,2-12 16,2-8-16,0-8 15,4 0-15,2-3 0,4 0 16,1 1 0,3 6-16,-15 16 0,18-13 15,5 6-15,5 9 16,-3 6-16,-1 6 16,0 10-16,-7 1 15,-17-25-15,9 30 16,-2 0-16,-6 2 15,-1-32-15,-3 27 16,3-27-16,-2 25 16,2-25-16</inkml:trace>
  <inkml:trace contextRef="#ctx0" brushRef="#br0" timeOffset="160266.1472">12721 17497 0,'0'0'0,"0"0"0,0-5 0,0 5 15,-5-9-15,5 9 16,-14-14-16,-2 0 15,-11 7-15,-3 9 16,-2 11-16,3 7 16,1 8-16,9 2 15,5 4-15,12 1 16,6-4-16,8-2 16,7-5-16,7-3 15,3-5-15,4-6 16,2-7-16,-1-1 15,-1-9-15,-5-2 16,-5-6-16,-5-3 0,-5-9 16,-6-4-16,-7-6 15,-2-1 1,-7-2-16,-5 4 0,-5 4 16,-7 11-16,-4 4 15,30 17-15</inkml:trace>
  <inkml:trace contextRef="#ctx0" brushRef="#br0" timeOffset="160732.7902">12916 17451 0,'0'0'0,"0"0"0,0 1 15,2 4-15,-2-5 16,8 8-16,3 6 16,3 8-16,-14-22 15,13 26-15,-2 0 16,-11-26-16,9 27 0,-9-27 16,3 24-16,-3-24 15,0 19-15,0-19 16,-2 12-16,2-12 15,-1 6-15,-1-6 16,2-10-16,0 10 16,3-18-16,1-4 15,-4 22-15,8-32 16,6 3-16,-14 29 16,17-24-16,3 9 15,1 11-15,-3 9 16,-3 8-16,-5 8 15,-3 2-15,-7-23 16,1 28-16,0 3 16,-1-31-16,-1 30 15,2-4-15,-1-26 0</inkml:trace>
  <inkml:trace contextRef="#ctx0" brushRef="#br0" timeOffset="161166.1567">13509 17499 0,'0'0'0,"0"0"0,-1-1 16,1 1-16,-5-10 15,-3-3-15,-7-1 16,-5 3-16,-3 8 16,-6 6-16,-2 13 15,0 6-15,3 5 16,28-27-16,-23 27 16,7 3-16,11-1 15,10-3-15,9-3 0,4-5 16,5-8-16,2-4 15,2-3-15,1-8 16,-1-3-16,0-2 16,-5-5-16,-8-3 15,-3-3-15,-6-9 16,-7 1-16,-5-3 16,-7 1-16,-2 6 15,-11 6-15,27 19 16</inkml:trace>
  <inkml:trace contextRef="#ctx0" brushRef="#br0" timeOffset="161532.7869">13796 17397 0,'0'0'0,"0"0"0,-5-3 0,-8 2 15,13 1-15,-20 5 16,-1 1-16,10 5 16,3 4-16,12 4 15,7 1-15,10 4 16,-2 0-16,3 1 15,-22-25-15,19 25 16,-19-25-16,15 28 16,-7-3-16,-8-25 15,-3 25-15,-10-5 16,-11-6-16,-2-6 16,-3-7-16,2-7 15,7-4-15,5-8 0</inkml:trace>
  <inkml:trace contextRef="#ctx0" brushRef="#br0" timeOffset="161932.8203">14010 17479 0,'0'0'0,"0"0"0,-2 8 15,-5 8-15,4 5 16,-2 5-16,6 3 16,-1-29-16,1 27 15,10-6-15,3 3 16,-14-24-16,19 15 16,2-5-16,0-4 15,-21-6-15,24-3 16,1-9-16,0-8 15,-3-3-15,-2-1 16,-20 24-16,13-24 16,-13 24-16,7-17 0,-10 8 15,-5 9-15,-7 7 16,1 9-16,2 9 16,4 1-16,4 5 15,12-2-15,4-2 16,10-9-16,2-7 15</inkml:trace>
  <inkml:trace contextRef="#ctx0" brushRef="#br0" timeOffset="162366.1378">14419 16967 0,'0'0'0,"0"0"0,4 8 0,-1 17 16,7 13-16,-5 13 16,1 11-16,-1 7 15,-4 6-15,-3-2 16,2-2-16,-3-4 15,4-8-15,4-9 16,1-10-16,4-8 16,0-7-16,-10-25 15,13 21-15,-13-21 16,14 14-16,-14-14 16,16 9-16,-2-10 15,-1-12-15,-6-5 16,-4-5-16,-6-4 15,-5 0-15,-7 3 16,-10 0-16,-7 2 16,-1 8-16,33 14 15,-35-12-15</inkml:trace>
  <inkml:trace contextRef="#ctx0" brushRef="#br0" timeOffset="162699.452">14779 17515 0,'0'0'0,"0"0"0,0 0 0,0 0 16,-2 1-16,2-1 16,-13 1-16,-1 0 15,14-1-15,-18 2 16,2 2-16,7 7 15,4 3-15,11 1 16,6 2-16,9 2 16,4 2-16,1 2 15,-4 2-15,-4-1 16,-18-24-16,15 22 16,-11-1-16,-10-7 15,-13-4-15,-5-3 16,-8-8-16,-3-5 0,2-4 15,1-4-15,9-7 16,5-4-16</inkml:trace>
  <inkml:trace contextRef="#ctx0" brushRef="#br0" timeOffset="162999.2469">15055 16998 0,'0'0'0,"1"7"0,1 9 16,1 17-16,-1 11 15,5 15-15,2 8 16,-1 11-16,-4 0 15,-2 4-15,-3-7 0,1-6 16,0-8-16,2-6 16,-1-9-16,1-6 15,-2-40-15,-2 36 16,2-36-16,0 24 16,-1-13-16</inkml:trace>
  <inkml:trace contextRef="#ctx0" brushRef="#br0" timeOffset="163332.7309">14994 17626 0,'0'0'0,"0"0"0,8 0 0,9-1 15,14 0-15,6-1 16,1-4-16,-2 3 15,-36 3-15,33-1 16,-6 2-16,-27-1 16,26 7-16,-5 5 15,-7 7-15,-14-19 16,8 22-16,-2 5 0,-5 5 16,-1-32-16,-1 30 15,0-1-15,1-29 16,-3 28-16,3-28 15,-6 23-15,6-23 16</inkml:trace>
  <inkml:trace contextRef="#ctx0" brushRef="#br0" timeOffset="163465.513">15266 17446 0,'0'0'0,"0"0"16,0 0-16,1 1 16,-1-1-16,2 1 15,7 0-15</inkml:trace>
  <inkml:trace contextRef="#ctx0" brushRef="#br0" timeOffset="163799.4555">15577 17082 0,'0'0'0,"0"0"0,3 9 0,3 19 16,1 12-16,-4 11 15,2 12-15,-9 5 16,0 2-16,-1 5 16,1-2-16,-3-9 15,3-3-15,-3-9 16,3-10-16,1-4 16,-2-7-16,5-31 15,-6 26-15,0-7 16,-4-11-16</inkml:trace>
  <inkml:trace contextRef="#ctx0" brushRef="#br0" timeOffset="163967.0757">15462 17584 0,'0'0'0,"6"0"0,10 0 0,11 0 16,14-2-16,9-3 16,3 4-16</inkml:trace>
  <inkml:trace contextRef="#ctx0" brushRef="#br0" timeOffset="164332.7241">15747 17608 0,'0'0'0,"0"0"0,-1 6 0,1 11 16,0-17-16,1 20 0,3 7 16,-4-27-16,12 31 15,2-4-15,7-7 16,1-7-16,5-7 15,-5-9-15,-22 3 16,26-4-16,-3-7 16,-4-5-16,-3-4 15,-16 20-15,11-21 16,-11 21-16,6-17 16,-6 17-16,1-14 15,-5 12-15,-4 18 16,1 8-16,0 2 15,4 4-15,8 2 16,9-2-16,4-3 16,6-3-16,2-10 15</inkml:trace>
  <inkml:trace contextRef="#ctx0" brushRef="#br0" timeOffset="164699.4724">16261 17092 0,'0'0'0,"2"14"0,-2 13 16,-2 26-16,-1 12 15,0 12-15,-4 4 16,2-1-16,3-4 16,1-8-16,0-7 15,-2-8-15,3-8 16,1-4-16,-1-41 0,1 34 15,-1-34-15,1 24 16</inkml:trace>
  <inkml:trace contextRef="#ctx0" brushRef="#br0" timeOffset="165100.3891">16134 17648 0,'0'0'0,"7"1"0,7 1 0,6 3 15,14-2-15,10 5 16,-1-2-16,2 0 16,2-2-16,-6-3 15,0 1-15,-7-2 16,-9-6-16,-25 6 15,20-5-15,-4 0 16,-16 5-16,9-9 16,-5-3-16,-4-3 0,0 15 15,-8-15-15,-8 1 16,-9 9-16,-4 4 16,-1 14-16,1 12 15,3 7-15,5 3 16,12 5-16,9-3 15,9-1-15,14-2 16,7-4-16,8-7 16,6-3-16,3-11 15</inkml:trace>
  <inkml:trace contextRef="#ctx0" brushRef="#br0" timeOffset="165666.1411">16946 17060 0,'0'0'0,"1"7"0,1 10 0,2 18 15,-1 15-15,-4 15 16,-3 6-16,1 6 16,-2-5-16,1-3 15,1-9-15,6-7 16,2-6-16,0-10 15,-1-3-15,-4-34 16,4 29-16,-4-29 16,3 23-16,-3-23 0,3 16 15,-3-16-15,1 9 16,-5-6-16,-1-13 16,-8-6-16,-2-4 15,-4-2-15,-1-2 16,0 2-16,20 22 15,-25-15-15,-1 8 16,-1 14-16,3 6 16,10 10-16,4 2 15,11 1-15,10 5 16,8 3-16,12 3 16,10-3-16,7-2 15,14-2-15,8-4 16</inkml:trace>
  <inkml:trace contextRef="#ctx0" brushRef="#br0" timeOffset="166500.0795">12913 17902 0,'0'0'0,"2"13"0,-4 11 16,0 14-16,-2 14 15,-2 6-15,1 3 16,1 2-16,-1-3 16,1-1-16,3-9 15,4-7-15,-3-43 16,5 36-16,3-9 15,9-5-15,2-7 16,6-9-16,1-9 16,-1-4-16,-2-8 15,-4-4-15,-1-2 16,-4-1-16,-7-5 16,-5-1-16,-2 28 15,-2-25-15,-7-1 16,-9 4-16,-9 6 0,-7 4 15,-3 8-15,37 4 16,-37 6-16</inkml:trace>
  <inkml:trace contextRef="#ctx0" brushRef="#br0" timeOffset="166833.5389">13159 18385 0,'0'0'0,"0"0"0,3 3 0,8 4 15,1-3-15,6-3 16,4-4-16,3-2 16,2-4-16,-27 9 15,29-14-15,-1 0 16,-28 14-16,29-19 15,-8-1-15,-9-1 0,-12 21 16,4-19-16,-10 0 16,6 19-16,-18-16 15,-8 5-15,-8 12 16,-3 13-16,1 8 16,5 8-16,5 3 15,26-33-15,-13 32 16,8-2-16,16 0 15,12-9-15,12-5 16,8-9-16,4-6 16</inkml:trace>
  <inkml:trace contextRef="#ctx0" brushRef="#br0" timeOffset="167266.1362">13581 18240 0,'0'0'0,"2"8"0,0 5 0,5 14 0,2 8 16,1 1-16,-1-1 16,-9-35-16,12 34 15,-12-34-15,9 27 16,-9-27-16,5 20 15,-5-20-15,3 14 16,0-12-16,-2-10 16,-1-10-16,4-4 15,3-6-15,1-4 16,0 0-16,4 3 16,-12 29-16,15-25 15,3 6-15,-18 19 16,21-9-16,2 7 15,3 12-15,-5 8 16,-3 4-16,-18-22 0,13 29 16,-3 2-1,-7 4-15,-3-35 16,3 30-16,-3-30 0,0 26 16,4-11-16</inkml:trace>
  <inkml:trace contextRef="#ctx0" brushRef="#br0" timeOffset="167666.1101">14095 18240 0,'0'0'0,"0"0"0,10 0 15,16 0-15,7 1 16,2-2-16,7 2 16,-3 2-16,-39-3 0,31 5 15,-1 1-15,-30-6 16,24 10-16,-11 6 16,-15 10-16,-11 3 15,-10 0-15,-8 4 16,-2-3-16,4-4 15,29-26-15,-24 25 16,24-25-16,-19 20 16,10-3-16,16 1 15,10-6-15,9-6 16,11-2-16,9-6 16,3-7-16,1-3 15,-2-1-15</inkml:trace>
  <inkml:trace contextRef="#ctx0" brushRef="#br0" timeOffset="168033.5639">14744 18392 0,'0'0'0,"9"2"0,8-3 16,6 5-16,6-5 16,4 2-16,0-3 15,-4-1-15,-29 3 16,27-2-16,-1-7 16,-8-5-16,-18 14 15,12-18-15,-11-1 16,-11 0-16,-9 5 15,-6 2-15,-7 7 16,-6 8-16,-4 9 16,-4 5-16,8 10 0,5-1 15,12 4-15,10-2 16,12 1-16,8-3 16,14 0-16,10-4 15,7-6-15,5-7 16,1-6-16</inkml:trace>
  <inkml:trace contextRef="#ctx0" brushRef="#br0" timeOffset="168499.4313">15139 18315 0,'0'0'0,"0"0"0,0 9 16,5 7-16,-2 13 16,5 4-16,-2-2 15,0-2-15,-6-29 16,6 29-16,-6-29 0,4 19 16,-4-19-16,2 16 15,-2-16-15,3 11 16,-3-11-16,0 4 15,0-8-15,2-10 16,-2 14-16,1-21 16,4-5-16,-5 26 15,11-30-15,2 1 16,-13 29-16,17-22 16,1 7-16,-18 15 15,22-5-15,-1 9 16,-2 14-16,-1 0 15,-3 7-15,-4 2 16,-6 0-16,-5-27 16,1 26-16,-1-26 15,-3 24-15,3-24 16,-4 19-16,7-10 16</inkml:trace>
  <inkml:trace contextRef="#ctx0" brushRef="#br0" timeOffset="168866.094">15559 18434 0,'0'0'0,"6"4"0,6-1 16,6 3-16,10 1 15,4-1-15,0 0 16,-32-6-16,34 2 15,-4-1-15,-2-8 16,-28 7-16,23-13 16,-8-4-16,-6-6 15,-9-2-15,-3 1 16,-8 2-16,-2 6 16,-6 4-16,0 7 15,-11 9-15,-4 13 16,-4 8-16,3 10 15,2 10-15,8 4 0,11-2 16,16 3-16,17-1 16,18 1-16,17-4 15,22-4-15,22-4 16</inkml:trace>
  <inkml:trace contextRef="#ctx0" brushRef="#br0" timeOffset="203936.616">17496 15039 0,'0'0'0,"-5"-4"0,5 4 0,-4-10 15,-1-2-15,5 12 16,-4-16-16,-7-2 16,-3 0-16,-2 0 15,-3 0-15,-13 3 0,1 2 16,-3 5 0,-9 5-16,0 7 15,1 5-15,-7 5 16,0 10-16,-3 8 15,-1 11-15,2 8 0,-2 6 16,12 3-16,7 1 16,12-3-16,13-2 15,7-4 1,14-1-16,11-6 0,7-4 16,8-5-16,8-8 15,6-8-15,3-1 16,3-10-16,-4-5 15,-4-5-15,-4-2 16,-46 3-16</inkml:trace>
  <inkml:trace contextRef="#ctx0" brushRef="#br0" timeOffset="204465.9901">17547 15636 0,'0'0'0,"0"0"0,0 0 0,-2-3 16,-3-2-16,-7-2 16,-6 1-16,-5 5 15,-5 9-15,-1 4 16,-1 6-16,-4 8 16,2 4-16,5 3 15,8 2-15,6 0 16,7 0-16,7 2 15,6-4-15,8 0 16,6-3-16,5-8 0,4-4 16,3-4-16,0-6 15,-33-8-15,35 2 16,-4-4-16,-2-5 16,-7-5-16,-7-4 15,-6-3-15,-8-2 16,-7-6-16,-6-1 15,-9 1-15,-5 4 16,-11 7-16,-3 5 16,-6 4-16</inkml:trace>
  <inkml:trace contextRef="#ctx0" brushRef="#br0" timeOffset="205067.0449">18012 15065 0,'0'0'0,"0"0"0,0 0 15,2-3-15,-2 3 16,2-5-16,-2 5 16,4-2-16,0 6 15,3 10-15,-1 11 16,2 8-16,-3 7 15,-3 7-15,-2 4 16,-1-1-16,3 4 16,-5-5-16,1 1 15,-1-4-15,0-2 16,-2-6-16,5-38 16,-2 33-16,2-33 15,-2 26-15,2-26 16,-2 24-16,1-13 15</inkml:trace>
  <inkml:trace contextRef="#ctx0" brushRef="#br0" timeOffset="205366.0108">18341 15019 0,'0'0'0,"0"7"0,6 11 0,-4 10 16,3 11-16,4 13 16,-4 3-16,1 6 15,-3-4-15,-2-3 16,-3-6-16,2-4 15,0-44-15,1 38 16,-1-4-16,2-3 16,-2-31-16,0 27 15,0-27-15,0 22 16,0-22-16</inkml:trace>
  <inkml:trace contextRef="#ctx0" brushRef="#br0" timeOffset="205568.7061">18107 15452 0,'0'0'0,"8"0"0,9-5 16,13 2-16,10 4 15,13 2-15,3-1 16,2 0-16</inkml:trace>
  <inkml:trace contextRef="#ctx0" brushRef="#br0" timeOffset="206234.9118">18746 15659 0,'0'0'0,"0"0"0,0 0 15,1-2-15,-1 2 16,-3-8-16,-5-4 15,8 12-15,-14-15 16,-4 0-16,18 15 16,-23-15-16,-1 8 15,0 8-15,10 8 16,-5 7-16,4 5 16,5 2-16,0 1 0,10-24 15,-7 28-15,1-1 16,5 0-16,1-27 15,2 23-15,-2-23 16,6 24-16,-6-24 16,7 19-16,-7-19 15,9 14-15,-9-14 16,6 7-16,1-5 16,-7-2-16,7-7 15,5-5-15,7-1 16,0 3-16,5 6 15,2 4-15,3 6 16,-2 3-16,2 10 16,0 4-16,-8 6 15,-2 8-15,-2 0 16,-5 1-16,-4 2 16,-8-4-16,-8-4 15,-9-6-15,-1-4 16,-4-3-16,-3-6 0,4-3 15,-1-6-15,-3-2 16,-1-8-16,-1-6 16,-2-3-16,3-10 15,-1-6-15,4-5 16,23 36-16</inkml:trace>
  <inkml:trace contextRef="#ctx0" brushRef="#br0" timeOffset="206799.3362">19519 15252 0,'0'0'0,"0"0"0,0 0 0,2-4 16,2-6-16,-4 10 15,4-14-15,-3-4 16,-3-5-16,-5 1 16,-6 2-16,13 20 15,-17-18-15,-9 6 16,-9 7-16,-3 3 16,0 9-16,-7 9 15,3 7-15,0 10 16,2 7-16,2 9 0,0 7 15,6 2-15,13-3 16,7-4-16,12 4 16,13-10-16,6-1 15,10-4-15,10-7 16,5-6-16,10-5 16,3-8-16,0-9 15,1-7-15,-3-8 16</inkml:trace>
  <inkml:trace contextRef="#ctx0" brushRef="#br0" timeOffset="207065.9759">19800 15157 0,'0'0'0,"0"0"16,3 4-16,4 10 15,-1 9-15,3 15 16,2 11-16,-3 9 16,-2 5-16,-2 4 15,2 0-15,-1 1 16,0-2-16,-4 1 15,0-3-15</inkml:trace>
  <inkml:trace contextRef="#ctx0" brushRef="#br0" timeOffset="519598.604">23502 13405 0,'0'0'0,"0"0"0,0 0 16,0 2-16,0-2 16,-1 6-16,0 6 15,2 7-15,-1 3 0,0 5 16,4 9-1,-3 6-15,3 3 0,2 7 16,0 3-16,-3-1 16,0 1-16,1-3 15,1-3-15,-1-4 16,3-7-16,-4 0 16,2-6-16,1-4 15,-6-28-15,3 27 16,-3-27-16,0 25 15,0-25-15,0 18 16,0-18-16,-2 16 16,2-16-16,0 7 15,-1-7-15,1-12 16,-2-6-16,-2-5 16,3-2-16,1-4 15,4-5-15,2 1 0,3-1 16,3-1-16,5 4 15,1 2 1,3 5-16,-1 2 16,6 4-16,-1 4 0,1 6 15,1 8-15,2 5 16,-1 12-16,-2 4 16,-2 8-16,-6 2 15,-2 4-15,-2 3 16,-7-1-16,-3-4 15,-4-33-15,1 33 16,-1-33-16,0 30 16,0-30-16,-4 27 15,4-6-15,0-21 16</inkml:trace>
  <inkml:trace contextRef="#ctx0" brushRef="#br0" timeOffset="520031.9004">24174 13976 0,'0'0'0,"0"0"0,4 2 0,10 2 15,4 1-15,3 0 16,6-1-16,3-2 15,-3-1-15,1-2 16,-2-5-16,-26 6 16,23-9-16,-2-4 15,-21 13-15,16-19 16,-4-5-16,-10 1 16,-2 23-16,-4-24 15,-9 1-15,-9 7 16,-5 7-16,-8 7 15,1 8-15,-6 9 16,2 6-16,3 13 16,3 6-16,5 3 0,11 2 15,12 1-15,8-8 16,13-2-16,5-5 16,11-5-16,4-8 15,10-6-15,7-5 16,4-10-16</inkml:trace>
  <inkml:trace contextRef="#ctx0" brushRef="#br0" timeOffset="520331.9953">24685 13871 0,'0'0'0,"5"2"0,13 11 0,4 8 15,12 11 1,8 2-16,2 3 16,1 1-16,-2-4 0,-3-1 15,-8-2 1,-6-2-16,-26-29 0,24 26 15,-24-26 1,22 24-16,-6-6 0</inkml:trace>
  <inkml:trace contextRef="#ctx0" brushRef="#br0" timeOffset="520598.6886">25110 13830 0,'0'0'0,"0"0"0,-4 8 16,-14 19-16,-10 5 16,-8 11-16,-2 5 0,-2 1 15,0-2-15,1-3 16,4-3-16,5-5 15,5-7-15,5-4 16,5-2-16,15-23 16,-16 20-16</inkml:trace>
  <inkml:trace contextRef="#ctx0" brushRef="#br0" timeOffset="521165.3316">25565 14009 0,'0'0'0,"0"0"0,3-4 16,0-5-16,-3 9 15,0-15-15,-2-4 0,-6-10 16,-6 4-16,-10 1 16,1 8-16,-7 6 15,-5 12-15,1 10 16,0 12-16,-4 4 16,8 6-1,9 3-15,2-4 0,11 1 16,9-7-16,7-5 15,10-6-15,1 0 16,6-5-16,4-2 16,1-4-16,-1-4 15,-29-1-15,31-3 16,-5-7-16,-26 10 16,24-13-16,-7-4 15,-3-6-15,-14 23 16,4-23-16,-4 23 15,-1-17-15,1 17 16,-5-14-16,-1 11 0,2 12 16,2 11-1,1 4-15,4 5 0,8 3 16,5-5-16,5-2 16,7-5-16,4-5 15,-3-7-15</inkml:trace>
  <inkml:trace contextRef="#ctx0" brushRef="#br0" timeOffset="521635.0797">25783 13902 0,'0'0'0,"0"0"0,1 5 16,10 11-16,1 5 16,1 8-16,4 0 15,-17-29-15,16 32 0,-2 0 16,-14-32-16,11 31 16,-11-31-16,5 26 15,-5-26-15,5 21 16,-5-21-16,2 12 15,0-11-15,0-8 16,-1-11-16,0-6 16,0-5-16,3-2 15,3-2-15,4 1 16,3 3-16,4 2 16,1 8-16,2 7 15,5 8-15,-1 7 16,0 6-16,3 6 15,-3 7-15,-6 3 16,-4 4-16,-4 1 16,-3-1-16,-3-1 15,-4-1-15,-1-27 0,0 25 16,0-25 0,-1 26-16,1-26 0,-2 19 15</inkml:trace>
  <inkml:trace contextRef="#ctx0" brushRef="#br0" timeOffset="522098.6796">26537 13987 0,'0'0'0,"6"2"0,6 2 0,6 4 16,8-2-16,3 2 15,1-4-15,2-2 16,-1-4-16,-2-1 16,-2-4-16,-2-2 15,-5-3-15,-20 12 16,17-15-16,-5-5 0,-12 20 15,5-24-15,-6 1 16,-7-2 0,-13 3-16,-3 8 0,-8 9 15,-5 7-15,-4 10 16,-2 6-16,1 11 16,7 6-16,6-1 15,11 1-15,10-1 16,12-2-16,13-2 15,9-3-15,13 3 16,6-5-16,13 0 16,9-3-16,9-2 15,5-7-15</inkml:trace>
  <inkml:trace contextRef="#ctx0" brushRef="#br0" timeOffset="522665.3296">23411 14343 0,'0'0'0,"15"1"0,17 3 16,18 0-16,23 1 15,13 3-15,15-4 16,11 0-16,13-4 16,17-3-16,11 1 15,9-2-15,14 2 16,2-1-16,5-2 15,7 4-15,2 1 16,2 2-16,4 6 16,-5 1-16,-5 2 15,-6 0-15,-6 2 16,-16 2-16,-15-1 16,-17-2-16,-21 1 0,-18-4 15,-89-9-15,75 9 16,-75-9-1,54 8-15</inkml:trace>
  <inkml:trace contextRef="#ctx0" brushRef="#br0" timeOffset="532799.0521">28869 13473 0,'0'0'0,"0"0"0,0 0 15,0-3-15,1-7 16,-1 10-16,-4-18 16,-3-2-1,0-5-15,-7 1 0,1 1 16,-8 5-16,-2 2 15,-5 4-15,-4 2 16,-5 6-16,0 3 16,-3 8-16,-6 9 15,-2 8-15,-6 8 16,0 14-16,-1 11 16,3 11-16,4 4 0,7 9 15,8-2-15,14-4 16,11-6-16,16-6 15,11-6 1,12-5-16,4-8 16,5-7-16,6-10 0,0-7 15,5-10-15,1-5 16,2-10-16,-1-1 16,-6-5-16,-8-3 15,-3-5-15,-36 19 16,30-24-16</inkml:trace>
  <inkml:trace contextRef="#ctx0" brushRef="#br0" timeOffset="533365.3064">29138 14172 0,'0'0'0,"0"0"0,-5-4 16,1-3-16,4 7 15,-9-11-15,-6-2 16,0 1-16,-5 5 16,-2 7-16,-5 3 15,-5 7-15,-1 10 16,-7 6-16,4 3 16,3 6-16,2 1 15,10-1-15,8 2 16,5 2-16,12-2 15,11 0-15,2-6 16,5-4-16,9-5 0,-1-4 16,2-6-16,-1-4 15,1-6-15,-3-5 16,-1-3-16,-5-3 16,-1-5-16,-5-2 15,-4-3-15,-6-4 16,-7-2-16,-12-4 15,-7-1-15,-10 4 16,-7 3-16,-9 4 16,-5 4-16,0 2 15,50 13-15</inkml:trace>
  <inkml:trace contextRef="#ctx0" brushRef="#br0" timeOffset="533831.9715">29605 13375 0,'0'0'0,"0"0"0,0 0 0,2-4 16,-2 4-16,1-9 15,3 2-15,0 12 16,1 6-16,-2 9 15,-1 15-15,-3 8 16,-1 8-16,-1 12 0,1 4 16,-2 1-16,-2 4 15,2-3-15,2-4 16,-1-6-16,2-7 16,3-9-16,-2-43 15,-1 36-15,1-36 16,1 31-16,-1-31 15,3 24-15,6-14 16,0-21-16</inkml:trace>
  <inkml:trace contextRef="#ctx0" brushRef="#br0" timeOffset="534132">29983 13398 0,'0'0'0,"3"9"0,3 7 0,-3 15 16,1 15-16,1 11 15,-5 5-15,1 8 16,1-1-16,-4-2 15,1-4-15,1-8 16,-2-9-16,3-7 16,0-5-16,-1-7 15,0-27-15,1 24 16,-1-24-16,0 18 16</inkml:trace>
  <inkml:trace contextRef="#ctx0" brushRef="#br0" timeOffset="534331.9742">29608 13911 0,'0'0'0,"9"0"0,10 1 0,16-3 16,22 1-1,10 1-15,7 2 0,2 1 16,-4 0-16</inkml:trace>
  <inkml:trace contextRef="#ctx0" brushRef="#br0" timeOffset="534665.3332">30247 14107 0,'0'0'0,"0"0"0,2 4 0,3 7 0,1 11 15,-2 10-15,0 9 16,-3 3-16,0 2 16,0-2-16,-3 0 0,1-3 15,-1-5-15,3-3 16,-1-33-16,0 28 16,0-28-16,3 26 15,2-10-15</inkml:trace>
  <inkml:trace contextRef="#ctx0" brushRef="#br0" timeOffset="535265.3295">30642 14199 0,'0'0'0,"0"0"0,-2 7 16,-9 11-16,-6 4 16,-8 2-16,0 1 15,-3 0-15,-2-4 0,30-21 16,-27 20 0,3 0-16,24-20 0,-22 18 15,8-2-15,14-16 16,-2 17-16,10-4 15,15-3-15,4 0 16,11-2-16,-2-2 16,0-2-16,-36-4 15,32 4-15,3 0 16,-35-4-16,29 2 16,-29-2-16,22 2 15,-2-3-15,-20 1 16,11-6-16,-8-6 15,-6-9-15,3 21 16,-3-23-16,-3-3 16,-2-4-16,8 30 15,-5-27-15,5 27 16,-4-22-16,4 22 16,-1-18-16,1 18 15,2-8-15,3 15 16,0 15-16,0 8 15,-1 8-15,3 3 0,-3 2 16,-2-2-16,3 7 16,1-2-16,-1 2 15,-2-5-15,1 0 16,0-5 0,0-2-16,-4-36 0,5 34 15</inkml:trace>
  <inkml:trace contextRef="#ctx0" brushRef="#br0" timeOffset="549232.8868">22450 15327 0,'0'0'0,"0"0"0,-6-3 0,-4-8 16,10 11-16,-15-13 15,-6-1-15,21 14 16,-29-18-16,2 2 16,-6 5-16,2 2 15,0 4-15,2 4 0,-5 2 16,4 6-16,-4 5 16,-2 5-1,-1 9-15,-1 9 0,-3 13 16,2 3-1,3 5-15,8 3 0,9 1 16,6-1-16,11-3 16,7-2-16,11-2 15,7-9-15,7-3 16,4-5-16,4-7 16,3-6-16,-2-6 15,4-7-15,-2-5 16,0-5-16,-1-10 15,0-7-15,-4-10 16,-4-1-16</inkml:trace>
  <inkml:trace contextRef="#ctx0" brushRef="#br0" timeOffset="549531.9686">22585 15351 0,'0'0'0,"0"0"0,2 10 16,-6 15-16,6 11 15,-2 9-15,1 7 16,-4 0-16,3 2 16,1 1-16,-5-2 15,2 0-15,0-6 16,-2-3-16,4-44 16,-3 38-16,3-38 15,-2 32-15,0-6 0,4-17 16,4-12-16</inkml:trace>
  <inkml:trace contextRef="#ctx0" brushRef="#br0" timeOffset="549831.972">22869 15372 0,'0'0'0,"5"11"0,-3 10 16,0 11-16,-1 16 15,-1 8-15,-1 2 16,2 5-16,-2-1 16,1-4-16,-1-6 15,0-5-15,0-8 16,1-39-16,2 33 0,-2-33 15,-1 24-15,1-24 16</inkml:trace>
  <inkml:trace contextRef="#ctx0" brushRef="#br0" timeOffset="549999.8627">22689 15781 0,'0'0'0,"7"2"0,5 1 15,11 1-15,16 1 16,13 2-16,5-1 16</inkml:trace>
  <inkml:trace contextRef="#ctx0" brushRef="#br0" timeOffset="550698.6024">22958 16036 0,'0'0'0,"0"0"0,0 0 0,4-3 16,6-1-16,12 5 16,0 6-16,6 5 15,0 2-15,-7 6 0,-4 2 16,-2 0 0,-9 2-16,-7 0 0,-3-2 15,-10-2 1,-6 0-16,-4-2 0,24-18 15,-26 13-15,1-5 16,25-8-16,-24 4 16,24-4-16,-18-1 15,18 1-15,-11-7 16,9-7-16,11-1 16,8 3-16,5 6 15,4 8-15,-2 9 16,0 6-16,-4 5 15,-3 5-15,-7 4 16,-4 5-16,-1-1 16,-10 0-16,-5-1 15,-5-6-15,-6-4 16,-6-3-16,1-2 16,-1-9-16,-2-1 15,1-5-15,1-6 0,0-7 16,3-7-16,-1-10 15,6-10-15,6-10 16,8-4-16</inkml:trace>
  <inkml:trace contextRef="#ctx0" brushRef="#br0" timeOffset="550965.2751">23302 15839 0,'0'0'0,"0"0"0,4-1 0,8 0 0,8 0 16,16 2-16,14-1 15,12 0-15,2 0 16,3-3-16,-2 2 16,-8 1-16</inkml:trace>
  <inkml:trace contextRef="#ctx0" brushRef="#br0" timeOffset="551365.2836">24248 15469 0,'0'0'0,"0"0"0,-3-6 16,-7-6-16,-8-3 16,-7 1-16,-5 5 15,-4 9-15,-1 6 16,-1 12-16,-1 9 16,3 11-16,4 8 15,5 4-15,9 2 16,8 3-16,9-5 15,12-1-15,7-5 16,8-6-16,10-5 16,8-7-16,5-10 15,-1-11-15</inkml:trace>
  <inkml:trace contextRef="#ctx0" brushRef="#br0" timeOffset="551598.5461">24495 15415 0,'0'0'0,"0"0"0,1 7 0,3 16 16,-4 9-16,0 11 15,-2 11-15,0 7 16,2 5-16,2 1 15,-4-3-15,-2-4 16,2-9-16,2-51 16,-2 43-16,2-43 15,1 30-15,2-15 16</inkml:trace>
  <inkml:trace contextRef="#ctx0" brushRef="#br0" timeOffset="551865.3004">24742 15437 0,'0'0'0,"0"0"0,2 5 15,3 19-15,1 8 16,-2 7-16,1 11 15,-4 6-15,-1 0 16,-1 4-16,-4-2 16,1-2-16,4-56 15,-5 46-15,-1-8 16,6-38-16</inkml:trace>
  <inkml:trace contextRef="#ctx0" brushRef="#br0" timeOffset="552066.3176">24576 15870 0,'0'0'0,"12"-1"0,10 1 16,12 1-16,16 2 15,7 1-15</inkml:trace>
  <inkml:trace contextRef="#ctx0" brushRef="#br0" timeOffset="552431.8662">24798 16066 0,'0'0'0,"0"0"0,2-1 15,7 1-15,5 2 16,8 3-16,1 3 16,-23-8-16,26 11 0,-2 4 15,-7 2-15,-8 5 16,-9 4-16,-6 4 15,-10 2-15,-6 5 16,-12 1-16,0-2 16,-2-3-16,2-4 15,34-29-15,-27 27 16,27-27-16,-16 22 16,9 0-16,19-4 15,16-8-15,13-13 16,16-11-16,6-7 15</inkml:trace>
  <inkml:trace contextRef="#ctx0" brushRef="#br0" timeOffset="552698.6061">25156 15748 0,'0'0'0,"0"0"0,8 0 0,20-1 15,17 5-15,13 0 16,6 0-16,6 0 15,-1-4-15,-8-3 16</inkml:trace>
  <inkml:trace contextRef="#ctx0" brushRef="#br0" timeOffset="553065.2108">26093 15611 0,'0'0'0,"3"-5"0,-1-8 0,-4-5 16,-2-5-16,-4-3 15,-9 2-15,-3 5 16,-6 5-16,-6 6 16,-5 12-16,-5 9 15,-2 14-15,-7 12 16,5 10-16,5 5 16,9 5-16,14 1 15,8-3-15,16-4 0,10-7 16,10-6-1,12-6-15,12-8 0,7-7 16,4-9-16</inkml:trace>
  <inkml:trace contextRef="#ctx0" brushRef="#br0" timeOffset="553331.9429">26367 15474 0,'0'0'0,"3"11"0,-3 10 0,0 11 16,0 22-16,-5 9 15,1 7-15,1-2 16,-1 0-16,0-8 15,0-8-15,4-52 16,-3 42-16,2-9 16,1-33-16,7 17 0</inkml:trace>
  <inkml:trace contextRef="#ctx0" brushRef="#br0" timeOffset="553631.9393">26672 15448 0,'0'0'0,"0"8"0,0 9 0,-3 17 15,1 13-15,-1 9 16,-1 7-16,3 7 15,0-3-15,0-2 16,2-10-16,1-6 16,1-10-16,3-6 15,-6-33-15,7 26 16,-7-26-16</inkml:trace>
  <inkml:trace contextRef="#ctx0" brushRef="#br0" timeOffset="553800.0318">26482 15801 0,'0'0'0,"0"0"0,9 0 0,16 1 16,19 2-16,13-2 15,4 0-15,1 5 16</inkml:trace>
  <inkml:trace contextRef="#ctx0" brushRef="#br0" timeOffset="554331.9682">26784 16133 0,'0'0'0,"0"0"0,0 0 0,3-8 16,5-5-16,8-3 15,3 4-15,4 5 16,2 7-16,-5 9 15,-4 7-15,-5 6 16,-2 8-16,-12 5 16,-5 6-16,-6 1 15,-11 1-15,-5-2 16,-5-5-16,-3-6 16,2-5-16,-1-10 15,4-5-15,33-10 16,-31 1-16,3-8 15,3-8-15,25 15 16,-19-20-16,8-6 16,11-3-16,12 1 15,5 5-15,7 8 16,6 9-16,-1 7 16,4 10-16,-3 7 15,-3 6-15,-1 2 0,0 4 16,-2 0-16,-3 0 15,-21-30-15,21 27 16,-3-5-16,-18-22 16</inkml:trace>
  <inkml:trace contextRef="#ctx0" brushRef="#br0" timeOffset="554665.255">26989 15831 0,'0'0'0,"0"0"0,9-1 0,20 0 16,15-1-16,20 4 0,13-1 15,4 6-15,0-1 16,-11-2-16,-8 0 16,-8-2-16,-11-1 15,-43-1-15</inkml:trace>
  <inkml:trace contextRef="#ctx0" brushRef="#br0" timeOffset="555799.6718">28198 15698 0,'0'0'0,"0"0"0,0 0 0,2-3 16,-2 3-16,0-7 15,0 7-15,0-12 16,0 12-16,-2-12 0,2 12 15,-1-13 1,1 13-16,-3-13 16,3 13-16,-3-10 0,3 10 15,-3-9-15,3 9 16,-2-7-16,2 7 16,-1-5-16,1 5 15,-3-8-15,3 8 16,-2-6-16,2 6 15,-3-10-15,1-2 16,2 12-16,-6-15 16,6 15-16,-11-18 15,-3 2-15,-6 1 16,-1 2-16,-4 6 16,0 3-16,-1 9 15,-4 11-15,-3 5 16,-4 14-16,-5 12 0,-2 7 15,0 4-15,4 6 16,9 0 0,6-1-16,18-7 0,6-3 15,14 0-15,7-7 16,13-3-16,7-2 16,8-7-16,7-7 15,5-6-15,1-7 16,0-11-16,-3-9 15,-58 6-15</inkml:trace>
  <inkml:trace contextRef="#ctx0" brushRef="#br0" timeOffset="556899.475">28549 15504 0,'0'0'0,"-1"7"0,1 8 0,2 17 16,-2 12-16,-2 12 15,-1 12 1,-3 7-16,-3 4 0,2-1 15,-1-9-15,1-7 16,3-10-16,-3-10 16,7-42-16,-2 36 15,2-36-15,-2 28 16,3-17-16</inkml:trace>
  <inkml:trace contextRef="#ctx0" brushRef="#br0" timeOffset="557165.294">28825 15602 0,'0'0'0,"2"13"0,0 15 0,1 10 15,-2 15-15,-6 8 16,2 9-16,-2-1 16,2-2-16,-2-4 15,2-7-15,-2-8 16,5-48-16,-1 38 16,1-38-16</inkml:trace>
  <inkml:trace contextRef="#ctx0" brushRef="#br0" timeOffset="557332.6574">28567 15939 0,'0'0'0,"5"-1"0,13 0 15,12 0-15,17 2 16,9 1-16,5 1 16</inkml:trace>
  <inkml:trace contextRef="#ctx0" brushRef="#br0" timeOffset="557731.9419">28819 16289 0,'0'0'0,"0"0"0,0 0 16,0 1-16,6-1 16,-6 0-16,14 0 15,7-1-15,8 5 16,-2 0-16,-1 5 15,-5 5-15,-7 4 16,-9 7-16,-4 6 16,-5 2-16,-9 6 15,-11 1-15,-5-1 16,-6 1-16,-2-5 16,0-6-16,5-5 15,32-24-15,-27 21 16,27-21-16,-18 16 15,13 1-15,18 0 16,14-9-16,13-6 16,15-11-16,4-9 15,0-6-15</inkml:trace>
  <inkml:trace contextRef="#ctx0" brushRef="#br0" timeOffset="557978.1767">29175 15986 0,'0'0'0,"0"0"0,6 0 0,11 0 16,17-2-16,15-1 16,13 2-16,10-1 15,0 0-15,-2 1 16,-70 1-16</inkml:trace>
  <inkml:trace contextRef="#ctx0" brushRef="#br0" timeOffset="558398.5249">30183 15744 0,'0'0'0,"-2"-6"0,-1-9 15,-2-4-15,-4-4 16,-17-6 0,-5 8-16,-6 9 0,-7 6 15,-8 15-15,3 14 16,-1 13-1,0 8-15,10 6 0,3 2 16,14 0-16,12-2 16,11-2-16,8-2 15,10-5-15,8-5 16,7 0-16,5-9 16,4-6-16,7-10 15,-5-10-15,1-6 16</inkml:trace>
  <inkml:trace contextRef="#ctx0" brushRef="#br0" timeOffset="558731.9345">30346 15543 0,'0'0'16,"0"7"-16,1 11 0,1 18 0,-5 12 15,-2 8-15,1 6 16,-2 5-16,1-7 16,1-1-16,0-5 15,2-6-15,0-9 16,1-2-16,0-5 15,1-32-15,-1 28 16,1-28-16,-1 21 16,1-14-16,1-14 15</inkml:trace>
  <inkml:trace contextRef="#ctx0" brushRef="#br0" timeOffset="558998.6176">30638 15647 0,'0'0'0,"1"7"0,-2 14 0,-4 12 15,-1 11-15,-1 10 16,0 6-1,-2-1-15,-2 1 0,6-5 16,0-9-16,2-2 16,0-9-16,3-35 15,1 30 1,-1-30-16,-1 27 0,1-6 16,0-21-16</inkml:trace>
  <inkml:trace contextRef="#ctx0" brushRef="#br0" timeOffset="559199.9654">30330 15961 0,'0'0'0,"6"0"0,8 1 0,16 3 15,19 2-15,8 1 16,0-1-16,0 2 16</inkml:trace>
  <inkml:trace contextRef="#ctx0" brushRef="#br0" timeOffset="559798.6294">30655 16280 0,'0'0'0,"0"0"0,0 0 0,0 0 16,7-1-16,7-1 15,7 1-15,5 4 16,-26-3-16,25 2 16,-2 5-16,-2 7 15,-7 5-15,-5 3 16,-8 4-16,-9 3 15,-2-1-15,-5 2 16,0 3-16,-9-4 16,1-4-16,-5-4 15,-1-4-15,-3-6 16,32-11-16,-27 6 16,27-6-16,-24 4 15,4-7-15,20 3 16,-18-9-16,6-5 15,10-7-15,7 1 16,-5 20-16,13-15 16,9 7-16,3 7 15,3 12-15,1 7 0,2 6 16,0 5-16,-1 2 16,-2 0-16,-2-2 15,-4 0-15,-22-29 16,27 27-16,-27-27 15</inkml:trace>
  <inkml:trace contextRef="#ctx0" brushRef="#br0" timeOffset="560466.3313">30892 16008 0,'0'0'0,"0"0"0,4 1 0,6 1 15,9 1-15,8 1 16,11 0-16,10 1 16,11 0-16,0 0 15,-1-1-15,-58-4 0,51 4 16,-51-4 0,43 2-16,-43-2 15,31 1-15,-31-1 0,20 1 16,-20-1-1,11 0-15,-11 0 0,3 1 16,-3-1-16,-5 1 16</inkml:trace>
  <inkml:trace contextRef="#ctx0" brushRef="#br0" timeOffset="561166.296">31915 15851 0,'0'0'0,"0"0"0,1-6 15,-1-6-15,0 12 16,3-19-16,2-4 15,-5 23-15,1-25 16,-4-1 0,-9-1-16,-7 7 0,-7 4 15,-4 5-15,-5 8 16,-6 14-16,-2 8 16,-2 14-16,-4 9 15,5 9-15,5 5 16,10 0-16,10 2 15,13-2-15,10-3 0,8-6 16,9-1 0,5-1-16,9-5 15,4-4-15,10-5 16,8-8-16,4-10 16,-2-14-16,-3-10 0</inkml:trace>
  <inkml:trace contextRef="#ctx0" brushRef="#br0" timeOffset="561437.0169">32221 15743 0,'0'0'0,"0"8"0,0 8 16,3 19-16,-6 8 16,-1 7-16,-1 7 0,1 4 15,-3-1 1,1 1-16,0-2 16,3-7-16,4-3 0,-1-49 15,3 43-15,-3-43 16,4 35-16,-4-35 15,2 26-15,-1-20 16,-1-16-16</inkml:trace>
  <inkml:trace contextRef="#ctx0" brushRef="#br0" timeOffset="561765.2555">32496 15750 0,'0'0'0,"1"6"0,1 12 0,0 10 16,-3 12-16,-2 9 15,-3 5-15,1 3 16,-1 4-16,-2-1 15,6-1-15,-1-4 0,2-7 16,0-7-16,5-6 16,-3-6-1,-1-29-15,3 23 0,-3-23 16,1 20-16,0-14 16,-6-16-16</inkml:trace>
  <inkml:trace contextRef="#ctx0" brushRef="#br0" timeOffset="561934.202">32261 16087 0,'0'0'0,"6"-1"0,10 3 0,16 4 16,10-1-1,6 2-15,6-4 0</inkml:trace>
  <inkml:trace contextRef="#ctx0" brushRef="#br0" timeOffset="562500.2064">32578 16509 0,'0'0'0,"0"0"0,7-2 0,11-3 15,4 4-15,-22 1 16,24 0-16,1 1 15,-25-1-15,24 6 16,-8 8-16,-3 6 16,-10 1-16,-5 3 0,-10-1 15,-3 1-15,-7-2 16,-3-2-16,25-20 16,-27 15-16,27-15 15,-26 12-15,26-12 16,-24 8-16,24-8 15,-18 4-15,18-4 16,-9 3-16,11-1 16,13 1-16,6 4 15,4 5-15,1 3 16,-2 9-16,-6 6 16,-5 0-16,-10 5 15,-4 4-15,-12-7 16,-3 1-16,-6-2 15,-6-5-15,-5-9 0,-5-5 16,-4-5-16,-7-11 16,2-2-16,-5-8 15,-4-8-15,0 0 16,2-3-16,2-4 16,2-3-16</inkml:trace>
</inkml:ink>
</file>

<file path=ppt/ink/ink20.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2.98804" units="1/cm"/>
          <inkml:channelProperty channel="Y" name="resolution" value="650.78448" units="1/cm"/>
          <inkml:channelProperty channel="T" name="resolution" value="1" units="1/dev"/>
        </inkml:channelProperties>
      </inkml:inkSource>
      <inkml:timestamp xml:id="ts0" timeString="2024-03-20T08:45:40.113"/>
    </inkml:context>
    <inkml:brush xml:id="br0">
      <inkml:brushProperty name="width" value="0.05292" units="cm"/>
      <inkml:brushProperty name="height" value="0.05292" units="cm"/>
      <inkml:brushProperty name="color" value="#FF0000"/>
    </inkml:brush>
  </inkml:definitions>
  <inkml:trace contextRef="#ctx0" brushRef="#br0">1825 11121 0,'0'0'0,"0"0"0,0 0 0,0 2 15,0-2-15,-6-1 16,6 1-16,-3-4 15,3 4-15,-3-4 16,3 4-16,0-4 16,0 4-16,5-3 15,3 2-15,11 1 16,-19 0-16,19 0 16,4 1-16,3 0 15,3 1-15,1-2 16,5-2-16,1-1 15,6 4-15,2 0 16,9-3-16,2 2 16,6 0-16,-1 0 0,7 0 15,2-1-15,4 0 16,0 1-16,1 1 16,3-2-16,-3-2 15,-3 3-15,-1-3 16,0 0-16,-2 0 15,1-1-15,-6 0 16,6 3-16,-3 1 16,2 0-16,-1-3 15,0 0-15,-2 0 16,2 1-16,-2 0 16,1 2-16,-3 1 15,1-3-15,-6 1 16,1 2-16,-4-3 15,6-1-15,-8 1 16,4-2-16,-2 1 16,-3 2-16,0-2 0,1 0 15,-2 2-15,-2-1 16,0 0-16,-8 0 16,2 1-16,-5-1 15,-5 0-15,-33 2 16,30-3-16,-30 3 15,28-4-15,-28 4 16,17-4-16,-17 4 16,12-3-16,-15 4 15</inkml:trace>
  <inkml:trace contextRef="#ctx0" brushRef="#br0" timeOffset="36467.6712">6695 11030 0,'0'0'0,"12"0"0,6-1 0,13 0 16,12 0-1,7 1-15,13 0 0,5 2 16,3-1-16,5 1 16,8-2-16,10 0 15,6 4-15,5-4 16,6 1-16,8 3 16,2 1-16,4 1 15,3-1-15,-1 0 16,-2 0-16,-2-2 15,4-1-15,1-4 16,-2 4-16,-1-3 16,-4 3-16,-2 2 15,-6-3-15,-4-1 16,-7 1-16,-5-1 16,-8 1-16,-7 1 15,-12-4-15,-12 2 16,-15-2-16,-43 2 0,33-3 15,-33 3-15,22-5 16,-15 0 0,-31-6-16</inkml:trace>
  <inkml:trace contextRef="#ctx0" brushRef="#br0" timeOffset="36933.2945">6500 11104 0,'0'0'0,"11"-4"0,14-1 0,11 0 15,28-5-15,18 5 16,11-1-16,15 3 16,5 2-16,7 0 15,9 0-15,8 1 16,12-1-16,6 4 15,6 0-15,3 4 16,4-3-16,5 2 16,-1-4-16,4 4 15,-4 1-15,1 3 16,-4-2-16,-2 6 16,-12 0-16,-9 2 15,-23 0-15,-19 1 16,-104-17-16,76 15 0</inkml:trace>
  <inkml:trace contextRef="#ctx0" brushRef="#br0" timeOffset="59499.8789">12089 10826 0,'0'0'0,"0"0"0,5-2 16,-5 2-16,12-6 16,8 0-16,9 0 15,3 1-15,2 4 16,-3 0-16,1 1 0,1 2 15,1-2 1,-2 2-16,5 0 0,-1-3 16,3 0-16,-3 1 15,6-1-15,2 2 16,4 2-16,3-2 16,5-1-16,5 0 15,1 1-15,2 2 16,2 3-16,-4-3 15,1 2-15,2 1 16,2 0-16,-1-3 16,5 3-16,-1-5 15,2 2-15,0 0 16,1 1-16,-3 0 16,2 1-16,-2 0 15,0 0-15,-2 1 16,3-2-16,-1-1 15,1-2-15,1 3 16,-1-2-16,-2 1 16,4-1-16,-4 0 15,-1-2-15,4 1 0,2 0 16,-3-1-16,3 2 16,2-4-16,-1 3 15,3 0-15,-6 2 16,3-1-16,-2 1 15,0 0-15,0-2 16,-1 1-16,-2-2 16,2 1-16,-5 1 15,1-1-15,-3 1 16,0 0-16,-3-1 16,-6 3-16,-2-2 15,-3-1-15,-5 1 16,-3-1-16,-6 1 15,-37-2-15,32 0 16,-32 0-16,27 0 16,-27 0-16,19-2 15,-8 1-15,-19-3 16</inkml:trace>
  <inkml:trace contextRef="#ctx0" brushRef="#br0" timeOffset="97534.2664">13076 11606 0,'0'0'0,"0"0"0,0 0 16,0 0-16,0 0 15,1 0-15,-1 0 16,2-1-16,5 3 16,9 0-16,6-2 15,4 4-15,0 0 16,1-2-16,6 1 16,2 2-16,7 1 15,10 0-15,5-3 16,11 0-16,14-1 15,9-1-15,9-1 16,14-1-16,3 1 16,12 0-16,4-4 15,8 4-15,-1 0 0,4 1 16,-3 5-16,-2-5 16,-5 5-16,-6-2 15,-6-1-15,-8-2 16,-11 1-16,-7-4 15,-15 2-15,-13 0 16,-15 0-16,-53 0 16,42 0-16,-42 0 15,29-2-15,-10 2 16,-14 4-16,-15 9 16</inkml:trace>
  <inkml:trace contextRef="#ctx0" brushRef="#br0" timeOffset="137637.4624">4147 17140 0,'0'0'0,"0"0"0,0 0 0,-3-3 16,-6-5-16,9 8 15,-14-11-15,-4 1 0,-1-1 16,-6 1-16,2 0 16,2 6-1,-4-3-15,-3 1 0,1 2 16,-2 0-16,2-3 15,-1 0-15,4 0 16,-5 2-16,-3 2 16,0-2-16,-3 4 15,-1 0-15,0 1 16,0-1-16,-3 1 16,4 0-16,-1 0 15,0-2-15,-1 2 16,-1-2-16,0-3 15,-3 4-15,2 0 16,-1-1-16,2-2 16,-1 1-16,0-2 15,-3 2-15,2 0 16,-5 1-16,6-2 16,-6 2-16,-1-2 0,1 2 15,-6 0-15,5 1 16,-5-1-16,1 0 15,-1-3 1,2 1-16,-2 2 0,1 4 16,-1-2-1,-1 2-15,-2 1 0,2 1 16,-3-2-16,1-1 16,-3 4-16,2 0 15,-4-1-15,4 0 16,-4 1-16,-8 1 15,2-3-15,4 0 16,5-3-16,1 1 16,5-1-16,0 2 15,1 1-15,-3 2 16,-2-1-16,-1 5 16,9-5-16</inkml:trace>
  <inkml:trace contextRef="#ctx0" brushRef="#br0" timeOffset="148666.3831">4179 12304 0,'0'0'0,"0"0"0,0 0 0,2-8 15,1-5-15,-3 13 16,0-21-16,-2-2 16,1-5-16,-9 4 15,0-1-15,-4 3 16,-4 2-16,-8 0 16,1-3-16,-6 4 15,-6-2-15,-3-3 16,0 2-16,-4 0 15,-4 0-15,2 5 0,-6 0 16,0 1-16,-5 3 16,-2 5-16,-3 3 15,0 4-15,-2 1 16,2 2-16,-3 8 16,2 0-16,1 3 15,1 5-15,1 0 16,3 5-16,2 2 15,-2 3-15,6 3 16,-1 4-16,4 7 16,2-1-16,7 5 15,-2 2-15,8 4 16,7 1-16,10 0 16,3 2-16,9-3 15,7 1-15,7-3 16,6-2-16,5 1 0,10-1 15,9-3-15,9-4 16,5-3-16,9-1 16,8-6-16,5 1 15,5-2-15,5-3 16,7-3-16,1 1 16,4-5-1,1-6-15,2-3 0,-4-3 16,-6-3-16,-2-7 15,-4-1-15,-3-7 16,-5-2-16,-2-6 16,-6-4-16,-2-6 15,-5-3-15,-1-4 16,-5-3-16,-5-3 16,-9-5-16,-2-3 15,-5-6-15,-10-4 16,-10-3-16,-9-6 15,-7-3-15,-12-3 0,-12-3 16,-8-3-16,-15 1 16,-14 4-16,-18 3 15,-21 4-15,-17 10 16,-21 12-16,-23 18 16,-21 17-16</inkml:trace>
  <inkml:trace contextRef="#ctx0" brushRef="#br0" timeOffset="324523.1549">14023 16906 0,'0'0'0,"0"0"0,0 0 16,3 0-16,-3 0 16,4 2-16,-4-2 15,2 0-15,-2 0 0,2 1 16,-2-1-16,1-1 15,-4-1-15,3 2 16,-12-3-16,-5-1 16,-7 0-16,24 4 15,-25-2-15,-3 0 16,2-1-16,26 3 16,-25-2-16,25 2 15,-24 0-15,0-2 16,24 2-16,-25-1 15,6 1-15,19 0 16,-23 1-16,-2 1 16,0 3-16,25-5 15,-29 3-15,-2 1 16,-3 1-16,1-2 16,2-1-16,-2 1 15,-1 4-15,1 0 16,-1 0-16,-2-2 0,-4 2 15,3-3-15,0-2 16,-7 3-16,2 1 16,-3-1-16,-7-1 15,3-2-15,0 0 16,0 1-16,-1-2 16,2 0-16,-3 4 15,0-3-15,1-1 16,1-2-16,-3 2 15,4-2-15,1 1 16,1 0-16,1 2 16,-1-2-16,0 1 15,5 1-15,3-2 16,5 4-16,0-3 16,33-1-16,-30 1 15,30-1-15,-28 0 16,28 0-16,-22-1 0,22 1 15,-16 0 1,16 0-16,-10 1 0,10-1 16,-5 0-1,5 0-15,-1 2 0,1-2 16,0 0-16,0 0 16,1 0-16,-1 0 15</inkml:trace>
  <inkml:trace contextRef="#ctx0" brushRef="#br0" timeOffset="325366.183">13828 16918 0,'0'0'0,"0"0"0,0 0 0,0 0 16,-4 1-16,4-1 15,-12 1-15,-7-3 16,-12 1-16,-7 0 16,-6 1-16,-7 3 15,-3 4-15,-4-3 16,-2 2-16,-7-3 0,-1-1 16,-3-2-1,-6 2-15,-2 0 0,-1-3 16,-1 0-16,-2 2 15,1-2-15,-4 1 16,5 0-16,-5 2 16,3 0-16,-2-1 15,3 2-15,2 1 16,3-1-16,4-2 16,4 0-16,7 0 15,3 1-15,1 1 16,6-2-16,9 1 15,2 4-15,7 0 16,2 4-16,2 0 0</inkml:trace>
  <inkml:trace contextRef="#ctx0" brushRef="#br0" timeOffset="349299.4942">13998 16912 0,'0'0'0,"0"0"0,0 0 0,5-1 15,-5 1-15,7-2 16,-7 2-16,6 0 16,-6 0-16,5-1 15,-1 4-15,-4-3 16,-3 7-16,3-7 15,-6 5-15,6-5 16,-11 5-16,-5-3 16,-2 0-16,-2-4 15,-2-2-15,-3 1 16,-1 3-16,-4-5 16,1 6-16,-4-2 0,-7 1 15,-1-3-15,-3 1 16,-2-4-16,-4-1 15,0-1-15,-5 3 16,-1-3 0,-2 3-16,-3 0 0,-4 0 15,-1 2-15,3 4 16,-7 0-16,2 4 16,1-1-16,0 2 15,2 2-15,4-2 16,-1 1-16,1 2 15,0-2-15,1 0 16,-1-2-16,2-2 16,5 1-16,0 1 15,1 1-15,6 1 16,2 0-16,4-2 16,4 1-16,37-6 15,-31 4-15,31-4 0,-29 2 16,29-2-1,-20 3-15,20-3 0,-17-1 16,17 1-16,-8-2 16,8 2-16,-3 0 15,3 0-15,-1-1 16</inkml:trace>
  <inkml:trace contextRef="#ctx0" brushRef="#br0" timeOffset="378866.6384">21308 17176 0,'0'0'0,"0"0"0,0 0 16,1-2-16,-1 0 15,0 2-15,-6-5 16,-5 3-16,-10 0 16,-5 1-16,-12-1 15,-6 3-15,-6 0 16,-3-1-16,-7 1 15,-3-1-15,-8-2 16,-5-1-16,-2 1 16,-7-2-16,0-1 15,-5 2-15,-3 0 16,-3 3-16,-4 1 0,2 0 16,-5 0-1,-1 3-15,1-1 16,1-1-16,1-3 15,3-4-15,1 3 0,3 2 16,4-1-16,3-1 16,2 1-16,5 0 15,8-2-15,4-1 16,5 0-16,6 1 16,5 0-16,7-1 15,7 1-15,38 3 16,-40-5-16,5-1 15,-2 0-15,4 1 16,-1-1-16</inkml:trace>
  <inkml:trace contextRef="#ctx0" brushRef="#br0" timeOffset="451299.3669">1945 18124 0,'0'0'0,"0"0"0,0 0 16,0 2-16,0-2 16,0-3-16,0 3 15,3-1-15,-3 1 16,0-2-16,0 2 15,0-1-15,0 1 16,0 0-16,0 0 16,0 4-16,0-4 15,6 6-15,8 0 16,-14-6-16,20 8 16,2-2-16,10-1 15,-2 0-15,5-4 16,1 2-16,-1-1 15,-2-1-15,3 0 16,3 1-16,6-4 0,0 3 16,1-2-16,-1 3 15,7-4-15,-1 1 16,-2 1-16,1 0 16,0 0-16,0 1 15,-3 1-15,8 0 16,-4 0-16,3 1 15,0 2-15,1-1 16,-1 2-16,1-3 16,-1 2-16,4 1 15,0 1-15,0-3 16,4 4-16,0-3 16,-4-2-16,0 3 15,-4-4-15,0 0 16,3 3-16,-3-2 15,6 1-15,-2-1 16,1 0-16,6 0 16,0-1-16,5 1 0,0-1 15,-2 2 1,-7 1-16,1-2 0,-5 0 16,-2 0-16,1 1 15,-1-1-15,-2 0 16,-3 2-16,-5-2 15,-3 1 1,-6-2-16,-36-2 0,30 1 16,-30-1-16,26 1 15,-26-1-15,20 1 16,-20-1-16,11-1 16,-12 2-16,-21-3 15,-15 0-15,-8-3 16</inkml:trace>
  <inkml:trace contextRef="#ctx0" brushRef="#br0" timeOffset="452399.3783">2007 18247 0,'0'0'0,"0"0"0,6 2 16,-6-2-16,11 4 16,4-1-16,-15-3 0,20 2 15,6 3-15,6-1 16,-2-1-16,3 1 15,-2-2-15,2-1 16,2 1 0,3-2-16,-1 0 15,2 0-15,-1 0 16,1 0-16,0 0 0,6 1 16,-3 0-16,4-1 15,2 1-15,1-3 16,3 2-16,-4-2 15,1 2-15,-4-1 16,4-2-16,-3-1 16,5 0-16,1 1 15,-4 1-15,2-1 16,-2 1-16,3 2 16,-4 0-16,0-1 15,3 0-15,-1-2 16,2 1-16,-5 1 15,3 2-15,2-3 16,-3 1-16,1 0 16,-3 1-16,2 1 15,1 0-15,-1 1 0,-2-2 16,0 0-16,6-1 16,1 0-16,3 0 15,2 3-15,-6-1 16,3 1-16,-7-2 15,-2 1-15,-1-1 16,1 0-16,-3 1 16,-2 0-16,2-1 15,-1 0-15,-3 0 16,-1-2-16,-6-1 16,-1 3-16,-31 0 15,24 2-15,0-2 16,-24 0-16,22 0 15,-22 0-15,19-2 0,-19 2 16,13-1 0,-13 1-16,9-1 0,-9 1 15,3 0-15,-4 1 16,-7-1-16,8 0 16,-14 0-1,14 0-15</inkml:trace>
  <inkml:trace contextRef="#ctx0" brushRef="#br0" timeOffset="452551.5521">4985 18227 0,'0'0'0,"0"0"0,0 0 15,0 0-15,0 0 16,0 0-16,0 3 15</inkml:trace>
  <inkml:trace contextRef="#ctx0" brushRef="#br0" timeOffset="462799.3086">25218 16490 0,'0'0'0,"0"0"0,0 0 0,2 0 16,-2 0-1,3 0-15,-3 0 0,2 0 16,-2 0-16,2 0 16,-2 0-16,3 1 15,-3-1-15,3 1 16,-3-1-16,1 1 15,-1-1-15,-2 0 16,2 0-16,-8 0 16,8 0-16,-10 0 15,10 0-15,-14 2 16,-4 0-16,-2-1 0,20-1 16,-21 3-16,3-2 15,-7-4-15,25 3 16,-23 0-16,-2 4 15,-4-3-15,29-1 16,-27 4-16,1 0 16,-5 2-16,3-1 15,1-1-15,0 1 16,0-2-16,0-1 16,3-2-16,24 0 15,-30 0-15,-3 0 16,-5 0-16,3-1 15,-1-1-15,0 1 16,-1-2-16,0 0 0,1 1 16,0 3-16,1-1 15,-2-2-15,1 1 16,-2-2 0,1 0-16,-1 4 0,0-1 15,-3 0-15,1 0 16,2-2-16,-4 2 15,2-3-15,0 3 16,-4 1-16,2 0 16,2-3-16,-3 4 15,2-2-15,-2-1 16,1 5-16,-2-1 16,0-2-16,1 1 15,-1 1-15,2-3 16,0 3-16,-2-2 15,4 0-15,5-2 16,-1 1-16,36 0 16,-33-4-16,4 1 15,29 3-15,-28-4 16,28 4-16,-25-2 0,25 2 16,-21-3-16,21 3 15,-15-2-15,15 2 16</inkml:trace>
  <inkml:trace contextRef="#ctx0" brushRef="#br0" timeOffset="524232.5987">9802 11773 0,'0'0'0,"0"0"0,0 0 0,0-4 16,0 4-16,3-7 15,-3 7-15,1-10 16,-1 10-16,2-12 16,-2 12-16,-1-14 15,-5 3-15,6 11 16,-13-13-16,-6 2 16,-5 0-16,0 4 0,0-1 15,-4-2 1,-4 4-16,1 1 0,-1 1 15,-5-3 1,2 3-16,-4-1 0,2 3 16,-6-1-16,0 2 15,1 0-15,1-4 16,-5 2-16,2-1 16,-1 3-16,-4-2 15,4 1-15,-3 2 16,2 1-16,-6 1 15,-1-1-15,0 2 16,3 2-16,-5 4 16,6 0-16,1 2 15,-2-2-15,-2 3 16,6-2-16,-5-1 16,2 3-16,3 0 15,0 2-15,-1 3 16,0 1-16,0 1 0,0 2 15,2 0 1,-1-2-16,3 3 16,-3 1-16,4 2 0,-1 1 15,-3-1-15,2 4 16,0-1-16,1 0 16,-1 2-16,-1 2 15,5-3-15,2 3 16,2 1-16,7 1 15,-2-1-15,3 1 16,3-1-16,3 1 16,5-3-16,2 2 15,6-2-15,4 0 16,4-1-16,2-2 16,6-1-16,2-1 15,2 2-15,9 1 16,2-2-16,2 2 0,7-3 15,3-3-15,6 1 16,6-1-16,3 0 16,6-4-16,5-4 15,6-1-15,5-2 16,4-1-16,6-7 16,0 3-16,0-5 15,3-3-15,-2-2 16,-2-5-16,-3-1 15,-2-3-15,-4-3 16,0-2-16,5-2 16,3-5-16,3-1 15,3-1-15,-2 2 16,-5-2-16,-3-1 16,-6 0-16,-2-3 15,1-2-15,0 3 16,-6-3-16,2-1 15,-3 1-15,0-3 16,-6-3-16,-4 1 16,-4-2-16,-4 0 0,-4-1 15,-6-1-15,-2-1 16,-6-2-16,-8-2 16,3 0-16,-12 0 15,-5-3-15,-9-3 16,-15-1-16,-8-2 15,-16-3-15,-11 2 16,-13 1-16,-15 3 16,-19 3-16,-16 12 15,-23 11-15</inkml:trace>
</inkml:ink>
</file>

<file path=ppt/ink/ink21.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2.98804" units="1/cm"/>
          <inkml:channelProperty channel="Y" name="resolution" value="650.78448" units="1/cm"/>
          <inkml:channelProperty channel="T" name="resolution" value="1" units="1/dev"/>
        </inkml:channelProperties>
      </inkml:inkSource>
      <inkml:timestamp xml:id="ts0" timeString="2024-03-20T08:57:01.012"/>
    </inkml:context>
    <inkml:brush xml:id="br0">
      <inkml:brushProperty name="width" value="0.05292" units="cm"/>
      <inkml:brushProperty name="height" value="0.05292" units="cm"/>
      <inkml:brushProperty name="color" value="#FF0000"/>
    </inkml:brush>
  </inkml:definitions>
  <inkml:trace contextRef="#ctx0" brushRef="#br0">20753 12276 0,'0'0'0,"7"-1"0,-7 1 0,10-1 15,13 0-15,12 0 16,6 0-16,4 1 15,6-1-15,4 1 16,3 1-16,11 0 16,3-1-16,4 2 15,6-4-15,4-4 16,5 4-16,10-3 16,3 1-16,4 2 15,8 2-15,2-3 16,2 3-16,1-2 15,2 3-15,5 3 16,-2 0-16,-3 1 16,-1-2-16,1 5 15,-2-2-15,-10 2 0,-4-4 16,-7 5 0,-11-1-16,-10-4 15,-7 0-15,-13 3 0,-11-6 16,-48-1-1,39 1-15,-39-1 0,30 0 16,-30 0-16,21-1 16,-21 1-16,11-2 15,-6 2-15,-24-6 16,-13 3-16</inkml:trace>
</inkml:ink>
</file>

<file path=ppt/ink/ink22.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2.98804" units="1/cm"/>
          <inkml:channelProperty channel="Y" name="resolution" value="650.78448" units="1/cm"/>
          <inkml:channelProperty channel="T" name="resolution" value="1" units="1/dev"/>
        </inkml:channelProperties>
      </inkml:inkSource>
      <inkml:timestamp xml:id="ts0" timeString="2024-03-20T08:56:39.945"/>
    </inkml:context>
    <inkml:brush xml:id="br0">
      <inkml:brushProperty name="width" value="0.05292" units="cm"/>
      <inkml:brushProperty name="height" value="0.05292" units="cm"/>
      <inkml:brushProperty name="color" value="#FF0000"/>
    </inkml:brush>
  </inkml:definitions>
  <inkml:trace contextRef="#ctx0" brushRef="#br0">19239 5006 0,'0'0'0,"2"-11"0,-2-5 15,-1-8 1,-5-1-16,-3-7 0,0 5 16,0-1-16,-10 3 15,1 0 1,-6 3-16,-13 1 0,-7 1 16,-2-3-16,-6-3 15,-6 1-15,1 3 16,-10-3-16,1 1 15,-7 2-15,-1 0 16,-10-1-16,7 5 16,-4 1-16,3-2 15,-5 4-15,-2 4 16,-4-3-16,1 3 16,0 2-16,3 0 15,-4 3-15,4 3 16,-7 2-16,5 5 0,-8 0 15,3 2-15,7 3 16,3 4-16,-1-4 16,-3 5-16,8 2 15,-4 2-15,4 1 16,4 7-16,-3 2 16,1 4-16,6 2 15,2 5-15,-1 1 16,4 7-16,2 4 15,7 3-15,3 5 16,3 2-16,5 1 16,2 3-16,2 1 15,7 5-15,4 0 16,8 4-16,2 0 0,6-4 16,5 3-16,8-5 15,12 3 1,8-3-16,4-1 0,12 1 15,4-4-15,4-1 16,5-4 0,9-3-16,5-3 0,8-7 15,1-1-15,9-4 16,1-3-16,8-6 16,1-8-16,12-5 15,0-7-15,3-2 16,5-5-16,1-5 15,5-4-15,2-1 16,1-3-16,-3-3 16,4-1-16,-5-4 15,7-3-15,-2-2 16,0-1-16,0-2 16,-3-2-16,-2-4 15,-10-1-15,2-1 16,-7-11-16,-1 3 15,-4-7-15,4-4 0,-9-3 16,-2 2-16,-4-2 16,-11 3-16,-11-2 15,-3-1-15,-14-7 16,-4 2-16,-13 0 16,-4-4-16,-10 1 15,-4-5-15,-9-2 16,-5-3-16,-5 0 15,-13-2-15,-5-2 16,-8 1-16,-7 4 16,-9 3-16,-3 4 15,-6 0-15,-6 10 16,-5 2-16,-10 4 16,-5 7-16,-5 1 15,-7 8-15,-5 5 0,-5 6 16,-10 8-1,-11 9-15,-3 9 0,-12 17 16</inkml:trace>
  <inkml:trace contextRef="#ctx0" brushRef="#br0" timeOffset="247308.0898">17912 6639 0,'0'0'0,"0"0"0,5 6 0,-5-6 15,11 7-15,-11-7 0,12 9 16,-12-9-16,11 6 16,-11-6-16,14 5 15,-14-5-15,12 5 16,-12-5-16,9 2 16,-9-2-16</inkml:trace>
  <inkml:trace contextRef="#ctx0" brushRef="#br0" timeOffset="287568.8154">17122 14304 0,'0'0'0,"0"0"0,0 0 0,1-3 16,-1 3-16,-1-6 15,1 6-15,-2-6 16,2 6-16,2-10 15,-2 10-15,3-9 16,-3 9-16,5-6 16,-5 6-16,4-5 15,-4 5-15,4-5 16,-4 5-16,4-6 16,-4 6-16,4-6 15</inkml:trace>
</inkml:ink>
</file>

<file path=ppt/ink/ink23.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2.98804" units="1/cm"/>
          <inkml:channelProperty channel="Y" name="resolution" value="650.78448" units="1/cm"/>
          <inkml:channelProperty channel="T" name="resolution" value="1" units="1/dev"/>
        </inkml:channelProperties>
      </inkml:inkSource>
      <inkml:timestamp xml:id="ts0" timeString="2024-03-20T09:02:36.280"/>
    </inkml:context>
    <inkml:brush xml:id="br0">
      <inkml:brushProperty name="width" value="0.05292" units="cm"/>
      <inkml:brushProperty name="height" value="0.05292" units="cm"/>
      <inkml:brushProperty name="color" value="#FF0000"/>
    </inkml:brush>
  </inkml:definitions>
  <inkml:trace contextRef="#ctx0" brushRef="#br0">1852 11386 0,'0'0'0,"6"-1"0,8 1 16,11-3-16,11 1 15,11 2-15,8 6 16,1-5-16,-1 1 15,4-1-15,-7 2 16,2-4-16,-8 2 16,-4-1-16,-42 0 0,33 1 15,-7 0-15,-17-3 16,-16 3-16</inkml:trace>
  <inkml:trace contextRef="#ctx0" brushRef="#br0" timeOffset="199.273">1796 11415 0,'0'0'0,"8"-1"0,11 2 0,19-1 15,17 4 1,13 2-16,13 4 0,13 5 15,13 2 1</inkml:trace>
  <inkml:trace contextRef="#ctx0" brushRef="#br0" timeOffset="25431.5508">5683 6531 0,'0'0'0,"-4"-11"0,-3-2 15,-2-9-15,-6-5 16,-1-1-16,-2-2 15,-1 0-15,-4 1 16,-1 1-16,-7 4 16,2-1-16,-8 2 0,-1-1 15,-2 0-15,-2-3 16,-3 3 0,-3-1-16,-2 1 0,-1 0 15,-5 1-15,1 1 16,-2-2-16,-2 5 15,1 0-15,-3 3 16,2-1-16,-5 4 16,-1 4-16,2-2 15,-1 0-15,0 1 16,5 5-16,-3-2 16,-2 4-16,2 2 15,0-1-15,-5 2 16,5 2-16,-2 2 15,1 2-15,2 0 16,0 3-16,2-1 16,4 2-16,-1 1 0,2 1 15,2 2-15,2-2 16,-1 1-16,3 3 16,-1 1-16,-2 1 15,5-5-15,0 4 16,5-3-16,-1-2 15,2 2-15,3 4 16,1-2-16,0 1 16,5 3-16,-3 1 15,4-1 1,0 1-16,1 2 0,1 2 16,3-2-16,2 0 15,2 3-15,2 3 16,0-3-16,-1 2 15,2 1-15,3-1 16,-2 1-16,2-1 16,4 5-16,0-1 0,1 3 15,4-2-15,0 2 16,-1-2-16,3 2 16,-1 3-16,3 2 15,-1-1-15,3 1 16,3-4-16,-1-2 15,1 0-15,6 3 16,-3-5-16,1 5 16,2-5-16,2 2 15,4-2-15,3 2 16,-1 0-16,0 3 16,6-2-16,-1 2 15,1 0-15,3-1 16,3-3-16,-2 1 15,6-2-15,-1 1 16,3-1-16,0-1 16,1-2-16,0-4 15,1-4-15,3-3 16,0 2-16,5 0 16,-2-1-16,2-2 15,2 2-15,-4-8 16,3-1-16,2 0 0,-2 1 15,5-1-15,-3-4 16,1 0-16,-1-2 16,4 1-16,1-4 15,2 2-15,-1-2 16,2-1-16,-1-4 16,3 0-16,1 0 15,0 0-15,-2-4 16,3 2-16,-3-3 15,1-2-15,0-1 16,1 1-16,-1-3 16,7 1-16,-2-2 15,-3-1-15,5-1 16,-4 0-16,1-4 16,0 3-16,2-3 15,-3 0-15,-1-2 16,0 1-16,-1-3 15,-3-2-15,3 1 0,2 0 16,-3-4-16,-4-3 16,1 0-16,-2 1 15,-3-2-15,-3-3 16,2 0-16,-7-2 16,-3-3-16,3 1 15,-7-1-15,-1-5 16,-2-2-16,-7 3 15,-6-2-15,0 1 16,-6 1-16,-2 2 16,1-4-16,-7 1 15,-2 1-15,-4-3 16,-6 0-16,-2 1 16,0 2-16,-5 3 15,-6 2-15,1 3 16,-7-3-16,-10 4 15,-4 1-15,-4 4 0,-4 7 16,-12 6-16,-7 6 16,-4 6-16</inkml:trace>
  <inkml:trace contextRef="#ctx0" brushRef="#br0" timeOffset="30332.146">7245 6791 0,'0'0'0,"0"0"0,1-9 0,-3-8 15,1-3-15,1 20 0,-6-24 16,-7 3-16,-10 3 16,-5 4-16,-5 10 15,-3 3-15,-6 9 16,-2 6-16,-5 13 16,-1 5-16,-2 10 15,-3 12-15,7 7 16,2 8-16,14 1 15,7 0-15,18 0 16,13-4-16,11-8 16,8-5-16,6-8 15,6-8-15,3-10 16,7-3-16,0-5 16,3-10-16,0-5 15,5-7-15,-1-4 16,-1-6-16,-6-5 15,-3 2-15,-3 0 16,-41 16-16,34-15 16,-34 15-16,26-9 0,-12 1 15,-14 4 1</inkml:trace>
  <inkml:trace contextRef="#ctx0" brushRef="#br0" timeOffset="31898.7488">6395 6403 0,'0'0'0,"0"0"0,0 0 16,1 1-1,6 2-15,10 3 0,6 3 16,5 7-16,8 7 15,0 5-15,7 6 16,2 1-16,1 4 16,-5 3-16,-2-4 15,-3-4-15,-36-34 16,33 28-16,-33-28 16,30 21-16,-8-9 15,-4-13-15</inkml:trace>
  <inkml:trace contextRef="#ctx0" brushRef="#br0" timeOffset="32164.8827">6612 6263 0,'0'0'0,"0"0"0,3 1 16,4 5-16,13 5 0,3 9 15,7 8-15,5 8 16,8 5-16,-3 1 16,7 3-16,-4-5 15,-2-3-15,-5-5 16,-36-32-16,30 24 15,-30-24-15,22 17 16</inkml:trace>
  <inkml:trace contextRef="#ctx0" brushRef="#br0" timeOffset="32731.8597">6339 5774 0,'0'0'15,"-3"-4"-15,3 4 0,-14-11 16,-5 1-16,-6 0 16,-2 5-16,-2 11 15,-2 8-15,4 6 16,4 12-16,1 10 16,6 8-16,5 4 15,9 5-15,12 4 0,12-10 16,7-10-16,8-9 15,3-12-15,0-9 16,3-7-16,-3-8 16,0-5-16,-6-4 15,0-6-15,-3-6 16,-2-6-16,-5-5 16,-2-3-16,-5-1 15,-8-2-15,-4-2 16,-10 2-16,-7-1 15,-10 0-15,-8 1 16,-5 6-16,-7 4 16,2 9-16,-2 8 15,0 10-15,3 10 0,1 10 16</inkml:trace>
  <inkml:trace contextRef="#ctx0" brushRef="#br0" timeOffset="33331.5594">7501 7017 0,'0'0'0,"0"0"0,0 0 16,-4-2-16,4 2 16,-5-4-16,5 4 15,-8-1-15,8 1 16,-8-6-16,7-1 15,7-4-15,6-3 16,13-7-16,11-4 16,9-2-16,7-5 0,8 1 15,3 1 1,-4-1-16,0 5 0,-9 4 16,-6 4-16,-44 18 15,35-13-15,-35 13 16,28-8-16,-28 8 15,20-4-15,-20 4 16,10-5-16,-15 5 16,5 0-16,-18 2 15</inkml:trace>
  <inkml:trace contextRef="#ctx0" brushRef="#br0" timeOffset="33664.9099">8374 6219 0,'0'0'0,"0"0"0,1 4 0,2 16 16,0 11-16,0 15 16,-3 9-16,1 9 15,1-5-15,1 2 16,-3-8-16,4-4 16,-4-49-16,4 39 15,1-8-15,-5-31 16,1 25-16,-1-25 15,3 16-15,-3-7 16,0-9-16,4-2 16</inkml:trace>
  <inkml:trace contextRef="#ctx0" brushRef="#br0" timeOffset="33998.0236">8711 6132 0,'0'0'0,"0"0"0,1 0 15,-1 0-15,3 6 16,3 5-16,-1 10 16,-3 9-16,0 9 15,1 5-15,-2 2 16,5 6-16,-3-2 15,-1-4-15,1-5 16,-3-5-16,0-36 16,3 31-16,2-2 15,-5-29-15,8 25 16,-8-25-16,5 22 16,-3-9-16,-6-12 15</inkml:trace>
  <inkml:trace contextRef="#ctx0" brushRef="#br0" timeOffset="34198.2328">8323 6507 0,'0'0'0,"0"0"0,0 0 16,0 0-16,10-5 0,22-8 15,16-1-15,17-2 16,15-2-16,9 3 16,-2 4-16,-4 0 15</inkml:trace>
  <inkml:trace contextRef="#ctx0" brushRef="#br0" timeOffset="44531.4899">5627 11199 0,'0'0'0,"0"0"0,0 0 0,3-4 16,-3 4-16,9-6 15,-2 2-15,-7 4 16,13-5-16,2 5 16,6 6-16,4 0 0,2 2 15,6 4-15,5-2 16,6-2-16,2 1 16,6-4-16,-3-3 15,6-4-15,0 2 16,3-6-16,-2-4 15,2-3-15,1-3 16,1-4-16,-5-4 16,-1-3-16,-7-4 15,-5-3-15,-7-4 16,-5-2-16,-11-5 16,-2-1-16,-11-3 15,-9-3-15,-7-1 16,-10 0-16,-6 4 15,-5 0-15,-7 6 16,-3 2-16,-8 3 16,2 3-16,-3 7 0,-5 2 15,1 3 1,-2 6-16,-1 8 16,-2 3-16,0 5 0,-1 8 15,3 6 1,2 9-16,4 7 0,-3 10 15,7 11-15,0 7 16,3 8-16,4 9 16,7 2-16,6 2 15,7-2-15,9-1 16,9-7-16,7-2 16,13-7-16,7-5 15,12-4-15,11-6 16,13-5-16,15-8 15,14-4-15,14-8 16,8-7-16</inkml:trace>
  <inkml:trace contextRef="#ctx0" brushRef="#br0" timeOffset="59670.2343">4149 8702 0,'0'0'0,"0"0"0,0 0 0,0 0 15,0 0-15,-2 1 16,2-1-16,-3 0 16,3 0-16,-5 0 0,5 0 15,-1 1-15,1-1 16,-3 0-16,3 0 16,-3 2-1,3-2-15,-6 2 0,6-2 16,-3 5-16,3-5 15,-9 5-15,9-5 16,-5 4-16,5-4 16,-3 3-16,3-3 15,0 1-15,3-1 16,-3 0-16,10-6 16,-10 6-16,8-6 15,-8 6-15,8-6 16,-8 6-16,6-9 15,-6 9-15,2-8 16,-2 8-16,-2-4 16,2 4-16,-8-4 15,8 4-15,-7-1 0,7 1 16,-6 1-16,6-1 16,-4 2-16,4-2 15,-3-2 1,3 2-16,3 0 0,-3 0 15,4-1-15,-4 1 16,6 0-16,-6 0 16</inkml:trace>
  <inkml:trace contextRef="#ctx0" brushRef="#br0" timeOffset="60496.0078">4372 8418 0,'0'0'0,"0"0"0,0 0 16,0 0-16,0 0 15,3-1-15,-3 1 16,3 1-16,-3-1 16,3 6-16,1 6 15,-4-12-15,5 15 16,-2 6-16,-3-21 16,3 22-16,0 1 15,-1 0-15,-2-23 0,0 25 16</inkml:trace>
  <inkml:trace contextRef="#ctx0" brushRef="#br0" timeOffset="63932.67">5157 8982 0,'0'0'0,"0"0"0,0 0 16,-1-1-16,1 1 16,-2-8-16,2 8 0,-2-7 15,2 7-15,0-6 16,0 6-16,4-6 16,1 1-16,-5 5 15,9-7-15,7 1 16,-16 6-16,19-7 15,3 3-15,-22 4 16,20-1-16,-20 1 16,23 4-16,-4 6 15,-19-10-15,14 16 16,-5 2-16,-9 4 16,-7-3-16,-6-1 15,-5-2-15,-1-3 16,-2-2-16,-2-1 15,4 0-15,19-10 16,-22 6-16,22-6 16,-20 8-16,20-8 15,-16 5-15,16-5 0,-11 3 16,11-3-16,-6-4 16,6 4-1,-2-2-15,5 2 0,6 4 16,4 4-16,7 4 15,6 1-15,3 0 16,10 1-16,-3 4 16</inkml:trace>
  <inkml:trace contextRef="#ctx0" brushRef="#br0" timeOffset="64999.3135">5226 9957 0,'0'0'0,"0"0"0,0 0 15,2-3-15,7-3 16,8 2-16,2-1 16,-19 5-16,25-3 15,0 7-15,-25-4 16,26 10-16,-4 7 0,-22-17 16,16 21-16,-16-21 15,7 23-15,-9 1 16,2-24-16,-12 19 15,-8-2-15,20-17 16,-23 14-16,23-14 16,-21 7-16,21-7 15,-17 5-15,17-5 16,-12 3-16,8-3 16,4 0-16,3 0 15,7 0-15,-10 0 16,15 0-16,-15 0 15,15 4-15,-15-4 16,18 10-16,-18-10 16,13 11-16,-13-11 15,9 17-15,-8 2 16,-1-19-16,-13 19 16,-10-3-16,-9 0 0,-1-2 15,33-14-15</inkml:trace>
  <inkml:trace contextRef="#ctx0" brushRef="#br0" timeOffset="66064.847">4210 10858 0,'0'0'0,"0"0"0,0 0 0,0-3 16,0 3-16,0-7 15,0 7-15,-2-9 16,2 9-16,-1-7 16,1 7-16,0-6 15,-7 6-15,7 0 16,-13 9-16,-3 2 16,-6 3-16,22-14 15,-25 16-15,1-2 16,24-14-16,-23 14 15,23-14-15,-19 15 16,19-15-16,-17 11 16,17-11-16,-11 14 15,13-4-15,11 1 0,6-5 16,7-1-16,1-2 16,3 0-16,1-3 15,-2 1-15,-29-1 16,26 0-16,-26 0 15,25 2-15,-25-2 16,24 0-16,-24 0 16,20 0-16,-20 0 15,12-1-15,-12 1 16,3-5-16,-3-5 16,0 10-16,-7-15 15,-2-2-15,9 17 16,-10-18-16,10 18 15,-6-16-15,6 16 16,-6-11-16,3 6 16,3 5-16,-4 7 15,1 8-15,4 10 16,-1 2-16,2 6 16,-1-1-16,4 3 0,-1 4 15,1-3-15,-1-1 16,-1-3-16,1-7 15,-4-25-15,1 23 16,-1-23-16,0 22 16</inkml:trace>
  <inkml:trace contextRef="#ctx0" brushRef="#br0" timeOffset="67100.0654">3009 10265 0,'0'0'0,"0"0"0,0 0 15,2 0-15,-2 0 16,4-1-16,-4 1 16,-1 0-16,-11 0 0,12 0 15,-14 0 1,-9 1-16,1-1 0,22 0 15,-26 0-15,1 0 16,25 0-16,-20-3 16,20 3-16,-18-2 15,18 2-15,-15 0 16,15 0-16,-12 4 16,1 7-16,2 7 15,9-18-15,-7 21 16,1 4-16,4 3 15,2-28-15,0 26 16,0-26-16,0 21 16,0-21-16,2 22 15,-2-22-15,3 16 16,-3-16-16,0 10 16,0-10-16,0 5 15,0-5-15,1-2 16,-1 2-16,6-11 0,6-2 15,-12 13-15,20-12 16,-2 4-16,-18 8 16,24 0-16,2 7 15,0 11-15,-2 4 16,-2 3-16,-9 2 16,-13-27-16,12 26 15,-5-1-15,-13-2 16,-5-3-16,-7-8 15,-7-3-15,-3-5 16,-4-3-16,-8-2 16,0-6-16,-2-3 15,-2-2-15,3-6 16</inkml:trace>
  <inkml:trace contextRef="#ctx0" brushRef="#br0" timeOffset="67799.3093">2862 8910 0,'0'0'0,"0"0"0,0 0 15,0 0-15,-6-1 16,6 1-16,-13 0 16,-3 2-16,-10 4 15,-4 5-15,1 7 16,6 4-16,4 7 0,3 2 16,6 2-16,1 5 15,9-2-15,9-4 16,1-3-16,9-5 15,3-5-15,1-8 16,3-3 0,2-5-16,3-5 0,-2-3 15,-29 5-15,27-8 16,-27 8-16,23-10 16,-8-3-16,-6-3 15,-9 0-15,-9 3 16,-13-4-16,-12 7 15,-17 9-15,-20 12 16</inkml:trace>
  <inkml:trace contextRef="#ctx0" brushRef="#br0" timeOffset="112565.9888">4029 12568 0,'0'0'0,"0"0"0,0-5 0,0 5 16,0-9-16,0 9 16,0-13-16,0 13 15,-2-16-15,2 16 16,-3-15-16,-8 5 15,-8 5-15,-4 6 16,-4 5-16,2 7 16,3 2-16,-2 6 0,4 6 15,3 3-15,8-1 16,0 2-16,9-1 16,4-3-16,-4-27 15,13 23-15,3-4 16,12-3-16,-1-6 15,2-5-15,-29-5 16,26 4-16,0-6 16,-1-4-16,-25 6 15,20-11-15,-20 11 16,20-17-16,-5-6 16,-5-8-16,-3-1 15,-9 2-15,2 30 16,-4-32-16,-9 8 15,0 0-15,13 24 16,-20-17-16,-3 5 16,23 12-16</inkml:trace>
  <inkml:trace contextRef="#ctx0" brushRef="#br0" timeOffset="112931.5871">4145 12540 0,'0'0'0,"0"0"0,0 0 0,2 0 0,7 5 15,6 6-15,-2 6 16,3 4-16,-2 4 15,-2-2-15,-12-23 16,10 23-16,-10-23 16,7 22-16,-7-22 15,3 17-15,-3-17 16,0 12-16,0-12 0,-5 7 16,0-5-1,5-2-15,-7-6 16,2-9-16,7-9 15,5-5-15,6-6 16,8-1-16,13-2 0,2 4 16</inkml:trace>
  <inkml:trace contextRef="#ctx0" brushRef="#br0" timeOffset="114066.2726">1958 12845 0,'0'0'0,"0"0"0,0 0 15,0-5 1,0 5-16,0-9 0,0 9 16,0-12-16,0 12 15,6-15-15,4-1 16,13 5-16,0 5 15,6 3-15,-1 6 16,-1 4-16,-1 4 16,1 6-16,-2 1 15,-6 6-15,-3 7 16,-6-1-16,-6 2 16,-4-2-16,-4 1 15,-5-8-15,-4-2 16,-1-2-16,14-19 0,-18 17 15,-2-6-15,20-11 16,-23 10-16,23-10 16,-19 5-16,19-5 15,-20 0-15,20 0 16,-9-7-16,11-3 16,-2 10-16,7-10 15,10 5-15,5 7 16,4 9-16,-10 3 15,0 5-15,-3 2 16,-13-21-16,10 22 16,-1 3-16,-5 3 15,-4-28-15,-3 29 16,-6-4-16,-9 0 16,-1-6-16,19-19 15,-22 13-15,-2-2 16,-4-9-16,4-2 0,-1-4 15,0-2 1,4-7-16,3-1 16,18 14-16,-14-18 15,14 18-15</inkml:trace>
  <inkml:trace contextRef="#ctx0" brushRef="#br0" timeOffset="114331.6047">2434 13128 0,'0'0'0,"0"0"0,6 1 16,8 0-16,5 0 15,7 0-15,3-1 16,3 0-16,-2 2 16,-30-2-16,29 0 15,0 3-15</inkml:trace>
  <inkml:trace contextRef="#ctx0" brushRef="#br0" timeOffset="114831.6114">2856 12747 0,'0'0'0,"0"0"0,1 1 16,4 5-16,-1 4 15,2 7-15,1 9 0,0 7 16,-2 9-16,-4 8 16,1 4-16,1-1 15,-1-1 1,3-6-16,-1-5 0,2-4 15,2-5-15,4-5 16,4-1-16,-16-26 16,15 22-16,8-6 15,0-4-15,3-8 16,-1-4-16,-25 0 16,23-7-16,1-8 15,-4-6-15,-4-4 16,-5-2-16,-11 27 15,8-28-15,-11 2 16,-10-3-16,-4 4 16,-6 4-16,-5 5 15,1 5-15,27 11 16,-26-7-16</inkml:trace>
  <inkml:trace contextRef="#ctx0" brushRef="#br0" timeOffset="115198.2715">3274 13074 0,'0'0'0,"0"0"0,3 5 0,7 6 16,-1 7-16,4 4 15,3 3-15,-2-1 16,3-2-16,-17-22 16,14 21-16,-2 0 15,-12-21-15,8 21 16,-8-21-16,0 14 16,0-14-16,0 10 15,0-10-15,-8 6 16,-4-7-16,12 1 0,-12-10 15,3-7-15,6-8 16,8-6-16,11-6 16,2 0-1,5 4-15,5 7 0</inkml:trace>
  <inkml:trace contextRef="#ctx0" brushRef="#br0" timeOffset="115664.9328">3712 13234 0,'0'0'0,"0"0"0,1-4 15,-1 4 1,2-8-16,-2-5 15,0-6-15,0-3 0,0 22 16,-7-18-16,-5 1 16,12 17-1,-18-11-15,-3 10 0,-3 10 16,-2 9-16,4 6 16,7 1-16,8 3 15,9 0-15,5-8 16,6-2-16,6-1 15,4-4-15,0-7 16,2-1-16,-25-5 16,29-4-16,-3-2 15,-26 6-15,26-14 16,-6-3-16,-10-5 16,-7-2-16,-9-3 15,-10 3-15,-3 0 16,-8 4-16,27 20 15,-33-13-15</inkml:trace>
  <inkml:trace contextRef="#ctx0" brushRef="#br0" timeOffset="116331.5851">3947 13154 0,'0'0'0,"0"0"0,1 7 15,2 7-15,5 7 16,1 1-16,-3 3 16,-6-25-16,6 23 15,-6-23-15,6 21 16,-6-21-16,1 20 15,-1-20-15,3 14 16,-3-14-16,3 8 16,-3-5-16,0-3 15,-3-7-15,4-6 16,1-8-16,-2 21 16,6-22-16,4-2 0,-10 24 15,13-22-15,-13 22 16,13-15-16,7 10 15,-1 10 1,-19-5-16,19 10 16,-5 9-16,-14-19 0,16 22 15,-16-22-15,9 20 16,-9-20-16,6 19 16,-6-19-16,3 13 15,-3-13-15,2 6 16,-2-6-16,0-1 15,0-8-15,3-8 16,7-2-16,-10 19 16,9-22-16,7 2 15,-16 20-15,17-15 16,-17 15-16,19-8 16,1 12-16,1 7 0,-3 6 15,-7 4-15,-11-21 16,7 21-16,-3-1 15,-4-20-15,3 18 16,-3-18 0,0 17-16,0-17 0,0 12 15</inkml:trace>
  <inkml:trace contextRef="#ctx0" brushRef="#br0" timeOffset="116731.6113">4570 13255 0,'0'0'0,"0"0"0,0 0 0,0-1 15,0 1-15,-1-7 16,1 7-16,-6-11 15,-6 1-15,-8 7 16,-2 5-16,-1 7 0,3 8 16,20-17-16,-19 18 15,9 3-15,10-21 16,-7 24 0,7-1-16,10-5 0,5-1 15,-15-17-15,20 10 16,3-8-16,-23-2 15,27-1-15,-1-6 16,-26 7-16,26-13 16,-26 13-16,19-19 15,-6-5-15,-10-7 16,-9 2-16,-13 3 16,-4 3-16,23 23 15</inkml:trace>
  <inkml:trace contextRef="#ctx0" brushRef="#br0" timeOffset="117231.591">4861 12771 0,'0'0'0,"0"0"0,0 0 15,1 1-15,0 9 16,4 16-16,-2 6 16,1 12-16,-1 9 15,-1 6-15,-5-2 16,-3 1-16,1-3 15,-2-3-15,4-8 16,2-5-16,4-6 16,-2-5-16,8-5 0,3-4 15,3-2-15,4-2 16,3-7-16,5-5 16,-2-4-16,-25 1 15,24-7-15,-4-5 16,-2-4-16,-6-7 15,-5-1-15,-7 24 16,-4-25-16,-4 2 16,-15 1-16,-2 5 15,-6 5-15,31 12 16,-29-9-16</inkml:trace>
  <inkml:trace contextRef="#ctx0" brushRef="#br0" timeOffset="117631.6115">5186 13311 0,'0'0'0,"0"0"0,6 2 0,-6-2 0,8 5 16,9 2-1,4-2-15,-21-5 0,25 3 16,-1-3 0,-24 0-16,25-6 15,-25 6-15,19-9 0,-4-3 16,-15 12-16,9-17 16,-6-3-16,-4-2 15,1 22-15,-6-18 16,-8 3-16,-12 10 15,-2 5-15,-5 7 16,4 6-16,0 9 16,6 2-16,4 4 15,10 2-15,9-30 16,-1 28-16,8 0 16,15-2-16,9-5 15,6-8-15,5-5 16,-1-6-16,-1-6 15</inkml:trace>
  <inkml:trace contextRef="#ctx0" brushRef="#br0" timeOffset="118130.9426">5475 13225 0,'0'0'0,"0"0"0,0 0 16,2 3-16,4 2 15,4 9-15,1 2 16,2 5-16,-1-1 16,-12-20-16,6 22 15,-6-22-15,7 22 16,-7-22-16,3 23 15,-3-23-15,3 18 16,-3-18-16,1 14 16,-1-14-16,0 9 15,0-9-15,2 2 0,-2-9 16,3-12-16,6 0 16,2-3-16,-1-4 15,6 4-15,-16 22 16,16-19-1,-16 19-15,16-15 0,6 8 16,-5 10-16,0 7 16,-3 5-1,-5 3-15,0 3 0,-4 1 16,-5-22-16,6 20 16,-6-20-16,3 19 15,-3-19-15,2 19 16,-2-19-16</inkml:trace>
  <inkml:trace contextRef="#ctx0" brushRef="#br0" timeOffset="118631.5887">5846 13190 0,'0'0'0,"0"0"0,5-1 0,6-3 15,9 1-15,3-1 16,1 2-16,3 1 16,-27 1-16,30 0 15,-3 1-15,-1 1 16,-26-2-16,25 5 15,-6 3-15,-19-8 16,7 12-16,-5 5 16,-11 9-16,-8-1 15,-6 0-15,-2-1 16,0-5-16,-3-1 16,28-18-16,-24 16 15,24-16-15,-20 15 16,20-15-16,-15 15 0,9 0 15,6-15 1,8 14-16,6-6 0,14-3 16,-28-5-16,33 2 15,2-3-15,-2-2 16,1-1-16,-9-1 16,-25 5-16,21-8 15</inkml:trace>
  <inkml:trace contextRef="#ctx0" brushRef="#br0" timeOffset="119064.9215">6239 13298 0,'0'0'0,"0"0"0,6 0 15,-6 0 1,12-1-16,7 1 0,7-1 16,-2 1-16,0-1 15,-1-1-15,-23 2 16,21-6-16,-21 6 16,16-9-16,-3-4 15,-13 13-15,10-18 16,-9 0-16,-1 18 15,-6-17-15,-4 5 16,-8 3-16,-3 8 16,-3 8-16,5 6 15,-9 6-15,7 3 16,2 3-16,8-1 16,11-24-16,-4 28 15,8 1-15,7-2 16,8-2-16,1-4 15,3-7-15,5-6 0,-28-8 16,30 3 0</inkml:trace>
  <inkml:trace contextRef="#ctx0" brushRef="#br0" timeOffset="119564.8593">6515 13223 0,'0'0'0,"0"0"0,5 6 0,-1 6 16,5 7-16,3 3 16,-3 4-16,-4 0 15,1-1-15,-6-25 16,4 23-16,-4-23 15,0 21-15,0-21 16,0 18-16,0-18 16,-1 12-16,1-12 15,-1 6-15,1-6 16,-2 1-16,0-9 16,2-10-16,0-2 0,3-2 15,2-2 1,3 1-16,2-1 15,5-1-15,3 6 16,-18 19-16,21-18 0,1 5 16,-22 13-16,25-4 15,0 6-15,-2 7 16,-5 5-16,-4 4 16,-14-18-16,10 22 15,-4 2-15,2 2 16,-8-26-16,5 26 15,-5-26-15,1 25 16,1-1-16,-2-24 16,0 21-16,0-21 15,0 18-15</inkml:trace>
  <inkml:trace contextRef="#ctx0" brushRef="#br0" timeOffset="120564.9441">7224 13355 0,'0'0'0,"0"0"0,0 0 0,1-4 16,2-3-16,-3 7 15,6-16-15,-2 0 16,-4 16-16,1-21 16,-4 2-16,3 19 15,-15-19-15,-4 2 16,-7 7-16,0 9 16,3 5-16,0 6 15,0 8-15,3 3 16,3 1-16,6 2 15,7-1-15,4-1 16,6-2-16,5 0 16,-11-20-16,13 14 15,9-1-15,1-3 16,0-5-16,-1-8 16,-22 3-16,22-6 15,-7-5-15,-15 11 0,18-18 16,-8-4-16,-10 22 15,6-26-15,-6 26 16,5-22 0,-5 22-16,2-20 0,-2 20 15,-2-14-15,1 13 16,-5 8-16,3 12 16,4 2-16,4 1 15,4 2-15,3-4 16,5-4-16,0-2 15,5-3-15,-2-4 16,1-1-16,5-9 16,-26 3-16,24-5 15,0-8-15,5-8 16,-1-7-16,-6-5 16,-1-5-16,-3-2 0,-4-4 15,-1-2-15,-4-1 16,0-1-1,-5 1-15,-3 2 0,0 1 16,-2 3-16,0 1 16,0 6-16,1-1 15,1 6-15,-1 29 16,1-27-16,-1 27 16,2-23-16,-2 23 15,3-17-15,-3 17 16,3-9-16,-3 6 15,0 11-15,1 9 16,-2 11-16,1 9 16,-6 8-16,-1 5 15,1 7-15,0 2 16,-2-2-16,4 0 16,2-1-16,1-8 15,4-6-15,2-1 0,8-4 16,4-4-16,3-2 15,8-2 1,1-6-16,8-2 16,11-7-16,11-7 0</inkml:trace>
  <inkml:trace contextRef="#ctx0" brushRef="#br0" timeOffset="147531.6215">13181 6224 0,'0'0'0,"-4"-12"0,-1-5 0,-8-11 15,-7-1-15,0-3 16,-7 0-16,-4 3 16,-6 1-16,-1 4 0,-5-1 15,-6 4-15,-3 0 16,-8 2-16,3 4 16,-9 1-16,-3 4 15,-4 2-15,2 6 16,-7 1-16,0 8 15,2 3-15,4 5 16,-2 8-16,-3 2 16,6 1-16,-4 3 15,5 5-15,3 1 16,2 1-16,10 9 16,6 2-16,-5 5 15,9 4-15,5 3 16,8 2-16,3 1 15,6 6-15,7-1 16,1 3-16,8-2 16,7-3-16,10-1 15,4-2-15,14-5 0,4-3 16,11-4-16,13-5 16,9-4-1,9-2-15,6-4 0,6-6 16,9-4-16,2-1 15,0-6-15,3-3 16,1-7-16,0-6 16,0-2-16,-2-8 15,0-8-15,0-6 16,-4-5-16,2-6 16,-5-6-16,-4-3 15,-5-8-15,0-5 16,-8-4-16,-6-5 15,-10-4-15,-5-2 16,-10-3-16,-15 0 16,-6-4-16,-20 0 15,-6-1-15,-23-2 0,-3 1 16,-13 4-16,-11 4 16,-15 1-16,-11 7 15,-13 8-15,-12 15 16,-17 10-16,-14 17 15,-7 18-15</inkml:trace>
  <inkml:trace contextRef="#ctx0" brushRef="#br0" timeOffset="156398.2677">12737 11096 0,'0'0'0,"0"0"0,1-6 16,-1 6-1,0-11-15,-1-4 0,1 15 16,-6-21-1,-1 1-15,-7-3 0,14 23 16,-21-24-16,-6 1 16,-6-4-16,-5 1 15,0 5-15,-3-1 16,0 0-16,-1 4 16,-4 5-16,0 3 15,-7 6-15,-5 4 16,-3 4-16,-6 9 15,3 4-15,-3 5 16,1 3-16,2 4 16,5 1-16,0 5 15,2 3-15,1 8 16,6 6-16,5 3 16,10 7-16,13 5 15,12-1-15,9 2 16,13 5-16,12 1 15,13-4-15,4 0 16,14-3-16,4-11 16,8-5-16,2-8 0,5-5 15,-3-12-15,2-8 16,0-8-16,-1-8 16,3-9-16,-2-9 15,-2-5-15,1-9 16,-5-9-16,-3-4 15,-7-6-15,-9-6 16,-8-1-16,-11-5 16,-6-3-16,-4-3 15,-7-4-15,-10-4 16,-5-5-16,-9-5 16,-10 0-16,-19 0 0,-8 7 15,-13 7 1,-15 11-16,-16 13 0,-13 18 15</inkml:trace>
  <inkml:trace contextRef="#ctx0" brushRef="#br0" timeOffset="166170.5737">12310 7680 0,'0'0'0,"0"0"0,0 0 0,-1-2 15,1 2-15,-1-2 16,1 2-16,1-1 15,-1 1-15,2-2 16,-2 2-16,4 0 16,-4 0-16,3 2 15,-3-2-15,1 6 16,-1-6-16,0 10 16,0-10-16,-1 13 15,-2 5-15,3-18 16,-3 23-16,3-1 15,0-22-15,-2 21 16,2-4-16,0-17 16,2 17-16</inkml:trace>
  <inkml:trace contextRef="#ctx0" brushRef="#br0" timeOffset="168832.6712">13270 8165 0,'0'0'0,"0"0"0,0 0 0,-1-2 16,1 2-16,2-7 0,6-2 16,-8 9-1,15-9-15,1 0 0,-16 9 16,20-8-16,3 4 16,-23 4-16,25-2 15,0 6-15,-4 3 16,-21-7-16,22 13 15,-11 3-15,-7 5 16,-7 2-16,-3 1 16,-4-2-16,-1 0 15,11-22-15,-10 21 16,-3 3-16,-4 1 16,17-25-16,-13 24 15,13-24-15,-7 21 16,5 1-16,10-2 15,12-5-15,9-7 16,10 0-16,15-6 16,2-2-16</inkml:trace>
  <inkml:trace contextRef="#ctx0" brushRef="#br0" timeOffset="169498.3102">13358 9328 0,'0'0'0,"0"0"0,1-1 0,-1 1 15,11-3-15,6-2 16,14 5-16,5 2 16,-2 4-16,1 3 15,-8 4-15,-7 6 16,-9 1-16,-4 3 15,-11 0-15,-4 0 16,-7-1-16,-7-2 16,-2-3-16,-1-2 0,25-15 15,-26 12-15,26-12 16,-20 13-16,20-13 16,-19 12-16,9-5 15,10-7-15,0 10 16,10-3-16,-10-7 15,24 8-15,7 3 16,3 5-16,-5 1 16,-29-17-16,18 20 15,-11 2-15,-12 8 16,-9-3-16,-8-4 16,-11-2-16,-6-1 15,-14-6-15,-5-4 16</inkml:trace>
  <inkml:trace contextRef="#ctx0" brushRef="#br0" timeOffset="170364.9709">12018 9658 0,'0'0'0,"0"0"0,-5 7 0,-2 7 16,7-14-16,-19 24 15,2 1-15,17-25 0,-18 24 16,18-24-16,-12 23 16,12-23-16,-10 19 15,13-4-15,9-6 16,7-3-16,4-4 16,-23-2-16,28-1 15,3-3-15,-31 4 16,28-3-16,-28 3 15,19-1-15,-19 1 16,13-1-16,-9-1 16,-4 2-16,-6-8 15,6 8-15,-7-9 16,7 9-16,-10-11 16,10 11-16,-9-16 15,9 16-15,-8-14 16,8 14-16,-6-10 15,2 10-15,2 10 0,-1 6 16,2 6 0,1-22-16,-4 26 0,1 3 15,1 3-15,1-1 16,0-3-16,1-28 16</inkml:trace>
  <inkml:trace contextRef="#ctx0" brushRef="#br0" timeOffset="171198.3276">10804 9494 0,'0'0'0,"0"0"0,0 0 16,-6 0-16,-4-4 15,10 4 1,-15-1-16,15 1 0,-12 0 16,12 0-16,-11-1 15,4 2-15,3 10 16,4-11-16,-8 14 15,6 5-15,2 4 16,0-23-16,-4 20 16,-1 3-16,5-23 0,-5 22 15,5-22 1,-5 19-16,5-19 0,-5 14 16,5-14-16,-2 8 15,2-8-15,-3 5 16,6-9-16,4-3 15,-7 7-15,12-9 16,3 4-16,-15 5 16,17-4-1,1 10-15,1 7 0,-3 2 16,-4 6-16,-4 2 16,-5-3-16,-3-20 15,-4 24-15,-8 1 16,-12-3-16,-7-5 15,-3-9-15,-4-8 16,-2-6-16,-4-6 16,2-12-16,6-5 15,2-6-15</inkml:trace>
  <inkml:trace contextRef="#ctx0" brushRef="#br0" timeOffset="171731.6419">10846 7993 0,'0'0'0,"0"0"0,-8 0 16,-10-1-16,-7 1 15,-9 4-15,2 7 16,-1 10-16,5 8 16,2 10-16,2 5 15,6 3-15,8-1 16,12-5-16,10-6 16,7-6-16,7-6 15,6-9-15,3-6 16,1-3-16,-3-5 15,-2-6-15,-6-2 16,-25 8-16,23-12 16,-9-4-16,-9-4 15,-7-2-15,-8-1 16,-15 5-16,-11 3 0,-18 11 16,-20 20-16</inkml:trace>
  <inkml:trace contextRef="#ctx0" brushRef="#br0" timeOffset="200898.3414">10537 12558 0,'0'0'0,"0"0"0,0 0 16,0-1-1,7-2-15,-7 3 0,14-4 16,3 1-16,9 1 16,1 2-16,0 0 15,6 1-15,0 0 16,2-1-16,-35 0 15,43 0-15,1 1 16,14 0-16,-3-2 16,7 1-16,0 0 15,3-1-15,4 1 16,3 0-16,5-2 16,5 2-16,4 0 15,6-1-15,5 2 16,0 0-16,-1-1 15,1 2-15,3 1 0,-1 0 16,1-3 0,-2 3-16,4-2 0,3-2 15,-3-2-15,3 3 16,0-3-16,-4 2 16,-2-2-16,3 2 15,-1 0-15,-2-1 16,0 2-16,-4 2 15,-3-3-15,-2 2 16,-2 0-16,-4-1 16,-12 0-16,-3 2 15,-7-4-15,-9 0 16,-53 2-16,43 0 16,-43 0-16,34-1 15,-34 1-15,24 1 16,-14 1-16</inkml:trace>
  <inkml:trace contextRef="#ctx0" brushRef="#br0" timeOffset="206566.0312">12133 12768 0,'0'0'0,"0"0"0,1-3 0,1-9 15,-2 12-15,3-16 16,-1 0-16,-2 16 15,-1-20-15,1 2 0,0 18 16,-5-17 0,-6 3-16,-11 3 0,-5 9 15,-2 4-15,-1 5 16,-1 2-16,6 5 16,0 1-16,6 4 15,4 3-15,6 0 16,4 1-16,7-1 15,3 0-15,12-7 16,4-4-16,4-4 16,0-1-16,3-4 15,1-2-15,-2-1 16,-27 1-16,21-7 16,1-2-16,-22 9 15,20-19-15,-7-2 16,-2-7-16,-9-1 15,-6-1-15,-5 3 16,-1 2-16,-5 5 16,-5 7-16,-4 5 15,-5 7-15</inkml:trace>
  <inkml:trace contextRef="#ctx0" brushRef="#br0" timeOffset="206931.5809">12226 12634 0,'0'0'0,"0"0"0,6 7 0,10 6 15,4 2-15,-20-15 16,25 19-16,2 2 15,-27-21-15,26 27 16,-26-27-16,17 25 16,-17-25-16,12 21 15,-12-21-15,5 16 16,-6-6-16,1-10 0,-8 3 16,-1-9-16,9 6 15,-11-13-15,4-6 16,4-9-16,5-5 15,11-4-15,10-2 16,9-1-16,15 4 16</inkml:trace>
  <inkml:trace contextRef="#ctx0" brushRef="#br0" timeOffset="207969.3753">10826 12964 0,'0'0'0,"0"0"0,0 0 0,1 1 16,-1 5-1,-7 6-15,1 5 0,-8 5 16,-3 5-16,-3 0 15,-5 3-15,-6 0 16,0-1-16,2-4 16,29-25-16,-27 21 15,27-21-15,-22 19 16,22-19-16,-14 15 16,10-3-16,14 0 15,11-7-15,4-1 16,9-2-16,3 0 15,-1-2-15,-2 0 16,-6 0-16,-28 0 16,27 0-16,-5-1 15,-22 1-15,21-4 16,-21 4-16,17-2 16,-7-3-16,-5-5 15,-5 10-15,2-14 0,-4-6 16,-1-5-16,2 0 15,1 25-15,-2-26 16,2 26-16,-1-25 16,1 25-16,1-22 15,-1 22-15,-1-13 16,-1 9-16,2 12 16,-3 13-16,3 10 15,-4 8-15,4 8 16,-6-3-16,4 5 15,-5-2-15,7-7 16,-3-5-16,3-35 16,-2 32-16,2-32 15,-2 26-15,2-26 16,-2 21-16,1-7 16,1-14-16</inkml:trace>
  <inkml:trace contextRef="#ctx0" brushRef="#br0" timeOffset="208198.255">11058 13271 0,'0'0'0,"0"0"0,4 2 15,11 0-15,8 0 16,9 0-16,4-2 16,4 0-16,0 0 15,1 0-15,-41 0 16</inkml:trace>
  <inkml:trace contextRef="#ctx0" brushRef="#br0" timeOffset="208598.3172">11649 13317 0,'0'0'0,"0"0"0,5-4 15,-3-4-15,-2 8 16,4-16-16,-8-1 16,-6-4-16,-2 1 15,-7 4-15,-3 5 16,0 5-16,-3 6 16,-1 7-16,1 8 15,0 5-15,6 6 16,1 5-16,9-2 15,8 3-15,5-3 16,8-4-16,10-7 16,1-2-16,7-3 15,4-6-15,3-5 16,0-5-16</inkml:trace>
  <inkml:trace contextRef="#ctx0" brushRef="#br0" timeOffset="209065.0049">11767 12974 0,'0'0'0,"-2"9"15,-1 4-15,-1 16 16,3 8-16,0 7 15,3 5-15,-1 0 16,0-3-16,0 0 16,3-8-16,-3-3 15,-1-35-15,3 28 16,-3-28-16,1 25 16,-1-25-16,3 21 0,-3-21 15,1 14-15,0-6 16,-1-8-16,2-4 15,4-9-15,2-8 16,3-8-16,-11 29 16,12-26-16,2 2 15,-14 24-15,17-19 16,0 9-16,3 8 16,-1 6-16,2 4 15,-21-8-15,19 13 16,-3 4-16,-2 7 15,-14-24-15,9 25 16,-4-2-16,-5-23 16,2 23-16,-2-23 15,2 14-15</inkml:trace>
  <inkml:trace contextRef="#ctx0" brushRef="#br0" timeOffset="209670.1543">12084 13052 0,'0'0'0,"0"0"0,1 11 0,0 19 16,3 10-16,-3 10 15,2 2-15,-3 0 16,-3-5-16,2-2 16,5-9-16,1-5 15,-5-31-15,10 26 16,3-4-16,3-4 16,-16-18-16,18 13 15,4-8-15,4-10 16,-3-6-16,3-3 15,-4-4-15,-5 0 16,-2-4-16,-15 22 16,11-22-16,-11 22 0,6-21 15,-6 21-15,0-20 16,-5 4-16,-7 7 16,-5 9-16,-3 4 15,0 11-15,5 4 16,5 1-16,2 1 15,8-21-15,0 21 16,10-3-16,7 0 16,7-7-16,1-6 15,-25-5-15,27 3 16,-2-5-16,-25 2 16,23-6-16,-7-5 15,-5-8-15,-4-4 16,-7 1-16,-7 0 15,-3 1-15,-8 5 16,-5 4-16,23 12 16,-23-8-16</inkml:trace>
  <inkml:trace contextRef="#ctx0" brushRef="#br0" timeOffset="209998.3365">12443 13344 0,'0'0'0,"0"0"0,8 4 15,4 6-15,3 11 16,1 3-16,-16-24 16,14 24-16,-1 1 15,-13-25-15,5 24 16,-5-24-16,1 20 15,-1-20-15,-2 15 16,2-15-16,-10 10 0,-2-11 16,0-9-16,1-4 15,6-5 1,10-4-16,2-7 0,8-1 16,0-5-16,8-2 15,-23 38-15</inkml:trace>
  <inkml:trace contextRef="#ctx0" brushRef="#br0" timeOffset="210498.3155">12909 13383 0,'0'0'0,"0"0"16,1-6-16,1 0 0,-2 6 16,1-12-16,-2-1 15,1 13-15,-7-13 16,-3 7-16,-12 2 15,-6 6-15,-3 8 16,3 2-16,3 4 16,3 5-1,4 2-15,4 0 0,4-1 16,7 2-16,6-4 16,5 0-16,8-3 15,1 0-15,4-5 16,2-4-16,-23-8 15,27 6-15,-27-6 16,28 0-16,-1-5 16,-27 5-16,22-11 15,-3-5-15,-11-9 16,-6-2-16,-7-3 16,-5 0-16,-6 1 15,-9 0-15</inkml:trace>
  <inkml:trace contextRef="#ctx0" brushRef="#br0" timeOffset="211064.9204">13147 12818 0,'0'0'0,"0"0"0,0 0 0,2-3 15,-2 3-15,1 6 16,5 12 0,-1 8-16,-2 16 0,-3 9 15,-3 8-15,-4 4 16,-3 1-16,-4-1 16,6 0-16,-2-7 15,0-5-15,6-6 16,4-7-16,0-38 15,7 33-15,1-6 16,-8-27-16,15 23 16,7-9-16,3-6 15,-25-8-15,27-1 16,-1-7-16,-4-6 16,-22 14-16,18-16 15,-7-6-15,-4-7 0,-6 0 16,-6 1-16,-3 3 15,-4 3-15,-10 4 16,-2 8-16,24 10 16,-25-7-16</inkml:trace>
  <inkml:trace contextRef="#ctx0" brushRef="#br0" timeOffset="211464.9854">13458 13422 0,'0'0'0,"0"0"0,3 1 0,6 3 16,8-2-16,0 0 15,-17-2-15,22-1 16,-22 1-16,21-5 15,-3-5-15,-18 10 0,14-15 16,-8-2-16,-7-3 16,1 20-16,-8-18 15,-5 5-15,-5 3 16,-4 6-16,-1 4 16,-5 7-16,3 9 15,-1 8-15,2 3 16,7 2-16,6-3 15,8-2-15,12 0 16,9-3-16,9-5 16,7-2-16,5-8 15,1-4-15</inkml:trace>
  <inkml:trace contextRef="#ctx0" brushRef="#br0" timeOffset="211931.6426">13688 13309 0,'0'0'0,"7"7"0,2 2 16,-2 10-16,3 3 0,2 5 15,-2 1-15,-3-3 16,2-2-16,-9-23 16,7 24-16,-7-24 15,5 16-15,-5-16 16,6 17-16,-6-17 16,7 11-16,-3-5 15,-4-6-15,-1-3 16,2-7-16,-1 10 15,-2-16-15,-1-7 16,7-7-16,2 1 16,4 4-16,6 5 15,-16 20-15,18-14 16,3 7-16,-21 7 0,23 2 16,-4 9-16,1 6 15,-3 7-15,-17-24 16,10 26-16,-3 1 15,-2 0-15,-5-27 16,2 25-16,-2-25 16,2 19-16</inkml:trace>
  <inkml:trace contextRef="#ctx0" brushRef="#br0" timeOffset="212364.9704">14076 13344 0,'0'0'0,"0"0"0,5 3 0,8-3 15,12-2-15,13 0 16,-3-4-16,1 4 0,1-3 15,-37 5-15,32-2 16,-32 2-16,26 0 16,-26 0-16,22 4 15,-9 5-15,-7 7 16,-9 4-16,-9-1 16,-6 3-16,-4 0 15,2 3-15,2-2 16,18-23-16,-17 23 15,17-23-15,-16 22 16,8 0-16,10-7 16,8-3-16,7-3 15,6-4-15,5-4 16,2-1-16,-1-5 16,4-2-16,-3-5 15,-30 12-15</inkml:trace>
  <inkml:trace contextRef="#ctx0" brushRef="#br0" timeOffset="213303.9577">14545 13427 0,'0'0'0,"0"0"0,0 0 0,1 2 15,-1-2-15,4 4 0,8 1 16,-12-5-16,15 4 16,8-2-16,-23-2 15,29 1-15,0-2 16,-29 1-16,30-3 16,-6-2-16,-24 5 15,21-7-15,-21 7 16,13-10-16,-13 10 15,5-14-15,-7 0 16,2 14-16,-7-14 16,-10 3-16,-3 4 15,20 7-15,-20 0 16,-2 6-16,-3 9 16,6 6-16,1 0 15,18-21-15,-14 25 16,3 1-16,9 3 15,7-4-15,7-3 16,6-5-16,8-3 16,4-7-16,5-1 15</inkml:trace>
  <inkml:trace contextRef="#ctx0" brushRef="#br0" timeOffset="213831.6524">14853 13359 0,'0'0'0,"0"0"0,0 0 0,3 2 15,3 9-15,3 11 16,5 5-16,-1 6 16,-5-4-16,-8-29 15,4 31-15,-1-5 16,-3-26-16,0 25 0,0-25 16,2 20-16,-2-20 15,0 13-15,0-13 16,2 7-16,-2-7 15,0 2-15,0-10 16,0 8-16,-1-16 16,4-3-16,7-5 15,2-2-15,1 1 16,-13 25-16,18-23 16,-1 4-16,-17 19 15,17-13-15,1 7 16,4 8-16,-22-2 15,15 10-15,0 4 16,-7 5-16,-1 3 16,0-1-16,-2 2 15,-5-23-15,4 18 16,-2-1-16</inkml:trace>
  <inkml:trace contextRef="#ctx0" brushRef="#br0" timeOffset="214365.0057">15528 13487 0,'0'0'0,"0"0"0,2-4 15,-2 4-15,0-10 16,-3-4-16,-2-2 16,-2-1-16,7 17 15,-11-18-15,-6 7 16,-6 7-16,-1 8 16,0 10-16,-3 4 15,5 4-15,8-1 16,-1 0-16,15-21 15,-8 23-15,8 1 16,8-3-16,9-3 0,2-3 16,3-7-16,4-3 15,-26-5-15,25 3 16,-1-7-16,-24 4 16,24-8-16,-4-4 15,-8-4-15,-12 16 16,11-18-16,-11 18 15,4-18-15,-4 18 16,1-12-16,-4 6 16,3 6-16,-4 6 15,3 6 1,5 9-16,11 0 0,5 0 16,3-5-16,-23-16 15</inkml:trace>
  <inkml:trace contextRef="#ctx0" brushRef="#br0" timeOffset="215064.9833">15705 13403 0,'0'0'0,"0"0"0,0 0 16,1 1-16,3 9 16,3 6-1,3 6-15,0 1 0,-10-23 16,8 25-16,-8-25 16,9 20-16,-9-20 15,5 20-15,-5-20 16,1 14-16,-1-14 15,-3 8-15,3-8 16,-3 1-16,-2-9 16,1-7-16,2-6 15,1 1-15,5-2 0,1 0 16,-5 22 0,10-19-16,-10 19 0,11-15 15,5 7-15,0 8 16,3 5-1,-19-5-15,18 13 0,-5 4 16,-13-17-16,13 20 16,-13-20-16,11 19 15,-11-19-15,9 17 16,-9-17-16,6 12 16,-6-12-16,4 7 15,-4-7-15,2-2 16,-2 2-16,0-7 15,4-9-15,1-3 16,-5 19-16,10-21 16,2 3-16,-12 18 15,17-13-15,-17 13 0,20-6 16,2 7 0,-22-1-16,17 9 15,-1 7-15,-1 5 0,-15-21 16,10 23-16,0 1 15,-10-24-15,12 24 16,-12-24-16,10 22 16,-10-22-16,9 18 15</inkml:trace>
  <inkml:trace contextRef="#ctx0" brushRef="#br0" timeOffset="215300.1135">16263 13426 0,'0'0'0,"0"0"0,0 8 0,1 13 0,1 3 16,-1 2-16,-2 1 15,1-27-15,-3 24 16,3-24-16,-5 19 16,1-7-16</inkml:trace>
  <inkml:trace contextRef="#ctx0" brushRef="#br0" timeOffset="215482.4157">16161 13218 0,'0'0'0,"0"0"0,0 0 16,3-2-16,-3 2 15,2-1-15</inkml:trace>
  <inkml:trace contextRef="#ctx0" brushRef="#br0" timeOffset="215965.0089">16398 13379 0,'0'0'0,"0"0"0,6 4 16,3 12-16,-2 3 16,-1 6-16,-6-25 15,9 25-15,-6-2 16,-3-23-16,3 23 16,-3-23-16,3 15 15,-3-15-15,0 10 16,0-10-16,-1 5 15,1-5-15,1 2 16,2-8-16,2-7 16,-5 13-16,6-18 15,1-2-15,4-6 0,-11 26 16,15-25 0,1 4-16,4 6 15,-20 15-15,21-9 0,0 10 16,0 9-16,-5 5 15,-2 7-15,-6 3 16,0-1-16,-8-24 16,5 24-16,1-4 15,-6-20-15,3 21 16,-3-21-16,3 16 16</inkml:trace>
  <inkml:trace contextRef="#ctx0" brushRef="#br0" timeOffset="216398.3111">16984 13507 0,'0'0'0,"0"0"0,10 1 15,14-1 1,1 0-16,-25 0 0,31-1 16,0-2-16,-4-9 15,-8-3-15,-4-4 16,-4 0-16,-11 19 16,6-22-16,-6 3 15,-5 0-15,-7 1 16,-8 5-16,-7 7 15,-5 4-15,1 6 16,-5 8-16,0 5 16,0 8-16,7 4 15,8 2-15,8 2 16,13-1-16,16 0 16,8 2-16,22 2 15,19 0 1,14 2-16,14-5 0,20-4 15</inkml:trace>
  <inkml:trace contextRef="#ctx0" brushRef="#br0" timeOffset="275198.3538">6926 16222 0,'0'0'0,"0"0"0,0 0 0,2 1 16,-2-1-16,7 2 15,-7-2 1,9 1-16,9 2 0,5 0 16,6-1-16,0 1 15,4 1-15,2-1 16,1 0-16,3 0 15,5-1-15,-2-1 16,5 1-16,-2 2 16,2 0-16,0 1 15,0-2-15,-7 0 16,-4-2-16,-5-1 16,-31 0-16,24 4 15,-24-4-15,22 3 16,-22-3-16,14 4 15,-14-4-15,9 2 16,-5-6-16,-4 4 16,-7-7-16</inkml:trace>
  <inkml:trace contextRef="#ctx0" brushRef="#br0" timeOffset="275565.0254">7661 16072 0,'0'0'0,"0"0"0,1 1 15,4 6-15,-5-7 16,14 6-16,6 5 15,8 1-15,1 2 16,0-1-16,-4 1 16,-5-1-16,-20-13 15,20 13-15,-20-13 16,12 15-16,-5 2 16,-14 1-16,-5 3 15,-13 0-15,-7-2 0,-2 1 16,-4 0-16,2-3 15,-3-2 1,3-1-16,-2-4 0,6 0 16,32-10-16,-30 9 15,30-9-15</inkml:trace>
  <inkml:trace contextRef="#ctx0" brushRef="#br0" timeOffset="276165.0206">7047 15975 0,'0'0'0,"0"0"0,0 0 0,3 0 15,-3 0-15,2-1 16,-2 1-16,1 0 15,-1 0-15,-2 1 16,-8 4-16,-12 3 16,-3 4-16,-2-1 15,-2 0-15,-2 1 16,2 2-16,4-2 16,2 0-16,23-12 15,-20 14-15,7 1 0,13-15 16,-11 18-16,5 1 15,6 1-15,5 2 16,6-1 0,3-2-16,8 3 0,6-1 15,6-1-15,5 0 16,7-1-16,-3-1 16,4 1-16,-2 2 15,-4-2-15,-8 2 16,-7 0-16,-6 2 15,-5 0-15</inkml:trace>
  <inkml:trace contextRef="#ctx0" brushRef="#br0" timeOffset="277965.04">9713 15370 0,'0'0'0,"0"0"0,0 0 0,0 0 15,0 3-15,-9 6 16,9-9-16,-10 9 16,-5 5-16,-10 7 15,0-1-15,-2 5 16,-6-1-16,-1 3 16,-4-2-16,-7 1 15,-6 2-15,4-3 16,-2-2-16,2-3 15,4-2-15,2-4 16,7-2-16,1-2 0,33-10 16,-28 7-16,28-7 15,-25 6-15,25-6 16,-18 2-16,18-2 16,-12 0-16,12 0 15,-7 0-15,7 0 16,-3 0-16,3 0 15,-1 0-15,1 0 16,0 0-16,0 0 16,0 0-16,0 0 15,0 0-15,0 0 16,0 0-16,0 1 16,0-1-16,1 8 15,0 3-15,0 8 16,2 6-16,0 9 15,-1 5-15,0 5 16,-4 6-16,-1 2 16,1 3-16,3-1 15,-2 3-15,1-1 16,-2-3-16,1-4 16,-1-4-16,1-2 0,1-4 15,-2-3-15,2-6 16,0-30-16,2 29 15,-2-29-15,1 22 16,-1-22-16,0 20 16,0-20-16,0 15 15,0-15-15,-1 9 16,1-9-16,0 4 16,0-4-16,-1 0 15,1 0-15,-1-3 16,1 3-16,0-3 15,0 3-15,0-3 16,6 5-16,8 5 16,4 0-16,7 7 15,7 3-15,8 1 16,3 4-16,9 2 16,4 0-16,2 3 15,7 3-15,2-1 0,2 3 16,-4 1-16,-1 2 15,-7-3-15,-3 3 16,-9-3-16,-4-5 16,-41-27-16,34 25 15,-3-3-15,-31-22 16,24 15-16,-8-10 16</inkml:trace>
  <inkml:trace contextRef="#ctx0" brushRef="#br0" timeOffset="279235.3248">9683 15280 0,'0'0'0,"0"0"0,4 3 16,-4-3-16,12 10 0,7 3 15,8 6-15,7 0 16,6 3-16,5-2 15,2 2-15,2-1 16,2 3-16,3 1 16,-1-3-16,-2 3 15,3-2-15,-3 0 16,-2-1-16,2 0 16,-1-2-16,-7-4 15,-1 1-15,-5-2 16,-5-3-16,-3-1 15,-29-11-15,28 10 16,-28-10-16,22 9 16,-22-9-16,21 8 15,-21-8-15,15 5 16,-15-5-16,13 3 16,-13-3-16,7 4 0,-7-4 15,3 0-15,-3 0 16,0-1-16,0 1 15,0 0-15,0 0 16,-1-1-16,1 1 16,0 0-16,-1 5 15,1-5-15,1 9 16,-1 6-16,-3 6 16,-1 5-16,1 2 15,-1 4-15,2 4 16,-2 5-16,1 5 15,-2 5-15,2 1 16,-1 4-16,2-2 16,-1 0-16,-3 0 15,2-2-15,2-2 16,-1 2-16,-1-3 16,1-2-16,1-2 0,-1-4 15,0-7-15,1-4 16,2-30-16,1 27 15,-1-27-15,1 22 16,-1-22-16,-1 17 16,1-17-16,0 12 15,0-12-15,1 8 16,-1-8-16,-1 4 16,1-4-16,0 2 15,0-2-15,1 1 16,-1-1-16,0-1 15,0 1-15,0 0 16,0 0-16,-1 0 16,1 0-16,-1 0 15,1 0-15,-2 1 16,-4 3-16,-9 4 0,-1 0 16,-8 5-1,-2 1-15,-6 3 0,-5 2 16,-4 1-16,-2 0 15,-2 1-15,1-2 16,-1-5-16,-2 2 16,-2-4-16,-1 0 15,0-3-15,1 0 16,4-4-16,3-3 16,9-3-16,3-4 15,6-6-15</inkml:trace>
  <inkml:trace contextRef="#ctx0" brushRef="#br0" timeOffset="279899.4175">9802 15550 0,'0'0'0,"0"0"0,1 2 0,-1-2 15,7 7-15,8 5 0,11 7 16,8 5-16,3 3 16,7-1-1,7 4-15,3-2 0,3-1 16,-3-1-16,-3 1 16,-3 0-16,-3-1 15,-3-3-15,-42-23 16,34 21-16</inkml:trace>
  <inkml:trace contextRef="#ctx0" brushRef="#br0" timeOffset="280847.5056">10352 16702 0,'0'0'0,"0"0"0,0 0 16,1 0-16,-3-1 15,-6-2-15,-5 2 16,-9-1-16,-5 2 16,-9 6-1,-5 1-15,-3-1 0,0 6 16,-2 0-16,2-2 16,1 3-16,43-13 0</inkml:trace>
  <inkml:trace contextRef="#ctx0" brushRef="#br0" timeOffset="281505.64">9157 15912 0,'0'0'0,"0"0"0,0 0 0,0 0 15,4 7-15,1 5 16,-3 7-16,4 6 16,-2 6-16,-3 6 15,-2 5-15,3 3 16,1 0-16,-1 1 16,0-5-16,0-5 15,0-4-15,2-3 16,-1-1-16,-3-28 15</inkml:trace>
  <inkml:trace contextRef="#ctx0" brushRef="#br0" timeOffset="282598.8774">9663 14809 0,'0'0'0,"0"0"0,0 0 16,0 0-16,3 5 15,-1 6-15,3 9 16,-2 13-16,0 9 15,0 6-15,-3 0 16,0 2-16,1-4 16,-4-4-16,4-4 15,-1-38-15,1 31 16,-1-31-16,3 27 16,-3-27-16</inkml:trace>
  <inkml:trace contextRef="#ctx0" brushRef="#br0" timeOffset="282998.2839">9489 14233 0,'0'0'0,"0"0"0,0 4 16,3 14-16,-3 6 15,2 8-15,1 6 16,2 4-16,-1 0 16,-1 1-16,0-4 15,-3-39-15,4 34 16,-4-34-16,3 23 16,-1-6-16,-2-17 15</inkml:trace>
  <inkml:trace contextRef="#ctx0" brushRef="#br0" timeOffset="283498.3796">9431 14107 0,'0'0'0,"0"0"0,-1-6 0,7-1 15,10 0-15,5 3 0,6 5 16,2 6-16,2 6 16,-2 5-16,-1 4 15,-7 1-15,-21-23 16,14 26-16,-5 0 16,-8 2-16,-9-3 15,-3-2-15,11-23 16,-14 19-16,14-19 15,-18 16-15,18-16 16,-19 15-16,19-15 16,-15 12-16,15-12 15,-9 6-15,9-3 16,9-2-16,6 0 16,9 1-16,1 8 15,1 3-15,-1 3 16,-25-16-16,21 23 15,-6 3-15,-15-26 16,9 28-16,-9-3 0,-8-4 16,-8-4-16,-5-5 15,-2-4-15,0-7 16,23-1-16,-24 1 16,3-6-16,21 5 15,-22-4-15,5-8 16</inkml:trace>
  <inkml:trace contextRef="#ctx0" brushRef="#br0" timeOffset="283865.0239">9818 14419 0,'0'0'0,"0"0"0,6 4 15,-6-4-15,11 7 16,3 6-16,6 6 16,-20-19-16,19 21 15,-1 1-15,-18-22 0,14 21 16,-14-21 0,10 19-16,-10-19 0,6 14 15,-6-14-15,5 9 16,-5-9-1,1 6-15,-1-6 0,-1 2 16,0-6-16,5-10 16,3-7-16,10-9 15,8-9-15,10-1 16,4 3-16,-39 37 16,41-30-16</inkml:trace>
  <inkml:trace contextRef="#ctx0" brushRef="#br0" timeOffset="284562.0067">10712 15743 0,'0'0'0,"0"0"0,0 0 16,1 0-16,9-2 16,10-3-16,8-5 15,9-4-15,8 1 16,0-2-16,1-1 15,-3 0-15,-43 16 16,35-13-16,-35 13 16,31-11-16,-31 11 15,24-9-15</inkml:trace>
  <inkml:trace contextRef="#ctx0" brushRef="#br0" timeOffset="284965.0534">11432 15389 0,'0'0'0,"0"0"0,2-7 0,-2 7 16,0-8-16,-4-2 16,4 10-16,-11-9 15,-4 3-15,-12 11 16,3 4-16,-6 12 16,-3 6-16,1 9 15,5 5-15,3 0 16,9 0-16,9 0 15,4-4-15,8-5 16,9-2-16,4-5 16,8-3-16,3-7 15,5-3-15,-35-12 0</inkml:trace>
  <inkml:trace contextRef="#ctx0" brushRef="#br0" timeOffset="285431.7194">11422 15769 0,'0'0'0,"0"0"0,0 0 0,2 0 16,5-2-16,5 1 15,-12 1-15,16 0 16,3 4-16,3 6 16,-5 6-16,-4 2 15,-2 6-15,-11 3 16,-3-1-16,-4-1 0,-4 1 16,-2-4-16,-6-4 15,19-18-15,-23 14 16,-4-3-16,27-11 15,-26 3-15,26-3 16,-22-1-16,4-4 16,18 5-16,-10-11 15,8-4-15,2 15 16,9-13-16,7 2 16,-16 11-16,18-4 15,4 4-15,-1 9 16,-21-9-16,16 14 15,1 3-15,-17-17 16,18 19-16,-18-19 16</inkml:trace>
  <inkml:trace contextRef="#ctx0" brushRef="#br0" timeOffset="285766.2357">11757 15324 0,'0'0'0,"0"0"0,2 3 16,0 6-16,3 12 15,-2 2-15,1 7 16,-3 12-16,-2-1 16,-1 3-16,0 1 15,-1 0-15,-4-8 16,7-37-16,-2 35 16,2-7-16,0-28 15,2 25-15,-2-25 16,-1 21-16,1-21 15,2 13-15</inkml:trace>
  <inkml:trace contextRef="#ctx0" brushRef="#br0" timeOffset="286065.0241">11905 15315 0,'0'0'0,"0"0"0,0 8 0,0 16 16,0 6-16,5 8 16,-1 4-16,2 1 15,-3-3-15,-2-4 16,1-1-16,-2-35 15,2 29-15,-1-2 16,-1-27-16,2 25 16,-2-25-16</inkml:trace>
  <inkml:trace contextRef="#ctx0" brushRef="#br0" timeOffset="286265.0321">11806 15611 0,'0'0'0,"11"1"0,9 0 16,12 1-1,13 2-15,9-1 16,-6 1-16</inkml:trace>
  <inkml:trace contextRef="#ctx0" brushRef="#br0" timeOffset="286765.0535">12191 15727 0,'0'0'0,"0"0"0,0 0 0,-1-2 16,1 2-16,-7-6 15,-4 0-15,11 6 16,-16-4-16,16 4 16,-17-2-16,2 6 15,15-4-15,-14 11 16,4 4-16,5 3 15,5-18-15,3 21 16,1-3-16,-4-18 16,7 18-16,-7-18 15,8 15-15,-8-15 16,12 12-16,-12-12 16,9 6-16,4-4 15,-13-2-15,14-4 16,0 0-16,5 6 15,-1 1-15,-2 8 16,-4 6-16,-2 4 16,-1 5-16,-6 7 15,-1 1-15,-3 4 0,-7-3 16,-6-1 0,-5-2-16,-8-6 0,-7-5 15,-9-4-15,-2-5 16,-7-7-16,0-4 15</inkml:trace>
</inkml:ink>
</file>

<file path=ppt/ink/ink24.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2.98804" units="1/cm"/>
          <inkml:channelProperty channel="Y" name="resolution" value="650.78448" units="1/cm"/>
          <inkml:channelProperty channel="T" name="resolution" value="1" units="1/dev"/>
        </inkml:channelProperties>
      </inkml:inkSource>
      <inkml:timestamp xml:id="ts0" timeString="2024-03-20T09:12:35.580"/>
    </inkml:context>
    <inkml:brush xml:id="br0">
      <inkml:brushProperty name="width" value="0.05292" units="cm"/>
      <inkml:brushProperty name="height" value="0.05292" units="cm"/>
      <inkml:brushProperty name="color" value="#FF0000"/>
    </inkml:brush>
  </inkml:definitions>
  <inkml:trace contextRef="#ctx0" brushRef="#br0">2370 9066 0,'0'0'0,"0"0"0,6-1 0,11 0 15,10 1-15,2-1 16,8 3-16,5-2 0,1 2 16,8 2-1,4 1-15,7-1 16,4-1-16,0-1 0,6 2 15,0 0-15,2-3 16,-3-2-16,-8 2 16,-4-3-16,-59 2 15,50-2-15,-8 1 16,-42 1-16,33 0 16,-33 0-16,20 0 15,-11 1-15,-26 3 16</inkml:trace>
  <inkml:trace contextRef="#ctx0" brushRef="#br0" timeOffset="571.8097">2350 10500 0,'0'0'0,"13"-2"0,3 0 15,14-1-15,8 3 16,12 0-16,10-1 15,8-1-15,8-1 16,4 1-16,7-3 0,-5 3 16,-2-1-16,-5 3 15,-10 1-15,-10 0 16,-12 1-16,-43-2 16,34 1-16,-7 2 15,-18 1-15,-15 1 16</inkml:trace>
  <inkml:trace contextRef="#ctx0" brushRef="#br0" timeOffset="965.6053">2228 11596 0,'0'0'0,"9"0"0,4 0 15,10-1-15,12 2 16,10-2-16,8 0 16,9 0-16,8-4 15,11 2-15,7 0 16,6-1-16,2 0 16,-2 4-16,-3 0 15,-3 2-15,-11 4 16,-18 0-16,-59-6 15,50 8-15</inkml:trace>
  <inkml:trace contextRef="#ctx0" brushRef="#br0" timeOffset="33633.3765">15016 8588 0,'0'0'0,"0"0"0,0 0 0,-1 0 15,1 0 1,0 0-16,0 0 0,0-1 16,0 1-16,3 0 15,-3 0-15,7 0 16,6 3-1,2 3-15,5-3 0,5 1 16,0-3-16,8 1 16,4-2-16,8 0 15,5 1-15,7-1 16,6-5-16,6 1 16,3-1-16,6-5 15,4 2-15,-5 3 16,4-4-16,4 3 15,-5 4-15,-2-2 16,-1-1-16,-6 4 16,-11 1-16,-6-1 15,-8 2-15,-46-1 0,39 1 16,-39-1-16,28 0 16,-28 0-16,18 0 15,-18 0-15,9 0 16,-9 0-16,3 0 15,-3 0-15,-4-2 16,4 2-16,-7-2 16,7 2-16</inkml:trace>
  <inkml:trace contextRef="#ctx0" brushRef="#br0" timeOffset="34966.1689">17182 8297 0,'0'0'0,"0"0"0,-4-4 0,4 4 15,-3-10-15,2 0 16,7-2-16,7 3 16,-13 9-16,18-3 15,5 6-15,9 14 16,-2 6-16,2 6 15,-2 3-15,-9 3 16,-2 3-16,-4-1 16,-3-2-16,-8 1 15,-4-36-15,-1 33 16,-4-7-16,5-26 16,-11 22-16,11-22 15,-12 16-15,-2-12 0,-3-13 16,6-9-16,-1-7 15,8-12 1,6-4-16,6-8 0,4-3 16,3 0-1,4 6-15,5 4 0,-24 42 16,24-30-16</inkml:trace>
  <inkml:trace contextRef="#ctx0" brushRef="#br0" timeOffset="35365.582">17651 8439 0,'0'0'0,"9"-1"0,5-3 0,4 0 0,15-1 16,1-4-16,3 1 16,-5-3-16,-5-3 15,-7-2-15,-20 16 16,14-21-16,-9-1 16,-5 22-16,-1-22 15,-7 3-15,-10 9 16,-7 8-16,0 8 15,-9 7-15,2 11 16,-1 4-16,3 6 16,3 5-16,7-3 15,11-1-15,9-2 16,7-5-16,10-4 16,11-8-16,7-5 15,8-7-15,5-8 16,3-7-16,-2-4 0,-6-6 15</inkml:trace>
  <inkml:trace contextRef="#ctx0" brushRef="#br0" timeOffset="35598.988">18089 8254 0,'0'0'0,"0"0"15,1 7-15,-1 11 16,-4 12-16,1 13 15,-6 9-15,2 9 16,1-1-16,7 5 16,-3 2-16,3-2 15,4-4-15,-4-4 16,1-10-16,-2-47 16,4 40-16,-4-40 15,7 31-15,-1-10 16,2-19-16</inkml:trace>
  <inkml:trace contextRef="#ctx0" brushRef="#br0" timeOffset="35898.9782">18180 8189 0,'0'0'0,"12"3"0,6 4 16,12 4-16,12 11 15,1 5-15,-2 10 16,-8 5-16,-12 1 16,-6 2-16,-14-2 15,-11-5-15,-11-6 16,-3-7-16,-3-8 15,-4-3-15,0-3 16,2-5-16,29-6 16,-30-2-16</inkml:trace>
  <inkml:trace contextRef="#ctx0" brushRef="#br0" timeOffset="36232.3429">18613 8276 0,'0'0'0,"0"0"0,9 8 16,9 15-16,7 2 16,3 6-16,-1 1 15,-5-3-15,-22-29 16,12 23-16,-12-23 15,7 23-15,-7-23 16,-1 19-16,-6-8 16,-7-7-16,4-9 15,-3-8-15,9-6 16,3-9-16,2-6 16,11-7-16,7-2 15,5-1-15,8 6 16,2 8-16,1 7 15,-1 9-15</inkml:trace>
  <inkml:trace contextRef="#ctx0" brushRef="#br0" timeOffset="36865.6438">18995 8406 0,'0'0'0,"0"0"16,3-3-16,10 0 16,11-5-16,1-2 15,7-2-15,-2-7 16,-4-1-16,-8-2 16,-5 1-16,-13 21 15,7-22-15,-7 22 16,2-17-16,-7 2 0,-14 10 15,-2 11-15,-7 10 16,-6 10-16,3 11 16,1 0-16,5 0 15,8-5-15,14-3 16,7-4-16,12-6 16,1-8-16,10-5 15,8-3-15,7-11 16,2-3-16,1-5 15,-1-5-15,-8-3 16,-6-3-16,-3-7 16,-9 4-16,-5-4 15,-8 2-15,-5 1 16,0 31-16,-8-30 16,-3 8-16,11 22 15,-16-19-15,16 19 0,-15-11 16,5 16-1,9 11-15,8 8 0,14 4 16,2 4-16,6-1 16,5 0-16,-3-4 15,-31-27-15,26 29 16,-7-2-16,-19-27 16,9 27-16,-13-4 15,-13-4-15,-12-4 16,-7-6-16,2-8 15,2-4-15</inkml:trace>
  <inkml:trace contextRef="#ctx0" brushRef="#br0" timeOffset="37232.2998">19667 8295 0,'0'0'0,"0"0"0,0 0 0,0 1 16,8-2-16,6-4 15,6 0-15,-20 5 16,23-6-16,0-3 16,-2-4-16,-21 13 15,17-17-15,-9-1 16,-6-1-16,-8 1 15,-7 4-15,-6 8 16,-4 6-16,-9 5 16,-3 9-16,-4 6 15,7 7-15,-2 2 16,14 4-16,7 1 16,10-4-16,14-4 15,8-2-15,9-7 16,11-9-16,7-2 15,2-6-15,-1-8 16</inkml:trace>
  <inkml:trace contextRef="#ctx0" brushRef="#br0" timeOffset="37632.3226">19907 8274 0,'0'0'0,"4"8"0,0 2 0,3 12 16,0 2-16,-7-24 15,7 28-15,-1-2 16,-6-26-16,4 25 16,-4-25-16,2 21 15,-2-21-15,0 14 16,-2-10-16,2-4 15,-2-6-15,2-9 16,4-13-16,2-3 16,5 0-16,3 1 15,2 4-15,-16 26 16,20-16-16,0 10 0,0 9 16,-2 9-16,-18-12 15,15 20-15,-3 5 16,-12-25-16,9 33 15,-9-33-15,5 28 16,-5-28 0,5 25-16</inkml:trace>
  <inkml:trace contextRef="#ctx0" brushRef="#br0" timeOffset="37965.4361">20412 7708 0,'0'0'0,"4"7"0,-2 8 0,1 11 15,-6 20 1,0 10-16,-6 9 0,-3 8 15,2 3-15,5-3 16,-3-6-16,1-7 16,9-10-16,3-5 15,3-11-15,6-5 16,-14-29-16,19 23 16,0-5-16,11-6 15,3-9-15,5-6 16,-1-8-16,1-11 15,-6-7-15</inkml:trace>
  <inkml:trace contextRef="#ctx0" brushRef="#br0" timeOffset="38139.9269">20237 8243 0,'0'0'0,"7"-3"0,16-3 16,19-2-16,24 3 0,9-1 15,3-1-15</inkml:trace>
  <inkml:trace contextRef="#ctx0" brushRef="#br0" timeOffset="38565.6458">20819 8163 0,'0'0'0,"-8"0"0,-6-2 0,-5 7 16,19-5-16,-25 6 15,0 6-15,5 1 16,20-13 0,-13 18-16,10 4 0,10 2 15,11 4-15,-3-1 16,7-1-16,-7 0 15,-2-1-15,-8-2 16,-4-1-16,-11-4 16,-8-2-16,-8-2 15,-11-1-15,-3-6 16,-6-4-16,8-8 16</inkml:trace>
  <inkml:trace contextRef="#ctx0" brushRef="#br0" timeOffset="39798.9145">21968 8092 0,'0'0'0,"0"0"0,-1-6 0,-6-5 16,-8-1-16,-4-2 15,-7 1-15,-5 6 16,-5 4-16,-4 7 16,-7 12-16,-6 5 15,-4 11-15,7 11 16,2 5-16,10 0 16,17 3-16,14-3 15,7-7-15,12-5 0,13-10 16,16-5-1,-1-8-15,9-5 16,2-7-16,8-8 16,0-4-16,-3-3 0,-1-9 15,-6 1-15,-5-3 16,-11-1 0,-6-6-16,-4 2 0,-6-5 15,-10 2-15,-4 2 16,-6 2-16,-8 4 15,-3 8-15,-2 7 16,-7 12-16,-5 7 16,-1 11-16,-1 5 15,7 3-15,2 3 16,7-1-16,8-3 16,8-2-16,-2-25 15,10 22-15,9-3 16,9-4-16,2-5 15,-2-7-15,-2-6 16,-26 3-16,24-6 0,-24 6 16,20-12-1,-20 12-15,15-13 0,-15 13 16,8-17-16,-7 7 16,-4 10-16,-4 7 15,0 10-15,7-17 16,-4 24-16,8-2 15,8-2-15,9-3 16,3-10-16,3-1 16,1-9-16,-28 3 15,25-8-15,-1-3 16,1-6-16,-6-4 16,-6-1-16,-8 2 15,-5 20-15,-1-23 16,-3-1-16,4 24 15,-9-23-15,9 23 16,-8-20-16,4 5 16,7 2-16,7 4 0,8 4 15,5 0-15,4 0 16,1 4-16,7 3 16,-10 6-16,-25-8 15,23 11-15,-1 8 16,-4 11-16,-8-2 15,-10-28-15,5 32 16,-5-32-16,4 31 16,5-3-16,12-8 15,7-12-15,8-8 16,9-9-16,-3-9 16</inkml:trace>
  <inkml:trace contextRef="#ctx0" brushRef="#br0" timeOffset="40232.5529">22804 7711 0,'0'0'0,"3"8"0,-1 10 15,1 12-15,-2 16 16,1 12-16,-5 6 16,-7 8-16,5 0 15,-3-3-15,-6-8 16,8-5-16,6-56 16,2 47-16,4-9 15,8-9-15,10-7 16,0-8-16,0-7 15,3-8-15,0-8 16,-1-3-16,1-3 16,-5-4-16,-8-2 15,-6-4-15,-6-2 16,-9 1-16,-9 3 0,-10 4 16,-8 3-16,-8 7 15,42 9-15,-40-5 16,9 5-1,31 0-15,-19 9 0</inkml:trace>
  <inkml:trace contextRef="#ctx0" brushRef="#br0" timeOffset="40570.3537">23316 8193 0,'0'0'0,"0"0"0,0-4 15,0 4-15,-1-9 16,-10-2-16,-12-1 16,-8 5-16,-5 7 15,2 9-15,-5 6 16,5 5-16,8 8 16,4 2-16,11 0 15,10-1-15,10-3 0,10-7 16,10-5-16,3-6 15,2-4-15,1-1 16,-1-7-16,-5-3 16,-5-4-16,-24 11 15,18-14-15,-9-5 16,-7-4-16,-10-1 16,-10-1-16,-1 2 15,19 23-15,-22-21 16</inkml:trace>
  <inkml:trace contextRef="#ctx0" brushRef="#br0" timeOffset="40965.6708">23427 8205 0,'0'0'0,"2"8"0,2 3 16,-2 4-16,1 6 15,1 2-15,-4-23 16,2 23-16,-1 0 0,-1-23 16,-3 24-1,3-24-15,-2 18 0,-5-7 16,1-11-16,1-8 16,7-8-16,1-4 15,3-6-15,6 1 16,6-1-16,-18 26 15,23-21-15,0 3 16,4 9-16,-1 6 16,-26 3-16,24 8 15,-5 7-15,-6 9 16,-13-24-16,11 30 16,-6-2-16,-5-28 15,2 35-15,-2-35 16,4 30-16,7-10 15</inkml:trace>
  <inkml:trace contextRef="#ctx0" brushRef="#br0" timeOffset="41498.9225">24210 8207 0,'0'0'0,"-3"10"16,-1 11-16,1 4 15,0 7-15,3-32 16,-2 33-16,8-5 16,6-5-16,4-6 15,4-10-15,2-6 16,1-5-16,0-3 15,-1-5-15,0-2 16,-4-2-16,-18 16 16,12-20-16,-4 2 15,-8 18-15,4-18 16,-4 18-16,0-12 0,0 12 16,-3-1-16,-5 10 15,7 7 1,5 5-16,7-4 0,11-6 15,4-4-15,5-3 16,3-5-16,-1-5 16,-4-2-16,-29 8 15,29-11-15,-4-5 16,-10-3-16,-6-5 16,-11-2-16,-5 2 15,-7-2-15,-7 3 16,-4 7-16,-1 4 15,-4 4-15,30 8 16</inkml:trace>
  <inkml:trace contextRef="#ctx0" brushRef="#br0" timeOffset="41668.57">24810 8253 0,'0'0'0,"0"5"0,-4 11 0,3 3 15,-6 6-15,4 3 16,3-28-16,-5 28 16,5-28-16</inkml:trace>
  <inkml:trace contextRef="#ctx0" brushRef="#br0" timeOffset="41845.7882">24826 8068 0,'0'0'0,"0"0"0,0 0 16,0 0-16,0 0 15,0-2-15</inkml:trace>
  <inkml:trace contextRef="#ctx0" brushRef="#br0" timeOffset="42165.6793">25119 7628 0,'0'0'0,"0"0"15,0 11-15,0 15 16,-3 11-16,-3 11 16,6 11-16,-6 6 0,0 7 15,-3-4 1,0 0-16,-4-3 0,3-8 15,-2-4-15,3-10 16,9-43-16,-6 36 16,6-36-16,-5 30 15,0-11-15,3-14 16</inkml:trace>
  <inkml:trace contextRef="#ctx0" brushRef="#br0" timeOffset="42765.6373">24964 8135 0,'0'0'0,"10"-3"15,9-4-15,17-3 16,8-2-16,14 1 16,0-3-16,2-2 0,-4 3 15,-3-8-15,-3 1 16,-5-6-16,-7 0 15,-8-6-15,-6 3 16,-7-5 0,-10 0-16,-7 1 15,-4 5-15,-8 0 0,-7 6 16,-3 7-16,-3 6 16,0 5-16,-2 9 15,4 13-15,5 7 16,-1 14-16,1 11 15,3 13-15,-2 7 16,1 3-16,-1-4 16,11-1-16,-4-15 15,7-4-15,3-49 16,-6 39-16,6-39 16,-2 31-16,2-31 15,1 23-15,-1-23 16,4 16-16,-4-14 15,1-12-15,1-9 0,2-9 16,3-4 0,3 2-16,6 2 15,-1 5-15,-15 23 16,23-16-16,0 5 0,1 8 16,-1 9-16,-1 6 15,-9 6-15,-2 5 16,-11-23-16,8 23 15,-3 5-15,-5-28 16,6 29-16,2-4 16,3-6-16</inkml:trace>
  <inkml:trace contextRef="#ctx0" brushRef="#br0" timeOffset="43565.6792">26235 8088 0,'0'0'0,"0"0"0,-3-6 15,-7-5-15,-5 2 16,-6 3-16,-1 7 15,-5 9-15,0 11 16,-2 8-16,2 5 16,1-1-16,15 1 15,7-5-15,11-5 16,14-5-16,7-5 16,5-5-16,1-6 15,0-2-15,1-5 16,-5-5-16,-30 9 15,28-12-15,-9-6 16,-6-4-16,-6-5 16,-11 2-16,-10 0 15,-7-1-15,-10 7 16,-4 3-16,35 16 0,-32-9 16,6 0-16,26 9 15,-10-3-15,9 2 16,13 0-16,6-4 15,9 4-15,1-1 16,0 0-16,-28 2 16,27-1-16,-27 1 15,25-3-15,0 5 16,-3 5-16,-4 8 16,-5 6-16,-2 4 15,-11-25-15,7 28 16,-1 3-16,-6-31 15,1 27-15,-1-27 16,1 21-16,-1-21 16,1 15-16,-1-15 15,-1 9-15,1-9 0,0 0 16,2-8-16,2-8 16,7-5-16,-1-1 15,4 1-15,6 3 16,-20 18-16,21-14 15,0 6-15,0 7 16,2 9-16,-23-8 16,15 14-16,-5 7 15,-10-21-15,5 26 16,-5-26-16,0 27 16,0-27-16,0 23 15</inkml:trace>
  <inkml:trace contextRef="#ctx0" brushRef="#br0" timeOffset="43899.3289">26776 7562 0,'0'0'0,"0"0"0,4 3 0,1 11 16,3 9-16,6 11 15,-10 6-15,3 12 16,-6 9-16,-1 0 16,-6 3-16,-1-1 15,0-4-15,-3-5 16,3-11-16,5-4 15,2-39-15,3 34 16,6-8-16,10-7 16,4-5-16,8-9 15,2-8-15</inkml:trace>
  <inkml:trace contextRef="#ctx0" brushRef="#br0" timeOffset="44432.3173">26959 8086 0,'0'0'0,"0"0"0,3 10 0,5 10 0,-8-20 15,12 18-15,6-2 16,12-1-16,-3-9 15,0-5-15,-27-1 16,25-4-16,-3-5 16,-22 9-16,20-14 15,-6-6-15,-14 20 16,14-23-16,-14 23 16,7-21-16,-7 21 15,4-16-15,-3 7 0,1 11 16,-7 11-16,-2 12 15,-2 12-15,-1 11 16,0 7-16,1 5 16,-2 2-16,2-1 15,0 3-15,-2-2 16,0-6-16,1 0 16,0-9-16,0-5 15,-6-8-15,1-10 16,-6-4-16,0-6 15,-6-8-15,1-5 16,-3-10-16,0-6 16,-4-8-16,2-10 15,3-11-15,8-10 16,10-6-16</inkml:trace>
  <inkml:trace contextRef="#ctx0" brushRef="#br0" timeOffset="44866.3356">27849 7931 0,'0'0'0,"0"0"0,-4-7 16,-6-3-16,-9 3 15,-6-1-15,-6 7 16,-7 6-16,3 5 16,35-10-16,-35 14 15,5 1-15,30-15 16,-19 18-16,14-3 15,16 5-15,10-5 16,7-2-16,7 0 0,-1 1 16,-4-1-16,-5 3 15,-25-16-15,18 17 16,-9 2-16,-9 0 16,-7-4-16,-7-7 15,-9 0-15,-7-5 16,-4-4-16,1-3 15,33 4-15,-32-6 16,4-2-16,8-3 16</inkml:trace>
  <inkml:trace contextRef="#ctx0" brushRef="#br0" timeOffset="45065.6481">27998 8002 0,'0'0'0,"0"6"0,2 6 15,-1 6-15,-3 5 16,-2 7-16,0-3 16,-1 0-16,5-27 15,-11 23-15</inkml:trace>
  <inkml:trace contextRef="#ctx0" brushRef="#br0" timeOffset="45229.5888">27940 7808 0,'0'0'0,"0"0"0,0 0 15,0 0-15,0 0 16,0 3-16</inkml:trace>
  <inkml:trace contextRef="#ctx0" brushRef="#br0" timeOffset="45632.2606">28128 7972 0,'0'0'0,"0"0"0,0 10 16,0 9-16,3 2 0,0 4 15,-3-25-15,0 28 16,0-28-16,-2 22 16,2-22-16,0 18 15,0-18-15,-2 11 16,2-11-16,0 2 15,4-11-15,3-9 16,4 0-16,6-1 16,3-1-16,4 3 15,-1 5-15,-23 12 16,24-5-16,-1 3 16,-23 2-16,18 9 15,-4 7-15,-7 7 16,-7-23-16,1 23 15,-1 4-15,0-27 0,1 25 16,-1-25-16</inkml:trace>
  <inkml:trace contextRef="#ctx0" brushRef="#br0" timeOffset="46231.7626">28717 7995 0,'0'0'0,"0"0"0,-1-7 15,-4-3-15,-11-3 16,-8 5-16,-5 1 16,-5 6-16,-5 8 15,2 2-15,37-9 16,-36 15-16,9 1 15,27-16-15,-18 22 16,15-3-16,10 1 16,9-5-16,4-4 15,5-8-15,-1 0 16,-24-3-16,25-3 0,-1-2 16,-4-5-16,-20 10 15,21-11-15,-21 11 16,14-15-16,-14 15 15,10-18-15,-10 18 16,7-15-16,-6 10 16,-7 15-16,4 9 15,-1 10-15,0 6 16,0 7-16,2 4 16,-4 9-16,4 3 15,-4 7-15,3 1 16,0 1-16,1-3 15,-2 0-15,-1-8 16,-3-11-16,-3-8 0,-6-10 16,-5-8-16,-2-10 15,-7-8-15,-3-8 16,-2-6-16,3-12 16,-4-10-16,4-11 15,8-14-15,2-11 16,10-5-16</inkml:trace>
  <inkml:trace contextRef="#ctx0" brushRef="#br0" timeOffset="46532.0916">28869 7395 0,'0'0'0,"0"0"0,0 9 16,-1 17-16,-1 10 16,-4 13-16,-6 11 15,-1 7-15,0 3 16,0-1-16,1-7 15,4-5-15,-3-9 16,7-8-16,4-40 16,-2 33-16,3-3 15,-1-30-15,3 29 16,-3-29-16</inkml:trace>
  <inkml:trace contextRef="#ctx0" brushRef="#br0" timeOffset="46932.3131">28930 7928 0,'0'0'0,"0"0"0,7 3 0,9-2 16,6-2-16,3-2 15,-2-1-15,-23 4 16,23-4-16,-5-6 16,-18 10-16,12-12 15,-5-4-15,-7 16 16,0-19-16,-6 4 16,-9 3-16,-5 8 15,-9 7-15,-5 9 16,0 8-16,0 3 15,3 2-15,9 2 16,11-3-16,4-2 16,14 0-16,9-6 15,10-2-15,8-3 16,9-6-16,7-7 16</inkml:trace>
  <inkml:trace contextRef="#ctx0" brushRef="#br0" timeOffset="47365.678">29622 7395 0,'0'0'0,"0"0"0,1 10 16,0 16-16,1 13 16,0 12-16,-2 11 15,-2 4-15,-1-2 16,-4-3-16,-1-3 16,-3-9-16,5-6 15,6-43-15,-2 39 0,5-4 16,-3-35-16,6 34 15,12-6-15,4-5 16,8-10-16,-1-6 16,2-7-16,-3-11 15,-2-1 1,-3-6-16,-9-2 0,-4-4 16,-3-2-16,-5-3 15,-9 2-15,-6 1 16,-10 3-16,-2 5 15,-11 2-15,0 3 16,36 13-16,-33-7 16</inkml:trace>
  <inkml:trace contextRef="#ctx0" brushRef="#br0" timeOffset="47765.6778">30093 7871 0,'0'0'0,"0"0"16,-3-4-16,3 4 0,-11-7 0,-11 4 15,-14 6-15,0 4 16,3 4-16,4 8 15,29-19-15,-20 21 16,11-1-16,9 5 16,9-2-16,9-7 15,2-3-15,6-3 16,0-4-16,-2-6 16,-1-2-16,-3-6 15,-20 8-15,16-13 16,-7-9-16,-3-8 15,-9-3-15,-6-1 16,-6 2-16,-4 5 16,-2 7-16,21 20 15,-20-12-15</inkml:trace>
  <inkml:trace contextRef="#ctx0" brushRef="#br0" timeOffset="48198.995">30221 7838 0,'0'0'0,"2"6"0,1 10 16,2 5-16,-1 2 16,3 1-16,-7-24 15,7 22-15,-7-22 16,8 22-16,-8-22 15,10 14-15,-10-14 16,6 11-16,-6-11 16,3 6-16,-1-4 15,-2-2-15,1-7 16,-1-4-16,0-4 0,4-4 16,6-1-16,4 1 15,2 3-15,-16 16 16,21-11-16,0 8 15,3 6-15,-5 8 16,-3 4-16,-7 9 16,-4 1-16,-7 0 15,-1-1-15,3-24 16,-5 25-16,5-25 16,-7 20-16</inkml:trace>
  <inkml:trace contextRef="#ctx0" brushRef="#br0" timeOffset="49065.6793">30853 7331 0,'0'0'0,"0"0"0,0 10 15,2 17-15,2 11 16,-6 10-16,5 11 16,-5 3-16,-6 2 15,0-1-15,0 0 16,-1-6-16,3-2 15,3-9-15,3-46 16,-2 42-16,4-8 16,-2-34-16,3 28 15,-3-28-15,4 18 16,-4-18-16,3 12 16,-1-12-16,-2-7 15,-3-7-15,-1-2 0,1-7 16,0 0-16,-5-1 15,-3 3-15,-6 2 16,-2 6-16,-6 2 16,-5 8-1,-1 7-15,-3 6 16,-3 6-16,1 6 0,7 4 16,-1-1-16,30-25 15,-17 24-15,11-3 16,6-21-16,6 20 15,10-5-15,13-4 16,8-6-16,2-4 16,4-5-16,0-3 15,-4-5-15,0-1 16,1-3-16,-3-4 16,-3-4-16,-2-2 15,1 0-15,-5-1 0,-7 3 16,-4-1-16,-17 25 15,11-25-15,-6 5 16,-5 20-16,-5-20 16,-6 4-16,-7 7 15,1 9-15,17 0 16,-18 6-16,4 8 16,-2 10-16,9 1 15,5 5-15,6-1 16,8-2-16,8 3 15,2-2-15,1 4 16,-3-3-16,-4-2 16,-16-27-16,2 23 15,-11-5-15,-17-8 16,-12-6-16,-15-7 16,-9-8-16</inkml:trace>
  <inkml:trace contextRef="#ctx0" brushRef="#br0" timeOffset="60599.5906">14950 9908 0,'0'0'0,"0"0"0,0 0 0,-1 0 15,1 0-15,0 0 16,4 3-16,11 1 0,4-1 16,10-1-1,12 1-15,9-2 0,7-1 16,13-2-16,6-2 16,6-3-16,9-1 15,8-1-15,-1 2 16,2-4-16,7 0 15,-5 0-15,2-3 16,-5 4-16,-11 4 16,-14 1-16,-74 5 15,66-2-15,-66 2 16,49 0-16,-49 0 16,32 1-16,-18-1 15,-14 7-15,-12 4 16,12-11-16</inkml:trace>
  <inkml:trace contextRef="#ctx0" brushRef="#br0" timeOffset="61166.2066">18475 9559 0,'0'0'0,"2"9"0,0 5 16,-2 10-16,-1 5 15,-1 7-15,1-3 16,2 6-16,0-3 16,1-1-16,-1-1 15,-1-34-15,0 32 16,0-32-16,3 28 0,4-9 15,-7-19 1,14 12-16,4-13 0</inkml:trace>
  <inkml:trace contextRef="#ctx0" brushRef="#br0" timeOffset="61299.7271">18928 9570 0,'0'0'0,"0"0"16,0 9-16,0 13 15,2 9-15,-1 11 16,1 1-16,0 9 16,0 2-16</inkml:trace>
  <inkml:trace contextRef="#ctx0" brushRef="#br0" timeOffset="62150.7678">21948 9446 0,'0'0'0,"0"0"0,0 0 0,2-2 16,1 4-16,6 9 15,2 11-15,1 6 16,-5 12-16,-6 6 15,-4 4-15,1 4 16,-2-1-16,2-4 16,2-3-16,-2-6 15,2-6-15,0-34 16,5 28-16</inkml:trace>
  <inkml:trace contextRef="#ctx0" brushRef="#br0" timeOffset="62401.0344">22641 9534 0,'0'0'0,"-2"11"0,-3 8 16,0 13-16,0 10 16,4 7-16,7 4 15,-3 6-15,-1-1 16,5-4-16</inkml:trace>
  <inkml:trace contextRef="#ctx0" brushRef="#br0" timeOffset="63366.603">24692 9369 0,'0'0'0,"0"0"0,0 2 16,-1 7-16,2 7 16,1 5-16,0 5 15,2 6-15,3 4 16,-4-1-16,-3 2 0,-3 2 15,3-39 1,-3 32-16,3-32 0,-2 31 16</inkml:trace>
  <inkml:trace contextRef="#ctx0" brushRef="#br0" timeOffset="63665.6963">25042 9382 0,'0'0'0,"1"10"0,4 6 0,1 17 0,-8 7 15,1 5 1,-1 7-16,-2 3 16,-1 2-16,4 2 15,-2-3-15</inkml:trace>
  <inkml:trace contextRef="#ctx0" brushRef="#br0" timeOffset="65132.3331">27739 8913 0,'0'0'0,"0"0"0,0 0 15,2-3-15,-2 3 16,3-9-16,0 5 16,-2 8-16,-1 9 15,-5 16-15,3 16 16,0 11-16,-5 6 16,2 5-16,0 3 15,0-7-15,4-6 0,-3-7 16,3-6-1,1-6-15,-1-4 0,-1-3 16,2-31-16,2 26 16,-2-26-16,-1 22 15,1-22-15,-1 20 16,1-20-16,-2 12 16,1-8-16,-3-11 15,-1-7-15,-1-9 16,-3-2-16,-3-1 15,-2-3-15,-3 1 16,0 3-16,-2 1 16,0 9-16,-3 4 15,-4 6-15,-4 7 16,-1 9-16,-2 5 16,-3 8-16,0 7 15,8 1-15,1-3 16,12 0-16,12-2 15,10-3-15,10-3 0,12-4 16,10-5-16,9-3 16,8-6-16,3-1 15,7-6-15,-1-6 16,0-3 0,-3-4-16,-6-5 0,-8-3 15,0-3-15,-9-3 16,-8 0-16,-6 0 15,-25 31-15,20-34 16,-9 4-16,-11 30 16,2-26-16,-11 5 15,-7 9-15,-6 11 16,-4 10-16,-1 9 16,0 6-16,4 2 15,5 1-15,6-1 16,12-26-16,-5 28 15,10-1-15,8-2 16,7-4-16,4-7 16,-24-14-16,29 8 0,2-4 15,-31-4 1,36-7-16,-2-2 0,-6-5 16,-7-7-16,-8 0 15,-8-3-15,-14-2 16,-5 0-16,-8 3 15,-7 6-15,-7 8 16,36 9-16</inkml:trace>
  <inkml:trace contextRef="#ctx0" brushRef="#br0" timeOffset="65565.6626">28335 9404 0,'0'0'0,"0"0"0,-2 6 0,2 15 0,-5 3 16,-2 9-16,1-1 15,6-32-15,-5 31 16,8-3-16,10-4 15,5-5-15,3-9 16,4-6-16,-1-8 16,0-3-16,-1-4 15,0-4-15,-7-3 16,-3-1-16,-7-6 16,-6 25-16,6-24 15,-6 24-15,3-28 16,-3 28-16,0-22 15,-3 5-15,-1 15 16,-3 12-16,7-10 16,-7 20-16,5 6 15,6 5-15,9-1 0,12-5 16,5-9-16,7-7 16,2-9-16</inkml:trace>
  <inkml:trace contextRef="#ctx0" brushRef="#br0" timeOffset="66004.1454">28755 8919 0,'0'0'0,"-1"14"0,1 15 0,-6 12 15,2 16-15,3 9 16,-2 3-16,3 0 16,0-5-16,6-4 15,-4-6-15,6-10 16,1-8-16,2-8 15,-11-28-15,13 21 16,2-6-16,5-8 16,-20-7-16,23 5 15,-2-13-15,4-8 16,-6-7-16,-5-2 16,-5-4-16,-8-1 15,-1 30-15,0-28 16,-8-3-16,-8 4 15,-7 3-15,-5 5 16,-8 3-16,-3 9 16,3-1-16,5 3 15</inkml:trace>
  <inkml:trace contextRef="#ctx0" brushRef="#br0" timeOffset="66332.3331">29100 8894 0,'0'0'0,"-1"9"0,-3 13 16,4 17-16,0 12 15,-3 12-15,5 6 16,-1-2-16,-3-5 16,3-7-16,-5-5 15,-1-7-15,1-10 16,4-33-16,0 33 0,0-4 16,0-29-1,1 27-15,3-12 0</inkml:trace>
  <inkml:trace contextRef="#ctx0" brushRef="#br0" timeOffset="66699.0273">29229 9381 0,'0'0'0,"0"0"0,2 0 15,8 0-15,5 2 16,-15-2-16,21 3 16,0-4-16,2-3 15,-23 4-15,25-3 16,-9-6-16,-16 9 16,13-13-16,-13 13 15,6-13-15,-10 2 16,-7 3-16,-7 6 15,-5 11-15,-5 8 0,-1 3 16,5 5-16,1 1 16,9-1-16,11-1 15,4 0 1,13-5-16,10-1 0,9-3 16,8-5-16,15-5 15,3-9-15</inkml:trace>
  <inkml:trace contextRef="#ctx0" brushRef="#br0" timeOffset="67136.3379">29959 8838 0,'0'0'0,"-1"9"0,1 13 0,-3 21 0,0 11 16,-2 8-16,-1 4 16,0-2-16,1-5 15,0-8-15,4 0 16,1-6-16,0-45 15,5 40-15,3-5 16,8-9-16,2-6 16,4-10-16,3-2 15,-2-11-15,3-4 16,-2-4-16,-5-4 16,-2-5-16,-3-2 15,-3-2-15,-11-6 16,-5 3-16,-8 0 15,-6 1-15,-9 6 16,-5 3-16,-4 6 16,37 11-16,-35-5 15,35 5-15</inkml:trace>
  <inkml:trace contextRef="#ctx0" brushRef="#br0" timeOffset="67532.3364">30374 9245 0,'0'0'0,"0"0"0,-2-1 16,-7 1-16,-5 1 15,-11 7-15,-2 8 16,-4 5-16,3 6 15,3 2-15,8 2 16,11-2-16,11-2 16,11-3-16,12-4 15,1-5-15,4-4 16,0-8-16,-3-2 16,-30-1-16,30-4 0,-3-8 15,-6-7-15,-2-4 16,-10-4-16,-6-1 15,-8 1-15,-9 2 16,-10-1-16,-3 7 16,27 19-16,-28-16 15</inkml:trace>
  <inkml:trace contextRef="#ctx0" brushRef="#br0" timeOffset="67899.0242">30620 9301 0,'0'0'0,"2"6"0,0 5 16,0 8-16,1 0 16,-3-19-16,4 23 15,-4-23-15,2 23 16,-2-23-16,0 22 15,0-22-15,-3 12 0,1-6 16,2-6-16,-1-6 16,-1-6-16,7-10 15,3-1-15,1-1 16,7 2-16,-16 22 16,20-18-16,3 6 15,2 10-15,-1 7 16,-4 7-16,-3 7 15,-6 2-15,-1 3 16,-4 1-16,-6-25 16,4 24-16,-4-24 15,1 24-15,-1-24 16</inkml:trace>
  <inkml:trace contextRef="#ctx0" brushRef="#br0" timeOffset="68698.997">31115 8732 0,'0'0'0,"1"9"0,1 11 0,0 18 16,-2 11-16,-1 7 16,-4 6-16,0 2 15,4-2-15,0-5 16,-2-5-16,3-7 16,2-9-16,1-6 15,-3-30-15,4 25 16,-4-25-16,5 19 15,-5-19-15,8 12 16,-8-12-16,5 9 0,-2-8 16,-3-1-16,1-9 15,-3-4 1,2 13-16,-9-16 0,-5 1 16,-10 3-16,3 7 15,-3 10-15,-1 5 16,25-10-16,-24 15 15,6 5-15,7 2 16,6 1-16,5-23 16,8 21-16,9-4 15,10-3-15,10-5 16,3-4-16,0-6 16,5-3-16,-8-4 15,2-4-15,0-4 16,-5-1-16,-6-6 0,-2 0 15,-4-5 1,-6-5-16,-5 2 0,0 1 16,-7 4-16,-4 26 15,-1-23-15,1 23 16,-6-14-16,6 14 16,-8-9-16,2 13 15,4 11-15,7 8 16,9 7-16,6 4 15,1 0-15,8 1 16,-1-1-16,-3-2 16,-25-32-16,18 31 15,-8 0-15,-17-2 16,-7-7-16,-18-10 16,-14-6-16,-19-10 15</inkml:trace>
  <inkml:trace contextRef="#ctx0" brushRef="#br0" timeOffset="69799.5064">15207 11121 0,'0'0'0,"9"2"0,9-4 16,12-2-16,18 1 16,8-4-16,6-2 15,13-3-15,2-1 16,3 1-16,4 0 15,-1 2-15,1 0 16,-8 0-16,-1 2 16,-6-1-16,-3 3 15,-2 2-15,-5 2 0,-10 1 16,-5 2-16,-2-3 16</inkml:trace>
  <inkml:trace contextRef="#ctx0" brushRef="#br0" timeOffset="70265.6631">18369 10805 0,'0'0'0,"0"10"0,3 8 0,0 11 16,3 6-16,-2 5 15,1 2-15,-1-2 16,0 1-16,3-3 0,-7-38 16,8 32-16</inkml:trace>
  <inkml:trace contextRef="#ctx0" brushRef="#br0" timeOffset="70433.4374">18693 10914 0,'0'0'0,"-1"15"0,1 9 0,-1 12 16,5 11-16,4 3 15</inkml:trace>
  <inkml:trace contextRef="#ctx0" brushRef="#br0" timeOffset="70932.9387">22021 10735 0,'0'0'0,"0"0"0,1 11 0,4 11 15,1 13-15,-1 4 16,-5 5-16,2-4 16,0-2-16,-2-38 15,3 37-15</inkml:trace>
  <inkml:trace contextRef="#ctx0" brushRef="#br0" timeOffset="71132.8945">22431 10881 0,'0'0'0,"0"9"0,-4 16 15,4 10-15,-1 7 16,3 6-16,2-1 15</inkml:trace>
  <inkml:trace contextRef="#ctx0" brushRef="#br0" timeOffset="71508.6986">24652 10841 0,'0'0'0,"2"10"0,-4 7 15,0 10-15,3 4 16,0 4 0,4-3-16,1-4 0,-6-28 15</inkml:trace>
  <inkml:trace contextRef="#ctx0" brushRef="#br0" timeOffset="71699.9789">25007 10929 0,'0'0'0,"2"8"0,0 10 16,-1 13-16,7 5 15,1 3-15</inkml:trace>
  <inkml:trace contextRef="#ctx0" brushRef="#br0" timeOffset="72399.3791">27292 10238 0,'0'0'0,"0"0"0,0 5 0,3 12 16,3 8-16,-3 12 15,-2 26 1,0 6 0,-3-2-16,-3 1 0,2-6 15,2-7-15,-4-8 16,3-3-16,2-44 16,1 39-16,5-3 15,7-5-15,5-5 16,4-9-16,8-8 15,4-7-15,1-9 16,9-6-16,-2-6 16</inkml:trace>
  <inkml:trace contextRef="#ctx0" brushRef="#br0" timeOffset="72565.6012">27259 10682 0,'0'0'16,"0"0"-16,4 0 0,10 1 0,14-1 16,10 0-16,9 5 15</inkml:trace>
  <inkml:trace contextRef="#ctx0" brushRef="#br0" timeOffset="72932.3275">27675 10727 0,'0'0'0,"0"0"0,6 4 0,13 6 0,10 6 16,0 5-16,-1 6 15,-2-3-15,-26-24 16,23 25 0,-23-25-16,12 22 0,-10-2 15,-2-20-15,-6 13 16,-8-7-16,-5-9 15,0-6-15,19 9 16,-17-15-16,4-5 16,9-8-16,7 0 15,6-3-15,13 1 16,0-1-16,-22 31 16</inkml:trace>
  <inkml:trace contextRef="#ctx0" brushRef="#br0" timeOffset="73134.3193">28083 10744 0,'0'0'0,"3"9"0,2 5 0,-3 5 16,2 2-1,-4-21-15,2 28 0,-2-2 16,0-26-16,-3 26 16</inkml:trace>
  <inkml:trace contextRef="#ctx0" brushRef="#br0" timeOffset="73292.1097">28078 10596 0,'0'0'0,"0"0"0,0 0 0,0 0 16,5 2-16</inkml:trace>
  <inkml:trace contextRef="#ctx0" brushRef="#br0" timeOffset="73565.6754">28397 10732 0,'0'0'0,"2"11"0,1 14 15,3 14-15,-1 16 16,2 6-16,-4 3 15,-3 1-15,2-2 16,-5 0-16,-4-8 16,-1-5-16,8-50 15,-7 46-15,7-46 16,-8 37-16,3-15 16,6-18-16</inkml:trace>
  <inkml:trace contextRef="#ctx0" brushRef="#br0" timeOffset="73831.6584">28390 10625 0,'0'0'0,"8"-2"0,9 1 0,7 4 15,10 7 1,3 9-16,0 7 0,-3 7 16,-7-1-16,-27-32 15,17 30-15,-9-2 16,-18-6-16,-9-8 16,-8-2-16,-3-8 15,-2-4-15,-1-6 16,2-6-16</inkml:trace>
  <inkml:trace contextRef="#ctx0" brushRef="#br0" timeOffset="74132.3266">28823 10143 0,'0'0'0,"0"0"0,0 8 0,1 17 15,2 11-15,0 13 16,-4 11-16,0 5 16,3 4-16,-1 0 15,-3-3-15,-3-6 16,0-10-16,1-9 15,4-41-15,-3 34 16,3-34-16,-2 29 16,7-7-16,6-11 15</inkml:trace>
  <inkml:trace contextRef="#ctx0" brushRef="#br0" timeOffset="74498.9824">29053 10685 0,'0'0'0,"0"0"0,6 0 16,6 0-16,8 0 16,2 1-16,-22-1 15,25 0-15,-25 0 16,22-3-16,-4-6 15,-18 9-15,12-13 16,-7-4-16,-5 17 16,-3-20-16,-8 4 15,-9 4-15,-6 9 16,-2 8-16,-3 12 16,3 8-16,1 7 15,7 2-15,8-1 16,13-4-16,15-3 15,9-6-15,17-5 0,12-5 16,17-7-16</inkml:trace>
  <inkml:trace contextRef="#ctx0" brushRef="#br0" timeOffset="74965.7127">30124 10107 0,'0'0'0,"0"10"0,1 12 0,-1 15 16,-3 11-16,-1 10 15,-7 8-15,-4-2 16,2-1-16,1-3 16,-2-3-16,7-9 0,3-6 15,3-5-15,6-5 16,-5-32-16,8 25 16,6-5-16,6-7 15,5-5 1,0-6-16,-2-5 0,1-8 15,-2-5-15,-1-4 16,-5 1-16,-1-3 16,-15 22-16,10-23 15,-6-2-15,-12-4 16,-8 3-16,-7 1 16,-7 8-16,-5 5 15,0 6-15,35 6 16,-32-1-16</inkml:trace>
  <inkml:trace contextRef="#ctx0" brushRef="#br0" timeOffset="75332.2311">30609 10567 0,'0'0'0,"0"0"0,-2-2 16,-6 0-16,-9 2 15,-3 6-15,-10 4 16,-4 11-16,-3 3 16,4 4-16,6 1 15,13 1-15,10-5 16,14-1-16,6-5 15,8-2-15,7-7 16,0-4-16,2-6 16,-33 0-16,34-4 15,-6-8-15,-4-8 16,-5-2-16,-6-4 0,-10-2 16,-5-1-16,-8-1 15,-9 3-15,-1 5 16,20 22-16</inkml:trace>
  <inkml:trace contextRef="#ctx0" brushRef="#br0" timeOffset="75732.3533">30769 10593 0,'0'0'0,"2"7"0,3 5 0,7 6 16,-3 2-16,-9-20 16,7 23-16,-7-23 15,5 21-15,-5-21 16,1 18-16,-1-18 16,-1 13-16,-1-9 15,2-4-15,-2-9 0,2-6 16,1-8-16,5-1 15,7 1-15,0 0 16,9 7 0,-22 16-16,23-9 0,3 6 15,0 9-15,1 8 16,-5 7-16,-6 3 16,-7 1-16,-9-25 15,6 25-15,-6-25 16,1 25-16,-1-25 15,-6 20-15</inkml:trace>
  <inkml:trace contextRef="#ctx0" brushRef="#br0" timeOffset="76465.6859">31368 10074 0,'0'0'0,"3"5"0,3 10 16,0 17-16,1 14 16,-4 15-1,0 6-15,1 2 0,-8-2 16,1-2-16,1-7 15,-3-9-15,5-49 16,-4 45-16,4-45 16,-3 36-16,3-36 15,-1 28-15,1-28 16,0 19-16,0-19 16,2 9-16,-5-10 15,0-11-15,-2-3 16,-4-5-16,-5-1 15,-1 7-15,-3 2 16,-7 2-16,-1 9 16,-4 3-16,-1 5 15,3 3-15,3 7 0,25-17 16,-17 19-16,8 2 16,12 3-16,16-1 15,9-3-15,7-5 16,13 0-16,3-3 15,-2-6-15,5-3 16,-1-6-16,-3-4 16,-7-4-16,-3-9 15,-4-1-15,-4-6 16,-6-3-16,-26 30 16,23-31-16,-23 31 15,15-28-15,-15 28 16,3-25-16,-3 25 15,-5-16-15,5 16 0,-12-9 16,0 16-16,8 14 16,17 14-16,12 8 15,10 6-15,3-1 16,-5-2-16,-33-46 16,27 40-16,-13-6 15,-22-5-15,-22-13 16,-17-10-16,-23-10 15</inkml:trace>
</inkml:ink>
</file>

<file path=ppt/ink/ink25.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2.98804" units="1/cm"/>
          <inkml:channelProperty channel="Y" name="resolution" value="650.78448" units="1/cm"/>
          <inkml:channelProperty channel="T" name="resolution" value="1" units="1/dev"/>
        </inkml:channelProperties>
      </inkml:inkSource>
      <inkml:timestamp xml:id="ts0" timeString="2024-03-21T04:41:05.077"/>
    </inkml:context>
    <inkml:brush xml:id="br0">
      <inkml:brushProperty name="width" value="0.05292" units="cm"/>
      <inkml:brushProperty name="height" value="0.05292" units="cm"/>
      <inkml:brushProperty name="color" value="#FF0000"/>
    </inkml:brush>
  </inkml:definitions>
  <inkml:trace contextRef="#ctx0" brushRef="#br0">27342 2536 0,'0'0'16,"0"0"-16,0 0 0,5-5 0,3-6 0,-8 11 15,15-18-15,-3-1 16,0-2-16,-1-2 16,-11 23-16,9-22 15,-5 1-15,-3-1 16,-1 22-16,-5-21 16,-7 0-16,-4-2 15,16 23-15,-20-22 16,-3 4-16,-7-1 15,0 6-15,-2 3 16,-5 8-16,2 1 0,-4 9 16,-1 7-16,-12 11 15,-6 6-15,-2 13 16,-10 13-16,5 6 16,1 6-16,8 7 15,12 3-15,12 4 16,7 0-16,13-2 15,10-6-15,14-6 16,10-6-16,13-11 16,8-8-16,6-8 15,11-12-15,9-6 16,6-13-16,5-11 16,7-9-16,2-13 15,-12-10-15,-3-5 16,-12-2-16,-14 2 15</inkml:trace>
  <inkml:trace contextRef="#ctx0" brushRef="#br0" timeOffset="624.8089">26970 1291 0,'0'0'0,"0"0"0,-2 9 0,1 16 0,-1 6 0,2 11 16,-1 8-16,-3 10 15,1 3-15,1 7 16,-4-2-16,-2 4 16,6-6-16,-7-6 15,7-7-15,-1-9 16,3-5-16,0-4 15,-1-1-15,2-2 16</inkml:trace>
  <inkml:trace contextRef="#ctx0" brushRef="#br0" timeOffset="1124.6919">27796 2557 0,'0'0'0,"0"0"0,10 0 0,19 0 0,14-1 16,10 0-16,13 3 15,6-2-15,6 2 16,7-4-16,2 0 16,4-7-16,-2 2 15,-7 3-15,-2 1 16,-8 1-16,-72 2 15,65 0-15,-65 0 16</inkml:trace>
  <inkml:trace contextRef="#ctx0" brushRef="#br0" timeOffset="1780.7987">26181 2861 0,'0'0'0,"0"0"0,0 0 0,4-1 0,-4 1 15,3 1-15,-3-1 16,4 0-16,-11 0 15,-20 5-15,-15 0 16,-15 0-16,-9-1 16,-7-2-16,-6 4 15,-2-2-15,4-1 0,-4-2 16,6 0-16,13-4 16,5-2-16,11 2 15,46 3-15,-36-4 16,36 4-16,-29-1 15,29 1-15,-23-1 16,10 3-16,13-2 16</inkml:trace>
  <inkml:trace contextRef="#ctx0" brushRef="#br0" timeOffset="2390.0201">27039 3437 0,'0'0'0,"0"0"16,0 0-16,0 0 0,0 0 15,0 0-15,3 6 0,1 9 16,1 11-16,-2 11 15,-3 9-15,1 9 16,-1 4-16,4 5 16,-5 1-16,4-1 15,-4-1-15,-1-6 16,1-3-16,5-10 16,-5-1-16,1-5 15,2-1-15,-2-4 16,1-4-16,1-2 0,0-3 15,-2-24-15,3 21 16,1-2-16</inkml:trace>
  <inkml:trace contextRef="#ctx0" brushRef="#br0" timeOffset="13137.5087">22043 13580 0,'0'0'0,"0"0"0,1-4 0,-1 4 0,0-10 15,-1-1-15,1 11 16,-5-16-16,1-2 15,-4-4-15,-1 2 16,-7 3-16,-2 0 16,-7 5-16,-5 4 15,-3 4-15,-8 2 16,-4 2-16,-1 6 16,-6 2-16,0 9 15,2 2-15,-5 9 0,0 9 16,3 8-16,0 10 15,5 7-15,11 3 16,14-3-16,12-1 16,16-4-16,11-7 15,10-4-15,10-5 16,-1-6-16,9-4 16,6-3-16,2-9 15,-3-2-15,6-4 16,-7-5-16,-1-4 15,-8-3-15,-40-1 16,35 0-16,-35 0 16</inkml:trace>
  <inkml:trace contextRef="#ctx0" brushRef="#br0" timeOffset="13621.7652">22628 13448 0,'0'0'0,"0"0"0,-11 4 0,-9 12 0,-9 8 15,-4 9-15,-10 17 16,-3 13-16,-4 15 16,2 16-16,-2 7 15,5-3-15,8-5 16,8-13-16,15-11 16,11-9-16,15-7 15,5-8-15,8-5 16,7-9-16,8-13 15</inkml:trace>
  <inkml:trace contextRef="#ctx0" brushRef="#br0" timeOffset="14074.8424">22983 13627 0,'0'0'0,"0"0"0,0 0 0,-1-1 16,-8 1-16,-10 8 15,-7 8-15,-12 16 16,-6 11-16,-9 15 15,6 5-15,-5 7 16,14-7-16,11-7 16,12-8-16,14-1 15,9-8-15,11-5 16,2-5-16,8-6 16,2-9-16,5-6 15,3-5-15,-2-7 16,1-7-16,-8-7 0,-1-3 15,-10-6-15,-11-4 16,-7-4-16,-9-1 16,-10-1-16,-15 3 15,-8 1-15,-8 6 16,0 2-16,-1 5 16,50 20-16</inkml:trace>
  <inkml:trace contextRef="#ctx0" brushRef="#br0" timeOffset="14371.5937">23052 13401 0,'0'0'0,"0"0"0,7 8 0,23 15 0,8 12 0,8 13 16,3 9-16,5 10 15,-5 8-15,-7 8 16,-7 5-16,-8 5 16,-17 2-16,-18 0 15,-16 1-15,-16-5 16,-20 2-16,-5-5 15,-9-5-15,-3-7 16</inkml:trace>
  <inkml:trace contextRef="#ctx0" brushRef="#br0" timeOffset="17464.6647">23938 13795 0,'0'0'0,"0"0"0,0 0 0,0 0 0,0 0 15,1 2-15,0 4 0</inkml:trace>
  <inkml:trace contextRef="#ctx0" brushRef="#br0" timeOffset="17652.0639">23940 14177 0,'0'0'0,"0"0"0,8 5 0</inkml:trace>
  <inkml:trace contextRef="#ctx0" brushRef="#br0" timeOffset="18214.4909">24803 13472 0,'0'0'0,"0"16"0,0 16 0,6 14 0,-3 28 15,2 8-15,-3-3 16,1-1-16,-3-6 15,2-9-15,-2-8 16,1-2-16,-3-9 16,2-44-16,-4 38 15,0-6-15,4-32 16,-3 27-16,-3-7 16,5-14-16,1-11 0</inkml:trace>
  <inkml:trace contextRef="#ctx0" brushRef="#br0" timeOffset="18620.5965">25425 13821 0,'0'0'0,"0"0"0,-1 0 0,-7 5 0,-8 1 15,-8 3-15,-2 6 16,0-2-16,2 2 16,24-15-16,-19 18 15,9 1-15,14 4 16,9 1-16,10 1 15,10 2-15,9 0 0,-1 0 16,2 1-16,-4-2 16,-7 2-16,-4-5 15,-6-1-15,-14-3 16,-11-2-16,-11-4 16,-10-2-1,-5-3-15,-11-2 0,-3-4 16,-3-4-16,-6-5 15,5-9-15,8-5 16</inkml:trace>
  <inkml:trace contextRef="#ctx0" brushRef="#br0" timeOffset="19167.3738">25679 13229 0,'0'0'0,"0"0"0,4-8 0,-4 8 0,11-13 16,9-1-16,10 2 16,2 6-16,3 8 15,-1 11-15,0 10 16,-3 4-16,-8 10 16,-3 3-16,-11 2 15,-9 1-15,-12-6 16,-3 0-16,-7-7 15,22-30-15,-26 25 16,-2-7-16,28-18 16,-29 14-16,29-14 15,-30 8-15,3-7 0,27-1 16,-22-4 0,22 4-16,-13-11 15,12 0-15,13 3 16,6 6-16,7 12 15,7 5-15,2 9 0,3 8 16,-1 0-16,3 1 16,1-1-16</inkml:trace>
  <inkml:trace contextRef="#ctx0" brushRef="#br0" timeOffset="19917.2097">26810 13426 0,'0'0'0,"0"-6"0,0 6 0,1-11 0,8-1 16,8-2-16,7 4 16,10 8-16,4 4 15,6 15-15,-1 8 16,-2 9-16,-4 11 15,-5 6-15,-9 4 16,-8 6-16,-12 1 16,-10 0-16,-14-1 15,-12-5-15,-2-8 16,-3-9-16,-1-7 16,1-6-16,3-8 15,2-3-15,1-4 16,3-6-16,29-5 15,-30 3-15,3-9 16,4-10-16,23 16 16,-13-25-16,6-3 0,11-4 15,-4 32 1,12-24-16,7 11 16,8 10-16,3 12 0,0 8 15,1 8-15,-3 4 16,0 3-16,-4 1 15,-4-1-15,-4 2 16,3-4-16,-3-3 16,-16-27-16,18 22 15,2-9-15</inkml:trace>
  <inkml:trace contextRef="#ctx0" brushRef="#br0" timeOffset="20323.3113">27649 13865 0,'0'0'0,"0"0"0,-6 1 0,-8 3 0,-14-1 16,28-3-16,-26 7 0,26-7 16,-29 9-16,6 1 15,23-10-15,-10 15 16,13 4-16,14 8 16,13 2-16,3 0 15,1 4-15,1-1 16,-4 0-16,-31-32 15,25 35-15,-6 0 16,-10-3-16,-8-5 16,-12-4-16,-10-7 15,-9-6-15,-4-6 16,-3-6-16,-1 0 16,-4-8-16,5-7 15,-1-6-15</inkml:trace>
  <inkml:trace contextRef="#ctx0" brushRef="#br0" timeOffset="20838.815">27833 13206 0,'0'0'0,"7"-1"0,6-4 0,8-2 16,6 3-16,6 4 15,4 5-15,-2 10 16,2 6-16,-1 8 0,-7 5 16,-5 7-16,-10 1 15,-14 6-15,-11-5 16,-10-2-16,-4-12 16,0-8-16,-2-7 15,-1-6-15,28-8 16,-27 1-16,-1-3 15,28 2-15,-30-8 16,30 8-16,-20-9 16,7-2-16,13 11 15,0-10-15,14 6 16,20 8-16,4 9 16,6 10-16,5 5 15,-3 1-15,-3 0 0,-5-3 16</inkml:trace>
  <inkml:trace contextRef="#ctx0" brushRef="#br0" timeOffset="21479.3011">28901 13335 0,'0'0'0,"0"0"0,6-3 0,14-3 0,11-1 0,10 6 15,5 6-15,6 8 16,2 10-16,5 15 16,-11 5-16,-7 12 15,-12 7-15,-16 4 16,-15 2-16,-12-3 15,-12-3-15,-7-8 16,-13-8-16,-2-7 16,-1-7-16,-5-10 15,1-4-15,1-6 16,2-3-16,3-9 16,8-3-16,6-7 15,3-4-15,12-2 0,8-3 16,11-3-16,8 7 15,9-1-15,3 6 16,10 4 0,6 6-16,9 8 0,2 11 15,3 11 1,-6 5-16,-2-1 0,-3 3 16,-7-3-16,-5-6 15,-1-3-15,-27-25 16,26 18-16</inkml:trace>
  <inkml:trace contextRef="#ctx0" brushRef="#br0" timeOffset="21869.857">29754 13841 0,'0'0'0,"0"0"0,3 10 0,-1 20 0,-2 12 16,0 15-16,-8 17 15,1 15-15,-3 1 16,-5-3-16,4-6 15,3-10-15,-2-9 16,4-6-16,1-6 16,1-8-16,4-42 15,-1 33-15,1-33 16,-2 24-16,-3-15 16,0-21-16,-2-16 15,0-15-15,3-11 0,-3-7 16,2 0-16</inkml:trace>
  <inkml:trace contextRef="#ctx0" brushRef="#br0" timeOffset="22135.3863">29701 13819 0,'0'0'0,"0"0"0,5-5 0,12-5 0,6 0 15,4 4-15,9 6 16,5 9-16,-3 10 16,1 7-1,-6 5-15,-8 1 0,-12 0 16,-10-1-16,-9-3 16,-12-3-16,-11-7 15,-6-9-15,-8-4 16,-2-6-16,0-4 15,1-6-15,5-7 16,8-6-16</inkml:trace>
  <inkml:trace contextRef="#ctx0" brushRef="#br0" timeOffset="22650.9009">30175 13143 0,'0'0'0,"9"-3"0,6-4 0,8 2 0,10 3 15,5 3-15,4 4 16,0 7-16,-1 7 16,-2 7-16,-10 4 0,-4 9 15,-12 5-15,-10 2 16,-12 2-16,-7 0 16,-14-2-16,-5-9 15,-3-5-15,0-9 16,1-5-1,5-7-15,32-11 0,-29 2 16,1-2-16,28 0 16,-22-7-16,3-5 15,9-8-15,11 2 16,9 1-16,8 4 16,5 8-16,11 9 15,0 8-15,9 9 16,2 8-16,2 2 15,0 1-15,2 0 16,-5-5-16,-1-2 0,-43-25 16,39 19-16</inkml:trace>
  <inkml:trace contextRef="#ctx0" brushRef="#br0" timeOffset="43052.3644">26646 15111 0,'0'0'0,"0"0"0,0 0 0,0 0 0,0 0 0,0 0 15,0 0-15,2 0 16,1 4-16,-3-4 16,4 12-16,-3 3 15,2 10-15,0 3 16,-1 5-16,-4 1 15,2 6-15,0 5 16,-1 1-16,-1 5 16,-1 1-16,2 0 15,-2 1-15,-1 0 16,2-3-16,-3-3 16,-1-3-16,6-2 15,-4-4-15,1-7 16,1-1-16,2-30 15,-3 26-15,3-26 16,-4 22-16,4-22 0,-4 18 16,-1-7-1,2-17-15,2-14 16</inkml:trace>
  <inkml:trace contextRef="#ctx0" brushRef="#br0" timeOffset="44223.9645">26622 14970 0,'0'0'0,"0"0"0,6 0 0,8 5 16,15-1-16,8-1 0,13 0 15,5 0-15,7 3 16,4-1-16,10 0 15,2-1-15,2-1 16,-1 4-16,-1-3 16,-3-1-16,-6 4 15,-2-2-15,-9-2 16,-5 0-16,-5-1 16,-10 1-16,-6-3 15,-32 0-15,28 1 16,-28-1-16,24-1 15,-24 1-15,21-5 16,-21 5-16,20-4 16,-20 4-16,13-5 15,-13 5-15,10-7 16,-10 7-16,6-5 0,-6 5 16,4-4-16,-4 4 15,1-3-15,-1 3 16,-2 3-16,-1 9 15,2 9-15,0 2 16,0 4-16,1 1 16,2 5-16,-3-2 15,2 8-15,-2 3 16,-3 2-16,2 1 16,-2 2-16,1-1 15,3-1-15,-3 2 16,1-2-16,0 3 15,-2-5-15,2 1 16,-3-4-16,2 0 16,-1-3-16,4 2 15,-1-4-15,-1-2 16,2-2-16,0-4 16,0-27-16,-2 24 15,-1-1-15,3-23 0,-4 22 16,4-22-16,-4 19 15,4-19-15,-3 15 16,3-15-16,0 14 16,0-14-16,0 11 15,0-11-15,0 7 16,0-7 0,1 4-16,-1-4 0,-1 2 15,1-2-15,-3 3 16,3-3-16,-5 4 15,5-4-15,-11 5 16,-5-1-16,16-4 16,-21 2-16,-6-1 15,-9-4-15,1-3 16,-5-1-16,-2 0 16,-3 0-16,-4-3 15,-4 2-15,-4-1 0,-5-2 16,-2 1-16,-2 2 15,-2-4-15,-2-4 16,0 4-16,2 1 16,5-1-16,5 1 15,8 2-15,4-2 16,10 4-16,36 7 16,-32-8-16,32 8 15,-25-6-15,7 0 16</inkml:trace>
  <inkml:trace contextRef="#ctx0" brushRef="#br0" timeOffset="44926.9667">27078 15237 0,'0'0'0,"0"0"0,0 0 0,0 0 0,0 0 16,1-1-16,-1 1 15,1 0-15,1 7 16,3 12-16,2 7 0,0 7 16,-3 7-1,-3 4-15,1 0 0,-2 0 16,0 0-16,0 1 16,3-7-16,-2 1 15,-2-3-15,0-2 16,-3-5-16,4-29 15,-3 26 1,3-26-16,-5 24 0,5-24 16,-6 18-16,0-6 15,-1-13-15,0-10 16,2-10-16</inkml:trace>
  <inkml:trace contextRef="#ctx0" brushRef="#br0" timeOffset="45223.774">27126 15173 0,'0'0'0,"0"0"0,0 3 0,-8 9 0,-4 4 0,-2 5 16,-7 3-16,-1 3 15,-5-5-15,27-22 16,-27 22-16,-1-2 16,28-20-16,-29 18 15,29-18-15,-24 17 16</inkml:trace>
  <inkml:trace contextRef="#ctx0" brushRef="#br0" timeOffset="45770.4759">27386 15256 0,'0'0'0,"0"0"0,0 0 0,2 1 0,-2 3 0,0 7 15,2 4-15,-4 5 16,2 6-16,2 8 15,-6 2-15,3 6 16,2 3-16,-1 2 16,0-2-16,-1-4 15,4-1-15,-3-40 16,-1 39-16,2-3 16,-1-36-16,2 34 15,-2-34-15,2 29 16,-2-29-16,1 19 15,-1-19-15,2 12 0,-2-12 16,3 8-16,0-13 16,-3 5-16,3-10 15,-1-8-15,4-5 16,-1 1-16,6-4 16,-1 1-16,4-3 15,-1-1-15,0 0 16,-13 29-16,13-23 15,1 1-15,-14 22 16,15-19-16,-15 19 16,15-17-16</inkml:trace>
  <inkml:trace contextRef="#ctx0" brushRef="#br0" timeOffset="46723.3663">28781 15093 0,'0'0'0,"0"0"0,0 0 0,-2-5 0,2 5 15,-4-5-15,4 5 16,-2-4-16,2 4 15,-2-2-15,2 4 16,0 10-16,-1 9 16,1 7-16,2 8 0,-1 10 15,-3 3-15,3 5 16,-1 2-16,2 1 16,-3 5-16,1 0 15,2 3-15,-6-2 16,2-2-16,-3-2 15,3-4-15,-1-3 16,3-4-16,-4-1 16,2-7-16,0 1 15,1-7-15,1-34 16,-1 34-16,1-34 16,-2 27-16,1-6 15,-2-14-15,2-19 16,-1-16-16,2-12 15</inkml:trace>
  <inkml:trace contextRef="#ctx0" brushRef="#br0" timeOffset="47832.4811">28832 15001 0,'0'0'0,"0"0"0,2 1 0,7 1 0,9 0 16,10 0-16,12 3 16,9 1-1,7 0-15,7 2 0,7-1 16,2 4-16,6-3 16,3 0-16,1 1 15,7-3-15,3 0 16,-2 2-16,4-1 15,-4-1-15,-1 2 16,-3-1-16,2-3 16,-1 0-16,-5 0 15,1-2-15,3 4 16,-3-2-16,-3 0 16,-4 1-16,1 1 15,1-1-15,0 0 16,-3-2-16,-5 1 15,-5 0-15,-1 2 16,-3-4-16,0 3 16,-4-2-16,-3-1 0,-2 4 15,-4-2-15,-3 0 16,-6-1-16,-3-1 16,-5-1-16,-31-1 15,28 1-15,-3 0 16,-25-1-16,28-2 15,-28 2-15,22-4 16,-22 4-16,19-5 16,-19 5-16,16-3 15,-16 3-15,16-2 16,-16 2-16,11-1 16,-11 1-16,6-5 15,-6 5-15,5-4 16,-5 4-16,3-4 15,-3 4-15,4-4 16,-4 4-16,4-2 16,-4 2-16,3-1 15,-3 1-15,2 0 16,-2 0-16,0 4 16,-1 6-16,1-10 0,-1 13 15,-2 5-15,0 4 16,1 2-16,-1 0 15,3 7-15,-2-3 16,3 8-16,1-1 16,-3 3-16,3 2 15,-1 3-15,4 0 16,0 4-16,-2-2 16,2 0-16,4 4 15,-5-2-15,-1-1 16,6 8-16,-2-2 15,-4-3-15,2 0 16,0-3-16,-2-4 16,-2-7-16,-1 1 0,2-4 15,-2-1 1,0-31-16,-2 30 16,2-3-16,-2-2 0,-5-9 15,-9-11-15,0-11 16</inkml:trace>
  <inkml:trace contextRef="#ctx0" brushRef="#br0" timeOffset="48707.2863">28806 16173 0,'0'0'0,"0"0"0,0 0 0,2 0 0,6-1 0,8 1 16,-16 0-16,24 1 15,8 1-15,6 2 16,4-1-16,3-1 15,3 2-15,3-1 16,3 1-16,3 0 16,7 1-16,2-2 15,0-1-15,1 0 16,5 4-16,-2-1 16,1-3-16,4 0 15,5 0-15,-1 2 16,1 1-16,-1 1 15,-2-2-15,-1 1 16,1-1-16,-2 1 0,1-1 16,-3 3-1,0 0-15,-3-2 0,-1 1 16,-2-1 0,3 2-16,1 0 0,1 1 15,-2-2-15,4 4 16,2-4-16,3 7 15,-5-4-15,0-1 16,-3 0-16,-3 0 16,0 1-16,1 1 15,-4 1-15,-2-2 16,-5-3-16,-3-1 16,-5 1-16,-9 0 15,-41-6-15,36 6 16</inkml:trace>
  <inkml:trace contextRef="#ctx0" brushRef="#br0" timeOffset="49566.5219">29789 15154 0,'0'0'0,"0"0"0,0 0 0,-2 0 0,2 0 0,-1 0 16,1 5-16,0-5 16,0 11-16,5 5 15,-3 8-15,2 3 16,0-1-16,-1 6 15,-2 1-15,0 4 16,-1 2-16,-4 3 16,-3 5-16,4 1 15,-2 3-15,3 0 16,-1-1-16,2-1 16,0 0-16,3-4 15,-3-4-15,2-5 16,0-4-16,-1 0 15,0-5-15,0-27 0,3 26 16,-3-26-16,3 20 16,-3-20-1,2 15-15,0-8 16,3-14-16,5-9 0</inkml:trace>
  <inkml:trace contextRef="#ctx0" brushRef="#br0" timeOffset="50081.9638">30867 15330 0,'0'0'0,"0"0"0,1 3 0,0 11 0,2 4 15,-1 2-15,-2 4 16,3 4-16,-3 2 0,0 8 16,-1 4-16,5 1 15,-4 1-15,3 5 16,-1-3-16,1-2 0,0-1 15,-1 1-15,0-2 16,3-1-16,-1 0 16,2 0-1,-1-2-15,2-3 0,-3-5 16,2 1-16,-6-32 16,3 28-16</inkml:trace>
  <inkml:trace contextRef="#ctx0" brushRef="#br0" timeOffset="50722.4386">29233 15305 0,'0'0'0,"0"0"0,0 0 0,-1-2 0,1 2 0,0-2 15,0 2-15,1 0 16,-1 8-16,3 10 16,-3 10-16,2 4 15,4 11-15,-3 0 16,1 3-16,2 1 15,-1 1-15,0-3 0,-1-2 16,2-3-16,-1-5 16,-5-35-16,7 30 15,-7-30-15,4 28 16,-4-28-16,5 26 16,-5-26-16,1 20 15,0-11-15,-3-15 16,0-7-16</inkml:trace>
  <inkml:trace contextRef="#ctx0" brushRef="#br0" timeOffset="51050.5127">29279 15297 0,'0'0'0,"0"0"0,0 0 16,0 0-16,-2 2 0,-7 4 16,0 4-16,-4 8 0,-2 7 15,-4 0 1,-6 5-16,-4 0 15,-2-1-15,-2-4 0,3-2 16,5-6-16,3 1 16,22-18-16,-20 16 15,20-16-15</inkml:trace>
  <inkml:trace contextRef="#ctx0" brushRef="#br0" timeOffset="51503.4955">30177 15399 0,'0'0'0,"0"0"0,0 0 0,0 0 0,2 6 15,2 8-15,1 5 16,0 8-16,2 6 16,-1 5-16,1 1 15,-4 6-15,2 1 16,-1-2-16,-1 0 16,1-8-16,-4-36 0,4 31 15,1-1-15,-5-30 16,4 25-16,-4-25 15,5 22 1,-1-9-16,-5-11 16,-7-8-16</inkml:trace>
  <inkml:trace contextRef="#ctx0" brushRef="#br0" timeOffset="51784.6786">30167 15373 0,'0'0'0,"0"0"0,0 0 0,0 0 0,-3 0 0,3 0 15,-4 8-15,-5 5 16,-6 12-16,-7 6 15,-6 7-15,-3-3 16,-1 0-16,-2-2 16,1-7-16,3-8 0</inkml:trace>
  <inkml:trace contextRef="#ctx0" brushRef="#br0" timeOffset="119632.2501">27503 14797 0,'0'0'0,"0"0"0,0 0 0,3 0 0,-3 0 15,4-1 1,-4 1-16,2 0 0,-2 0 16,2-1-16,-2 1 15,0 0-15,0 0 16,1 0-16,-1 0 16,-1 0-16,1 0 15,0 0-15,0 0 16,0 0-16,0 0 15,1 0-15,-1 0 16,2 0-16,-2 0 16,4-5-16,-4 5 15,9-7-15,2-6 16,-11 13-16,13-15 16,7 1-16,-20 14 15,21-18-15,3 2 16,-24 16-16,27-18 0,2 0 15,5-2-15,-4 3 16,-2 3-16,-1 1 16,-4-1-16,-2 3 15,2-3-15,-1-2 16,3 6-16,-3-3 16,-22 13-16,25-14 15,5 0-15,1-2 16,2 1-16,0 3 15,-1-1-15,-2-1 16,-5 3-16,6 0 16,-4 0-16,0 1 15,5-1-15,0 4 16,-1-2-16,2 3 16,1 0-16,-3 3 15,1-3-15,-1 0 16,0 1-16,-2-1 0,1-2 15,3 2-15,2 1 16,0-2-16,-1 1 16,1 1-16,1 1 15,0-2-15,2 0 16,-2 1-16,-1 2 16,-2 0-16,0 1 15,-3-4-15,-3 2 16,3 1-16,-30 3 15,31-3-15,3 1 16,3 0-16,-1 2 16,-36 0-16,36-1 15,1 1-15,0 2 16,-3-1-16,-1 2 16,-1 2-16,-4-2 15,-2 1-15,0-1 0,1-1 16,0 1-16,3 4 15,-2-4-15,3 3 16,-1-1-16,3 1 16,0-2-16,0 5 15,-2-2-15,0 1 16,-1-1-16,0 1 16,2 1-16,0-1 15,5 2-15,-5 0 16,2 0-16,-2 0 15,-1-1-15,2 1 16,1 1-16,1 0 16,-1 1-16,1-2 15,-1 2-15,2 0 16,-3-1-16,-2 0 16,-1 1-16,2 2 15,-1-1-15,2-1 16,1 3-16,-2 0 0,3 0 15,-2 0-15,0 1 16,0 0-16,-3 2 16,0-3-16,0 0 15,0 2-15,0 0 16,0 1-16,-3-2 16,0 0-16,0 1 15,-1 0-15,2 2 16,-1-2-16,1-1 15,-5 0-15,-1-1 16,-22-15-16,23 15 16,-3 0-16,-20-15 15,23 15-15,-23-15 16,21 12-16,-21-12 16,18 9-16,-18-9 0,11 7 15,-11-7-15,7 2 16,-7-2-16,3-1 15,-6 0-15,-10-4 16</inkml:trace>
  <inkml:trace contextRef="#ctx0" brushRef="#br0" timeOffset="120335.2108">30902 14913 0,'0'0'0,"0"0"0,0 0 0,1-5 0,-1 5 16,2-3-16,-2 3 15,5-5-15,5 3 16,-10 2-16,16-1 16,6 9-16,7 7 15,3 5-15,0-1 16,2 0-16,-2 0 16,1-1-16,-2-1 0,-2 2 15,-1-1-15,0-3 16,-2 1-16,-26-16 15,23 15-15,-3-2 16,-20-13-16,21 10 16,-21-10-16,15 9 15,-15-9-15,9 4 16,-9-4-16,7 0 16,-4-4-16,-3-10 15,0-5-15,-1-3 16,2-4-16,2-2 15,-1-3-15,6-6 16,-2-4-16,5-3 16,1 0-16,-2 0 15,0 1-15,2 2 16,-12 41-16,10-34 16,-10 34-16,6-28 15,-10 11-15</inkml:trace>
  <inkml:trace contextRef="#ctx0" brushRef="#br0" timeOffset="125146.5705">26639 16567 0,'0'0'0,"0"0"0,0 0 0,0 0 0,0 0 0,0 1 16,0-1-16,0 2 0,0 8 15,2 8 1,-1 2-16,0 5 0,2 4 16,0 5-16,-2 4 15,0 8-15,-3 1 16,2 3-16,0 0 15,-4 3-15,0-2 16,-5 3-16,3 0 16,2-1-16,1-4 15,1-3-15,-3-2 16,3-3-16,0-3 16,2-38-16,-2 35 15,-1-5-15,3-30 16,-2 26-16,2-26 0,-2 20 15,-1-10 1,7-11-16,-1-16 16,1-10-16</inkml:trace>
  <inkml:trace contextRef="#ctx0" brushRef="#br0" timeOffset="126130.7255">26753 16624 0,'0'0'0,"0"0"0,4-2 0,10-1 0,5 2 16,8 1-16,8 0 16,9 4-16,5-2 15,6 1 1,6 0-16,5-2 0,-4 1 16,3 1-16,0 2 15,-1-1-15,-2 4 16,-2 0-16,-3 0 15,-5 0-15,-2-1 16,-6-3-16,-7-1 16,-3 1-16,-34-4 15,28 4-15,-28-4 16,22 4-16,-22-4 16,17 3-16,-17-3 15,14 3-15,-14-3 16,7 1-16,-7-1 15,2 1-15,-2-1 0,2 0 16,-2 0-16,-1 0 16,-1 4-16,0 6 15,-1 4-15,0 5 16,1 6-16,-2 1 16,0 6-16,1 5 15,1 3-15,-3 3 16,1 2-1,0 3-15,0-1 0,1 4 16,0-1-16,-2 0 16,1-2-16,3-1 15,0 0-15,2-3 16,-3-3-16,4-5 16,-2-36-16,1 34 15,1-3-15,-2-31 16,-2 28-16,2-28 15,-1 24-15,1-24 0,-2 18 16,2-18-16,-2 9 16,2-9-16,-2 7 15,2-7 1,-2 2-16,-6-1 16,-4-6-16,-3 0 0,-4-1 15,-5-3-15,-4 3 16,-5-3-16,-7 2 15,-5 2-15,-7 2 16,-6 0-16,-7-1 16,-8 1-16,-2 1 15,-3-3-15,-3 3 16,2 1-16,2 0 16,4 2-16,8 0 15,7-2-15,9-1 16,49 2-16,-39 0 15,8-1-15,10-7 16,11-2-16</inkml:trace>
  <inkml:trace contextRef="#ctx0" brushRef="#br0" timeOffset="126614.9768">27114 16831 0,'0'0'0,"0"0"0,0 0 0,2-1 0,-2 1 16,5-1-16,-5 1 15,5 0-15,2 5 16,-2 10-16,0 7 15,0 10-15,-6 5 16,0 5-16,3 7 16,-5 0-16,1 0 15,-2-3-15,0-6 16,1-4-16,3 0 16,0-36-16,-4 32 15,2-3-15,2-29 16,-8 25-16,8-25 15,-4 19-15,3-17 16</inkml:trace>
  <inkml:trace contextRef="#ctx0" brushRef="#br0" timeOffset="126896.1603">27191 16755 0,'0'0'0,"0"0"0,0 0 0,1 0 16,-1 0-16,-4 7 16,-3 3-16,-3 11 15,-13 6-15,-3 9 16,-3 5-16,-6-1 15,-4-4-15,1-3 16,-1-6-16,5-8 16,34-19-16,-28 17 15,9-2-15</inkml:trace>
  <inkml:trace contextRef="#ctx0" brushRef="#br0" timeOffset="127724.1014">28751 16633 0,'0'0'0,"0"0"0,0 0 0,-4-3 0,4 3 15,-1-3-15,1 3 16,0-1-16,1 4 15,5 6-15,0 8 16,0 9-16,-1 9 16,0 5-16,-4 6 15,-1 4-15,3 2 16,-3 3-16,-6 1 16,5 6-16,-2-5 15,1 0-15,-1 1 16,4-3-16,-3-7 0,6-1 15,-3-2-15,3-5 16,0-4-16,-2 0 16,0-2-16,-2-34 15,0 29-15,0-29 16,-4 26-16,2-5 16,0-19-16,2-12 15,-1-14-15,4-14 16</inkml:trace>
  <inkml:trace contextRef="#ctx0" brushRef="#br0" timeOffset="128692.6248">28813 16506 0,'0'0'0,"0"0"0,5 0 0,9-3 0,5 2 0,9 3 15,6 0-15,5 1 16,2 2-16,7-1 15,3 2-15,4 4 16,9 1-16,4-2 16,3 1-16,4-1 15,2-2-15,3 2 16,6 0-16,4 2 16,2 0-16,-2 0 15,4 1-15,0-4 16,3 1-16,-3-1 15,2 0-15,-8-3 16,10 2-16,0-4 0,-7 3 16,-1-2-16,-5 3 15,-5-2-15,0 0 16,-6-2-16,-5 0 16,-4 3-16,-1-3 15,-9 2-15,-2-2 16,2 0-16,-5-2 15,-6 3-15,-2-2 16,-1 3-16,-6-2 16,-35-3-16,33 4 15,0-2-15,-33-2 16,28 0-16,-28 0 16,22 1-16,-22-1 15,17 2-15,-17-2 16,11 2-16,-11-2 15,6 0-15,-6 0 0,4 2 16,-4-2-16,3 0 16,-3 0-16,3 1 15,-3-1-15,1 4 16,-1-4-16,1 6 16,0 6-16,3 7 15,1 1-15,-3 0 16,0 7-16,2 5 15,-4 3-15,0 4 16,-3 4-16,6 4 16,0 0-16,0 8 15,2 1-15,-2 3 16,1-1-16,-2 1 16,3 0-16,-2-3 15,-2-5-15,4-2 16,-2-1-16,-1-6 15,0 2-15,3-5 16,-4-4-16,0-4 16,-1-31-16,1 28 0,-3-2 15,2-26-15,-6 22 16,-5-8 0</inkml:trace>
  <inkml:trace contextRef="#ctx0" brushRef="#br0" timeOffset="129395.6046">28769 17681 0,'0'0'0,"7"1"0,8 1 0,6 2 0,11 2 16,6 1-16,4-3 15,7-1-15,2 4 16,7 0-16,1-3 15,11-1-15,1-2 16,8 3-16,0 1 0,4 1 16,2 4-16,4-3 15,1 0-15,4 3 16,5 0-16,1-1 16,5 3-1,5-3-15,1 1 0,-3-1 16,-3 2-16,-2-1 15,-2-3-15,-7 2 16,5 3-16,-1-2 16,-8 1-16,2-1 15,-3 3-15,-5-4 16,-4 5-16,-4-5 16,-3 3-16,-2-2 15,-3 3-15,-5-2 16,1 0-16,-8-2 15,-4-2-15,-4-3 16,-48-4-16,39 1 0</inkml:trace>
  <inkml:trace contextRef="#ctx0" brushRef="#br0" timeOffset="130004.8054">29865 16690 0,'0'0'0,"0"0"0,1 1 0,-1-1 0,3 6 16,2 5-16,1 11 15,2 11-15,-5 5 16,-1 12-16,-2 8 15,-2 1-15,2 5 0,0 1 16,0-1-16,0-2 16,2 0-1,0-3-15,0-5 0,0-4 16,-1-8-16,2-4 16,-3-38-16,3 32 15,1-2-15,-4-30 16,4 25-16,-4-25 15,3 19-15,3-12 16,2-15-16,-2-11 16</inkml:trace>
  <inkml:trace contextRef="#ctx0" brushRef="#br0" timeOffset="130426.6149">31005 16879 0,'0'0'0,"0"0"0,2 3 15,2 9-15,1 8 0,1 6 0,-4 8 16,4 8-16,-2 5 16,-4 4-16,1 8 15,3 4-15,-3 2 16,1 1-16,0-2 15,0-6-15,1-2 16,-2-4-16,0-4 16,-1-3-16,-1-4 0,1-41 15,-2 36-15</inkml:trace>
  <inkml:trace contextRef="#ctx0" brushRef="#br0" timeOffset="130957.7183">29142 16763 0,'0'0'0,"0"0"0,2 5 0,-1 8 0,5 9 0,1 6 15,-3 9-15,-1 9 16,3 5-16,-1 4 15,-1 2-15,0-2 16,-1-8-16,1-3 0,-2-5 16,0-6-16,-2-33 15,3 27-15,-3-27 16,2 23-16,0-7 16,0-18-16,0-8 15,-2-12-15</inkml:trace>
  <inkml:trace contextRef="#ctx0" brushRef="#br0" timeOffset="131207.6597">29233 16794 0,'0'0'0,"0"0"0,0 0 0,0-2 16,0 2-16,0-3 15,-1 5-15,-6 5 16,-2 6-16,-7 9 16,-5 7-16,-7 2 15,-4 6-15,-4 1 16,1-2-16,-4-6 16,39-30-16,-30 27 15,6-10-15</inkml:trace>
  <inkml:trace contextRef="#ctx0" brushRef="#br0" timeOffset="131629.4246">30354 16974 0,'0'0'0,"0"0"0,0 0 0,0 0 0,1 5 15,4 10-15,-3 5 16,2 9 0,0 8-16,-2 6 0,0 2 15,1 0-15,-3-1 16,6-2-16,-1 0 16,1-6-16,-6-4 15,0-32-15,1 27 16,-1-27-16,1 24 15,-3-11-15,2-13 16</inkml:trace>
  <inkml:trace contextRef="#ctx0" brushRef="#br0" timeOffset="131894.9978">30349 16930 0,'0'0'0,"0"0"0,0 0 0,0 0 0,0 0 15,0-3-15,-2 3 16,-1 6-16,-3 8 0,-8 7 16,-3 9-16,-9 2 15,-5 3-15,-8-1 16,1-3-16,-4-7 15,7-4-15,35-20 16,-33 15-16,33-15 16,-25 10-16</inkml:trace>
  <inkml:trace contextRef="#ctx0" brushRef="#br0" timeOffset="132348.0055">31434 17077 0,'0'0'0,"0"0"0,0 0 0,0 0 0,0 0 15,4 2-15,0 9 16,1 11-16,0 7 15,-2 7-15,1 8 16,-2 1-16,-2 5 16,2 0-16,-1-7 15,0-3-15,-1-6 16,4-6-16,-4-28 16,-1 25-16,1-25 0,0 17 15,0-14-15,0-12 16</inkml:trace>
  <inkml:trace contextRef="#ctx0" brushRef="#br0" timeOffset="132582.3259">31425 16963 0,'0'0'0,"0"0"0,0 0 0,0 8 16,-4 5-16,-6 5 15,-5 8-15,-10 7 16,-7 3-16,-7 1 16,-6-1-16,-2-6 0</inkml:trace>
  <inkml:trace contextRef="#ctx0" brushRef="#br0" timeOffset="152313.2829">27482 17384 0,'0'0'0,"7"8"0</inkml:trace>
  <inkml:trace contextRef="#ctx0" brushRef="#br0" timeOffset="155078.2931">30095 17529 0,'0'0'0,"0"0"0,0 0 0,0 2 0,0-2 15,-1-1-15,1 1 16,-1 0-16,1 0 15,-1 0-15,1 0 16,0-1-16,0 1 16,0 0-16,0 0 15,0 0-15,0 0 0,-1-1 16,-2-7 0,3 8-16,-4-14 0</inkml:trace>
  <inkml:trace contextRef="#ctx0" brushRef="#br0" timeOffset="276612.9174">1148 14398 0,'0'0'0,"0"0"0,0-3 0,0 3 0,3-9 15,-3 9-15,0-10 16,0 10-16,3-10 0,-3 10 15,5-9-15,-5 9 16,5-8-16,0 6 16,-5 2-16,6 6 15,-3 5-15,1 7 16,-1 7-16,-2 2 16,5 3-16,-1-2 15,2 2-15,2-2 16,-9-28-16,14 24 15,4-1-15,-18-23 16,19 19-16,7-8 0,8-9 16,3-12-16,6-12 15,8-8-15,8-8 16,0-6-16,7-4 16,2 0-16,2-2 15,-5 5-15,-5 8 16,-60 37-16,50-25 15,-15 14-15</inkml:trace>
  <inkml:trace contextRef="#ctx0" brushRef="#br0" timeOffset="277237.7808">793 15411 0,'0'0'0,"0"0"0,2 2 0,-2 7 0,3 6 0,-2 9 16,3 12-16,1 9 15,-2 5-15,0 4 16,5-1-16,6-11 16,1-7-16,5-9 15,1-6-15,10-10 16,4-5-16,12-11 16,16-7-16,21-14 15,20-13-15,16-10 16,14-8-16,12-5 15,2-6-15</inkml:trace>
  <inkml:trace contextRef="#ctx0" brushRef="#br0" timeOffset="284486.78">26537 503 0,'0'0'0,"0"0"0,0 0 0,0 0 15,0 0-15,0 0 0,0 4 16,4 5-16,-4 7 15,0 7-15,-1 7 16,-2 9-16,1 7 16,5 7-16,5 5 15,1 1-15,2 0 16,-9-3-16,-4-5 16,-7-9-16,9-42 15,-8 37-15,-1-5 16,9-32-16,-13 28 15,13-28-15</inkml:trace>
  <inkml:trace contextRef="#ctx0" brushRef="#br0" timeOffset="284799.2428">26938 545 0,'0'0'0,"2"11"0,0 9 0,0 18 16,4 4-16,-4 10 15,3-3-15,-2 0 16,-3-6-16,-5-2 16,3-4-16,-7-2 15,4-5-15,-5-4 0</inkml:trace>
  <inkml:trace contextRef="#ctx0" brushRef="#br0" timeOffset="284986.6626">26473 941 0,'0'0'0,"7"-6"0,19-1 0,20-7 0,31-3 15,22 0-15,15 4 16</inkml:trace>
  <inkml:trace contextRef="#ctx0" brushRef="#br0" timeOffset="285564.7009">29033 2105 0,'0'0'0,"0"0"0,0 2 0,0 5 15,4 11-15,-1 6 16,1 15-16,-5 5 15,-2 8-15,-4 5 16,3-1-16,-3 0 16,4-5-16,-4-3 0,2-7 15,-1-5-15,6-36 16,-1 29-16,0-9 16,7-11-16</inkml:trace>
  <inkml:trace contextRef="#ctx0" brushRef="#br0" timeOffset="285830.2258">29405 2161 0,'0'0'0,"-1"11"0,2 13 0,-2 14 16,4 6-16,1 10 16,3-1-16,-4-5 15,-4-1-15,-2-8 16,3-39-16,-6 36 16,6-36-16,-8 25 0,-4-13 15</inkml:trace>
  <inkml:trace contextRef="#ctx0" brushRef="#br0" timeOffset="285986.4327">29098 2434 0,'0'0'0,"10"-5"0,16-1 0,20-3 0,31-1 15,15-1-15</inkml:trace>
  <inkml:trace contextRef="#ctx0" brushRef="#br0" timeOffset="286626.9548">24317 2822 0,'0'0'0,"-2"15"0,1 15 0,0 19 0,2 10 0,-1-2 15,0 0-15,-3-7 16,3-50-16,-1 42 15,1-6-15,0-36 16,1 33-16</inkml:trace>
  <inkml:trace contextRef="#ctx0" brushRef="#br0" timeOffset="286892.5231">24673 2598 0,'0'0'0,"2"7"0,2 5 0,2 15 15,2 11-15,1 8 16,0 3-16,-4 4 0,-1-1 15,-1 0 1,-1-5-16,-5 0 0,3-47 16,0 39-1</inkml:trace>
  <inkml:trace contextRef="#ctx0" brushRef="#br0" timeOffset="287095.5435">24321 3175 0,'0'0'0,"13"-7"0,15-1 0,26-4 0,31-3 16,19 0-16,23 4 0</inkml:trace>
  <inkml:trace contextRef="#ctx0" brushRef="#br0" timeOffset="287642.3007">26856 4225 0,'0'0'0,"0"0"0,1 5 0,-4 18 16,7 11-16,-1 10 16,-1 9-16,-2 5 0,1 0 15,-2 1-15,-2-1 16,-1-4-16,1-6 15,-1-4 1,-1-3-16,5-41 0,-6 31 16,6-31-16</inkml:trace>
  <inkml:trace contextRef="#ctx0" brushRef="#br0" timeOffset="287907.8533">27413 4205 0,'0'0'0,"0"0"0,0 6 0,0 15 16,9 8-16,0 11 15,2 11-15,2 3 16,-5 3-16,-3 1 0,0-1 16,-5-1-16,-3-8 15,3-48-15,-2 42 16</inkml:trace>
  <inkml:trace contextRef="#ctx0" brushRef="#br0" timeOffset="288126.5616">27010 4533 0,'0'0'0,"0"0"0,14-6 0,33-10 15,42-1-15,28 1 16,28 6-16,10 8 16</inkml:trace>
  <inkml:trace contextRef="#ctx0" brushRef="#br0" timeOffset="316027.5545">30758 2230 0,'0'0'0,"0"0"0,0 0 0,0 0 0,0 0 15,0 0-15,-3 6 16,1 8-16,1 10 16,3 6-16,-1 6 15,-1 7-15,-3 1 16,-1 3-16,-6 2 16,-6-5-16,2-2 15,-5-7-15,0-5 16,19-30-16,-19 24 15,-6-7-15,-4-8 16,-3-6-16,-5-3 16,0-7-16,-4-4 15,-2-4-15,-3-5 16,-2-5-16,6-7 16,7 1-16,5-2 0,9 1 15,9-3 1,9 5-16,8-3 0,6 4 15,9-1-15,10 3 16,8 0 0,6 3-16,8 1 0,8 2 15,6 2-15,5-1 16,5 6-16,-2-1 16,0 4-16,-12 4 15,-5 3-15,-9 0 16,-48 4-16,38-1 15,-6 1-15,-32 0 16,27 0-16,-27 0 16,23 5-16</inkml:trace>
  <inkml:trace contextRef="#ctx0" brushRef="#br0" timeOffset="316511.8277">31558 1727 0,'0'0'0,"2"7"0,3 14 0,-3 18 0,-2 16 16,-4 8-16,-1 12 16,-3 2-16,1 3 15,1-2 1,-1 13-16,5-12 16,1-11-16,7-11 15,1-8-15,5-15 16,5-5-16,2-9 0,6-4 15,3-10 1,11-7-16,1-10 0,4-8 16,2-9-16,-3-3 15,-4-2-15,-5-3 16,-10 1-16,-3 0 16,-12 5-16,-10 3 15,-9 5-15,-14 4 16,-21 10-16,-9 3 15,-9 8 1,63-3-16</inkml:trace>
  <inkml:trace contextRef="#ctx0" brushRef="#br0" timeOffset="316917.9718">32327 2228 0,'0'0'16,"0"0"-16,-3 2 0,-11 3 0,-6 6 0,-10 10 15,-11 8-15,1 7 16,3 5-16,12 2 15,12 1-15,5-3 16,12-7-16,11-9 16,10-9-16,2-7 15,2-9-15,10-7 16,1-5-16,-2-7 16,0-5-16,-4-2 15,-12 1-15,-10-4 16,-9-2-16,-9-2 0,-12 0 15,-5 7-15,-6 5 16,29 21-16,-30-12 16,30 12-1,-27-3-15</inkml:trace>
  <inkml:trace contextRef="#ctx0" brushRef="#br0" timeOffset="317277.3104">32547 2271 0,'0'0'0,"0"0"0,6 5 16,0 13-16,3 3 15,0 7-15,1 3 16,-3 1-16,-7-32 16,7 31-16,-7-31 15,4 27-15,-4-27 16,5 23-16,-5-23 15,2 15-15,2-10 0,1-15 16,6-10-16,4-8 16,1-3-16,2 0 15,2 1-15,-20 30 16,20-22-16,2 8 16,1 12-16,-6 9 15,0 6-15,-2 6 16,-3 4-16,0 4 15,-1 0-15,-3 1 16,-8-28-16,4 26 16,-4-26-16,3 23 15</inkml:trace>
  <inkml:trace contextRef="#ctx0" brushRef="#br0" timeOffset="318058.352">33197 1742 0,'0'0'0,"0"10"0,-3 15 0,-5 20 0,4 18 15,1 8-15,6 2 16,-2 0-16,7-1 16,-2-8-16,-1-7 15,-5-57-15,5 45 16,4-11-16,-9-34 16,8 27-16,-8-27 15,6 16-15,-6-16 16,6 9-16,-2-8 15,-4-9-15,-2-7 16,2 15-16,-5-17 16,-8 0-16,-9 6 0,-1 10 15,-6 5 1,-5 11-16,-4 10 0,1 8 16,-2 4-16,5 4 15,8-3 1,10-4-16,11-5 0,11-8 15,9-8-15,8-9 16,13-8-16,4-8 16,6-8-16,8-9 15,3-5-15,-2-3 16,-2-8-16,-4-2 16,-11 2-16,-5-2 15,-11 2-15,-6 8 16,-9 7-16,-7 30 15,3-29-15,-12 9 16,9 20-16,-18-15 16,18 15-16,-19-10 0,-3 8 15,6 13 1,10 6-16,13 7 0,11 4 16,9 3-16,8-1 15,5 0-15,-5 1 16,1 1-16,-12-1 15,-6 2-15,-10-3 16,-10-3-16,-12 4 16,-14-8-16,-17 0 15,-10-5-15,-18 0 16</inkml:trace>
  <inkml:trace contextRef="#ctx0" brushRef="#br0" timeOffset="378630.6133">4144 1410 0,'0'0'0,"0"0"0,0 0 0,0-3 15,0 3-15,0-8 16,0 8-16,-4-11 16,4 11-16,-7-14 15,-6 0-15,-8 0 16,0 5-16,-7 1 15,-2 3-15,3 6 16,-4 0-16,-5 2 0,-2 2 16,3 2-1,-2 4-15,1 4 0,5 7 16,4 8-16,-4 9 16,3 10-16,1 15 15,-1 14-15,4 12 16,0 2-16,7-2 15,7-9-15,9-10 16,8-14-16,15-13 16,8-8-16,5-10 15,9-3-15,6-8 16,4-4-16,-1-4 16,2-4-16,-5-2 15,-1-3-15,-4-2 16,-6-4-16,-4 0 15,-5-3-15,-3-1 16,-27 12-16,22-13 16,-1-3-16</inkml:trace>
  <inkml:trace contextRef="#ctx0" brushRef="#br0" timeOffset="379037.3816">4534 1594 0,'0'0'0,"0"0"0,0-3 0,8-1 0,9 2 0,8 0 16,10 0-16,12 2 16,4 2-16,1 0 15,6-1-15,2 0 16,-8-1-16,-4-3 15,-5 2-15,-5 1 16,-38 0-16,36-3 16,0 3-16,-36 0 15,30 1-15,-11 3 16</inkml:trace>
  <inkml:trace contextRef="#ctx0" brushRef="#br0" timeOffset="379349.7613">4435 2010 0,'0'0'0,"20"-4"0,17-2 0,16-5 0,27 3 16,6 3-16,1 2 15,-6 3-15,3 0 16,-11-2-16,-7 2 16,-12 0-16,-9 0 15,-8 0-15,-3 2 16,-4-1-16,-2-1 15</inkml:trace>
  <inkml:trace contextRef="#ctx0" brushRef="#br0" timeOffset="379818.402">6349 1376 0,'0'0'0,"0"0"0,1-8 15,1-6-15,-5-5 0,3 19 16,-11-16-16,-2 0 15,-15 9-15,-6 3 16,-8 6-16,-3 4 16,-2 4-16,-2 4 15,1 7-15,6 2 0,-12 11 16,2 15 0,2 12-16,-7 11 0,7 8 15,9 1-15,16-2 16,13-2-16,21-14 15,10-4-15,10-11 16,9-6-16,8-8 16,5-8-16,5-5 15,5-14-15,1-9 16,1-8-16,9-8 16,1-10-16,-4-8 15</inkml:trace>
  <inkml:trace contextRef="#ctx0" brushRef="#br0" timeOffset="380380.8135">6668 1422 0,'0'0'0,"0"0"0,0 0 0,0 0 0,0 0 15,-3 2-15,3-2 16,-1 3-16,1-3 16,-1 2-16,1-2 0,-2 2 15,6-12 1,22-12-16,8-4 0,16-12 16,9-2-16,9-3 15,2 0-15,5-6 16,-2 1-16,-4-6 15,3-1-15,-6 4 16,-12 2-16,-7 6 16,-47 43-16,40-34 15,-40 34-15,29-29 16,-29 29-16,17-25 16,-17 25-16,11-19 15,-11 19-15,6-16 16,-2 7-16,-4 9 15,1 2-15</inkml:trace>
  <inkml:trace contextRef="#ctx0" brushRef="#br0" timeOffset="380865.0206">6460 2064 0,'0'0'0,"6"8"0,9 2 0,17 7 0,18 8 16,12 9-16,9-1 16,4 6-16,0 2 15,-5-2-15,-6-5 16,-10-2-16,-6-5 16,-48-27-16,34 20 15,-34-20-15,29 18 16,-6-2-16,-23-16 15,14 17-15</inkml:trace>
  <inkml:trace contextRef="#ctx0" brushRef="#br0" timeOffset="381177.4476">7577 2277 0,'0'0'0,"0"8"0,2 17 0,5 21 0,-5 15 15,4 11-15,-4 8 16,3 0-16,-2-5 15,-6-6-15,-2-10 16,-1-9-16,6-50 16,-7 40-16,7-40 15,-6 33-15,2-14 16,5-21-16,4-13 0</inkml:trace>
  <inkml:trace contextRef="#ctx0" brushRef="#br0" timeOffset="381427.449">7915 2444 0,'0'0'0,"2"14"0,1 13 0,-5 20 0,8 9 15,-6 2-15,-1 1 16,-1-1-16,1-9 16,-4-3-16,5-46 15,-9 42-15,9-42 16</inkml:trace>
  <inkml:trace contextRef="#ctx0" brushRef="#br0" timeOffset="381599.2228">7586 2646 0,'0'0'0,"15"-4"0,18-7 0,25-6 0,27-7 16,15 4-16,8-4 15</inkml:trace>
  <inkml:trace contextRef="#ctx0" brushRef="#br0" timeOffset="382130.3854">7777 327 0,'0'0'0,"0"0"0,2-5 0,-2 5 0,0-13 15,0 13-15,4-10 16,0 11-16,-1 9 0,4 13 16,0 11-16,2 11 15,1 6 1,-4 8-16,1 5 16,0 6-16,3-5 0,-7-3 15,0-3-15,-6-4 16,2-12-16,1-43 15,-6 35-15,1-15 16</inkml:trace>
  <inkml:trace contextRef="#ctx0" brushRef="#br0" timeOffset="382442.7751">8277 353 0,'0'0'15,"0"0"-15,2 0 0,0 9 0,1 10 16,0 9-16,2 8 0,-5 10 15,3-1-15,-5 8 16,-2 0-16,4 6 16,3-7-16,-6-6 15,2-3-15,1-43 16,-1 35-16,-2-10 16</inkml:trace>
  <inkml:trace contextRef="#ctx0" brushRef="#br0" timeOffset="382614.6203">7915 696 0,'0'0'0,"25"-2"0,28 1 0,26 4 0,30 2 0</inkml:trace>
  <inkml:trace contextRef="#ctx0" brushRef="#br0" timeOffset="383333.1995">2945 1059 0,'0'0'0,"0"0"0,3 1 0,9 5 16,13 5-16,7 6 15,9 7-15,2 7 0,9 7 16,5 8-16,1 6 16,2 0-16,5 0 15,-8-4-15,-2-5 16,-7-9-16,-6-3 16,-42-31-16,31 26 15</inkml:trace>
  <inkml:trace contextRef="#ctx0" brushRef="#br0" timeOffset="383864.3715">2196 605 0,'0'0'0,"0"0"0,0 0 0,2-4 0,-2 4 16,0-6-16,0 6 0,4-6 15,-4 6-15,1-2 16,1 11-16,-2 14 16,0 11-16,0 9 15,-2 8 1,4 5-16,4 7 0,-2 2 16,5 3-16,-1-5 15,0-8-15,-8-55 16,10 46-16,0-18 15,-2-18-15</inkml:trace>
  <inkml:trace contextRef="#ctx0" brushRef="#br0" timeOffset="384129.879">2554 576 0,'0'0'16,"0"0"-16,4 10 0,2 18 0,4 11 0,6 11 16,-4 4-16,-1 4 15,2-1-15,-9-3 16,-6-4-16,2-50 15,-1 41-15,1-41 16</inkml:trace>
  <inkml:trace contextRef="#ctx0" brushRef="#br0" timeOffset="384317.3355">2224 1101 0,'0'0'0,"6"-4"0,17-5 0,23-6 0,26 4 16,18-3-16,11 8 16</inkml:trace>
  <inkml:trace contextRef="#ctx0" brushRef="#br0" timeOffset="384770.3545">3388 2245 0,'0'0'0,"0"0"0,-1 1 0,-6 8 0,-9 10 15,-16 12-15,-14 13 16,-11 11-16,-10 7 15,-8 6-15,-1 1 16,-1-1-16,2-7 16,8-5-16,2-9 15,65-47-15</inkml:trace>
  <inkml:trace contextRef="#ctx0" brushRef="#br0" timeOffset="385207.7586">1935 2628 0,'0'0'0,"0"0"0,0 8 0,0 21 15,0 12-15,0 11 16,-4 15-16,2 3 16,4-1-16,-2-3 15,4-5-15,-2-8 16,5-5-16,-2-9 16,-1-7-16,-4-32 15,10 28-15,5-10 16</inkml:trace>
  <inkml:trace contextRef="#ctx0" brushRef="#br0" timeOffset="385488.9352">2371 2548 0,'0'0'0,"0"0"0,4 12 0,-1 23 0,0 11 16,4 15-16,-1 7 15,-1 1-15,-5-5 16,-2-3-16,-4-5 16,1-3-16,0-9 15,5-44-15,-3 35 16,3-35-16,-3 28 15,3-17-15</inkml:trace>
  <inkml:trace contextRef="#ctx0" brushRef="#br0" timeOffset="385676.4028">2063 2985 0,'0'0'0,"0"0"0,8-8 0,37-16 0,34 1 15,25-2-15,16 0 16</inkml:trace>
  <inkml:trace contextRef="#ctx0" brushRef="#br0" timeOffset="400598.06">8970 2910 0,'0'0'0,"0"0"0,3-1 0,7-3 0,6 0 15,5-1-15,4-3 16,3 2-16,0-2 16,-28 8-1,30-8-15,-1-2 0,1-5 16,-5-2-16,-25 17 15,21-19-15,-4-2 16,-4 0-16,-13 21 16,13-21-16,-13 21 15,3-24-15,-9 2 16,-13 5-16,-6 3 0,-11 6 16,-4 11-16,-5 7 15,-8 11-15,-1 8 16,2 13-16,3 5 15,2 10-15,6 5 16,11 5-16,12 0 16,13-4-16,16-10 15,12-7-15,13-14 16,5-11-16,10-13 16,6-11-16,10-13 15,2-9-15,0-6 16,-3-8-16</inkml:trace>
  <inkml:trace contextRef="#ctx0" brushRef="#br0" timeOffset="400894.8965">9641 2374 0,'0'0'15,"0"0"-15,-2 10 0,0 25 0,2 13 0,-5 13 16,5 13-16,5 4 16,-3 1-16,3-6 15,-1 0-15,-6-9 16,-1-7-16,1-8 15,-1-5-15,3-44 16,-3 34-16,2-9 16,2-17-16</inkml:trace>
  <inkml:trace contextRef="#ctx0" brushRef="#br0" timeOffset="401519.718">9517 2906 0,'0'0'0,"9"-3"0,10-3 0,13-5 0,22-3 15,9-2-15,4-1 16,4-5-16,0-1 16,-6-2-16,-1-2 15,-4-8-15,-11 4 16,0-3-16,-9-1 15,-8 1-15,-4 2 16,-7-2-16,-7 0 16,-10 3-16,-7 3 15,-10 2-15,-3 4 16,16 22-16,-23-16 16,0 8-16,-2 7 15,2 13-15,6 9 16,3 21-16,-8 9 15,7 13-15,2 10 0,-1 9 16,2-2-16,5-4 16,2-9-16,0-12 15,0-11-15,5-45 16,-4 38-16,4-38 16,-2 27-16,2-27 15,-4 22-15,4-22 16,-2 15-16,1-11 15,2-12-15,2-9 16,3-9-16,9-7 16,6-8-16,4-1 15,4 9-15,-29 33 16,29-25-16,1 11 16,-3 12-16,-1 12 15,-3 6-15,-6 10 16,-4 6-16,-10 0 15,-1 0-15,-2-32 16,-1 30-16,1-30 16,-1 27-16,1-27 0,-1 22 15</inkml:trace>
  <inkml:trace contextRef="#ctx0" brushRef="#br0" timeOffset="401925.8833">10558 2888 0,'0'0'0,"8"1"0,11 1 0,6-1 15,11-2-15,7-3 16,-2-3-16,-3-3 15,-9-3-15,-5-3 16,-7 2-16,-17 14 16,13-17-16,-5-1 15,-8 18-15,1-19 16,-12 1-16,-10 5 16,-12 6-16,-8 14 15,-5 8-15,1 11 16,2 9-16,2 9 0,7 6 15,17 0-15,9-8 16,10-7-16,12-6 16,10-13-16,8-6 15,7-8-15,16-9 16,2-11-16</inkml:trace>
  <inkml:trace contextRef="#ctx0" brushRef="#br0" timeOffset="402363.2702">11122 2687 0,'0'0'0,"2"11"0,6 11 0,-3 14 0,2 10 15,-4 1-15,-4 0 16,1-47-16,-2 41 16,2-41-16,-1 34 0,1-34 15,-4 24-15,4-24 16,-1 14-16,1-10 16,-1-15-16,2-9 15,7-6-15,3-3 16,-2-6-16,4 2 15,8-3-15,5 4 16,6 7-16,-2 6 16,4 11-16,-4 11 15,2 9-15,-10 4 16,-1 11-16,-8 4 16,-4-1-16,-3 1 15,-3 0-15,-3-31 16,-3 25-16,3-25 15,-7 19-15,-2-8 16</inkml:trace>
  <inkml:trace contextRef="#ctx0" brushRef="#br0" timeOffset="402738.5768">11628 2780 0,'0'0'16,"0"0"-16,6 1 0,13-1 0,10-3 0,4-2 15,-33 5-15,38-9 16,0-1-16,-5-2 16,-7-3-16,-26 15 15,18-19-15,-7-2 16,-11 21-16,3-25 15,-8 1-15,-12 5 16,-6 7-16,-10 15 16,-11 10-16,-10 13 15,-7 12-15,1 9 16,6 8-16,12 2 0,23-5 16,15-9-16,21-7 15,22-7-15,26-6 16,21-6-16,15-7 15,17-1-15,8-5 16</inkml:trace>
  <inkml:trace contextRef="#ctx0" brushRef="#br0" timeOffset="434157.5072">3778 2555 0,'0'0'0,"0"0"0,0 0 0,1-3 16,-1 3-16,0-4 0,0 4 31,1-3-31,-1 3 15,1-3-15,-1 3 0,1 0 0,-1 0 16,3 4-16,-3-4 16,7 6-16</inkml:trace>
  <inkml:trace contextRef="#ctx0" brushRef="#br0" timeOffset="434313.7278">3902 2556 0,'0'0'0,"0"0"0,0 0 0,0-1 15,0 1-15,0 0 0,0 0 16,3 4-16</inkml:trace>
  <inkml:trace contextRef="#ctx0" brushRef="#br0" timeOffset="434485.5527">3788 2598 0,'0'0'0,"0"0"0,7 2 0</inkml:trace>
  <inkml:trace contextRef="#ctx0" brushRef="#br0" timeOffset="453341.5641">3445 609 0,'0'0'0,"0"0"0,0 0 0,1 0 0,-1 0 16,0 0-16,-1 6 15,2 3-15,-1 9 16,4 13-16,-9-2 0,2 6 15,-9 1 1,-3-1-16,1-3 0,-3-6 16,-1-3-16,-2-6 15,20-17-15,-21 10 16,0-3-16,21-7 16,-28 3-16,-2-4 15,-1-5-15,3-5 16,3-6-16,-2-2 15,6-4-15,21 23 16,-17-23-16,4-6 16,5-2-16,8 31 15,-2-29-15,7 2 16,9 0-16,11 0 16,2 9-16,4-1 15,4 4-15,3 3 16,3 0-16,4 2 0,0-1 15,4 3-15,-4-1 16,-4 3-16,-2 0 16,-5-1-16,-4-1 15,-6 4-15,-24 4 16,28-4-16,-4-1 16,-24 5-16,25 0 15,-11 3-15</inkml:trace>
  <inkml:trace contextRef="#ctx0" brushRef="#br0" timeOffset="454716.241">3124 2841 0,'0'0'0,"0"0"0,0 0 0,0 0 16,0 0-16,0 0 16,0 0-16,1 3 15,5 2-15,-3 10 0,-3-15 16,4 18-16,0 6 16,-4 6-16,-8-1 15,3 0 1,-3-2-16,-2-2 0,3 2 15,-2-1-15,-7-1 16,1-2-16,15-23 16,-19 20-16,1-1 15,18-19-15,-24 14 16,3-3-16,21-11 16,-24 3-16,-4-4 15,4-6-15,2-7 16,3-4-16,5 0 15,7-3-15,2 0 16,4-2-16,1 23 16,6-21-16,-6 21 15,10-21-15,1-2 16,2 3-16,-13 20 16,21-15-16,0 1 15,4-1-15,3 2 0,5-1 16,3 3-16,2 0 15,6 4-15,3-3 16,1 2-16,0 2 16,-1 0-16,-47 6 15,40-7-15,-40 7 16,36-7-16,-36 7 16,29-9-16,-8 3 15</inkml:trace>
  <inkml:trace contextRef="#ctx0" brushRef="#br0" timeOffset="469728.3319">4694 2282 0,'0'0'0,"0"0"15,0 0-15,2-1 0,-2 1 0,0-5 16,0 5-16,0-5 16,0 5-16,0-6 15,0 6-15,0-6 16,0 6-16,0-8 15,0 8-15,0-4 16,0 4-16,0-2 16,0 2-16,0 4 15,0-4-15,-3 8 0,-2 6 16,5-14-16,0 23 16,-2 2-16,2-25 15,-3 26-15,0 0 16,1 2-1,2-28-15,3 27 0,-3-27 16,5 22-16,-5-22 16,4 21-16,-4-21 15,0 16-15,0-16 16,-9 13-16,-3-4 16,12-9-16,-21 4 15,-2-5-15,-4-6 16,2-5-16,25 12 15,-24-15-15,3-5 16,3-2-16,18 22 16,-12-22-16,3-1 15,9 23-15,-3-24 0,3 24 16,0-19-16,3 3 16,8 2-1,2 3-15,6 0 0,1 1 16,9 2-16,4 1 15,4 3-15,5-1 16,-2 0-16,-3-1 16,1 2-16,-4-2 15,-3 4-15,-4 1 16,-27 1-16,25-1 16,-25 1-16,24-1 15,-24 1-15,18-2 16,-18 2-16,14-1 15</inkml:trace>
  <inkml:trace contextRef="#ctx0" brushRef="#br0" timeOffset="470634.4095">4804 1023 0,'0'0'0,"0"0"0,0 0 0,-2 0 16,2 0-16,-2-2 0,2 2 16,-2-2-1,2 2-15,-5-4 0,5 4 16,-3-2-16,3 3 15,-2 6-15,2 11 16,-3 6-16,-5 4 16,-6 9-16,-3 5 15,-2 0-15,-3 4 16,1-5-16,0-1 16,21-40-16,-16 37 15,16-37-15,-16 30 16,16-30-16,-12 24 15,5-11-15,9-18 16</inkml:trace>
  <inkml:trace contextRef="#ctx0" brushRef="#br0" timeOffset="470962.8695">4770 1016 0,'0'0'0,"0"0"0,5 3 0,5 7 15,4 5-15,1 5 0,1 3 16,-4-2-16,1 4 15,-2 0-15,-2-2 16,-1 2-16,-8-25 16,14 21-16,-3 3 15,-11-24-15,13 22 16,-13-22-16,16 22 16,-16-22-16,16 21 0,-5-3 15</inkml:trace>
  <inkml:trace contextRef="#ctx0" brushRef="#br0" timeOffset="471212.8208">4565 1028 0,'0'0'0,"7"-4"0,8-2 0,15-7 0,20-1 16,11 1-16,11 2 16,10 2-16,0 3 15,-3-1-15</inkml:trace>
  <inkml:trace contextRef="#ctx0" brushRef="#br0" timeOffset="539781.3264">9949 1030 0,'0'0'15,"0"0"-15,0 0 0,-3-1 0,3 1 0,-2-6 16,2 6-16,-1-8 15,1 8-15,-2-12 16,-4-2-16,6 14 16,-8-16-16,-2 1 15,-5-1-15,15 16 16,-15-15-16,-3 2 0,1 0 16,17 13-16,-20-10 15,0 3-15,20 7 16,-23-8-16,-3 4 15,-7 3-15,0 3 16,0 5-16,1 4 16,5 4-16,-2 5 15,4 4-15,25-24 16,-26 28-16,3 0 16,23-28-16,-15 33 15,5-1-15,10-32 16,-2 34-16,4-7 15,-2-27-15,10 27 16,3-8-16,9 0 16,0-7-16,6-1 15,-1-1-15,9-1 16,-4-2-16,4-2 0,0 5 16,-2-4-16,-5 4 15,-4 7-15,-5 3 16,-4 4-16,-3 3 15,-5 3-15,-12 6 16,-4 2-16,-7 0 16,-8 0-16,-7-5 15,-2-1-15,-6-4 16,0-10-16,0 0 16,-1-9-16,-1-1 15,-3 0-15,2-3 16,3-5-16,1-5 15,4-2-15,7-7 16,4-5-16,8-6 16,4 0-16</inkml:trace>
  <inkml:trace contextRef="#ctx0" brushRef="#br0" timeOffset="540187.5343">10187 1014 0,'0'0'0,"0"6"0,0 5 0,2 16 16,-1 9-16,-1 11 15,-4 7-15,-2 4 16,-3 8-16,2-1 16,-4 4-16,4 1 15,-2-2-15,2-1 16,-1-5-16,0-6 0,1-6 15,4-6-15,3-44 16,-3 37-16,3-37 16,-4 30-16,4-30 15,-3 24-15,0-16 16,4-21-16</inkml:trace>
  <inkml:trace contextRef="#ctx0" brushRef="#br0" timeOffset="540593.6467">10272 948 0,'0'0'15,"0"0"-15,0 0 0,3-2 0,7 0 0,10-2 16,9 3-16,2-1 16,1 4-16,-2 5 15,-30-7-15,29 13 16,-6 4-16,-2 8 15,-4 6-15,-7 1 16,-9 3-16,-8-3 16,-13 0-16,-9 1 15,-4-6-15,-5-5 16,-8-6-16,3-4 16,0-4-16,3-3 15,1 4-15,6-8 0</inkml:trace>
  <inkml:trace contextRef="#ctx0" brushRef="#br0" timeOffset="541327.8437">10708 472 0,'0'0'0,"0"0"0,2-6 0,-2 6 0,4-6 0,2-3 16,5-2-16,-11 11 16,14-17-16,2 10 15,6-3-15,1 6 16,2 3-16,-25 1 15,20 5-15,1 5 16,0 8-16,-2 10 16,-2 8-16,-4 4 15,-11 6-15,-6-1 16,-6 2-16,-5-6 16,-4-1-16,-5-2 15,-1-6-15,-5-4 16,-1-10-16,-1 1 0,0-3 15,1-8-15,-1-3 16,32-5-16,-30 3 16,30-3-16,-27-5 15,9-5-15,12-11 16,9-1-16,-3 22 16,9-21-16,6 4 15,3 6-15,-18 11 16,20-5-16,4 3 15,5 11-15,-1 0 16,0 3-16,0-1 16,0 0-16,-1-1 15,2 4-15,-29-14 16,26 11-16,1 0 16,-27-11-16,23 9 15,-2-5-15</inkml:trace>
  <inkml:trace contextRef="#ctx0" brushRef="#br0" timeOffset="541468.4467">11167 971 0,'0'0'0</inkml:trace>
  <inkml:trace contextRef="#ctx0" brushRef="#br0" timeOffset="584930.2322">22751 1048 0,'0'0'0,"0"0"0,0-6 0,0 6 16,-7-11-16,-5-2 15,-5 0-15,-5 3 0,-3 6 16,-4 7-1,-8 9-15,-6 5 0,-3 3 16,0 6-16,3-3 16,6-2-16,11 3 15,7 0-15,8-2 16,7 0-16,4-22 16,3 23-16,7-2 15,10-1-15,13 0 16,5-4-16,4-3 15,7 4-15,3-3 16,-4 5-16,2 2 16,-7 3-16,0 5 15,-11-1-15,-7 3 16,-8 4-16,-7 0 16,-8-3-16,-4 3 15,-11-2-15,-8-2 16,-6 0-16,-6-4 15,-8-2-15,-4 0 0,-7-3 16,-4-7-16,4-5 16,-3-6-16,8-3 15,6-7-15,13-11 16</inkml:trace>
  <inkml:trace contextRef="#ctx0" brushRef="#br0" timeOffset="585320.7424">22940 1131 0,'0'0'0,"0"0"0,0 0 0,2-3 15,-2 3-15,1-2 16,-1 2-16,0 0 16,5 7-16,-3 12 0,0 9 15,0 12-15,1 10 16,-3 9-16,1 6 16,-1 4-16,-1 5 15,2-1-15,-1-5 16,2-3-16,0-1 15,0-7-15,-1-6 16,3-7-16,-4-7 16,0-37-16,1 33 15,-1-33-15,2 26 16,-1-4-16,2-17 16,0-9-16</inkml:trace>
  <inkml:trace contextRef="#ctx0" brushRef="#br0" timeOffset="585680.0441">22933 1062 0,'0'0'0,"0"0"0,1-8 0,12-4 0,4-1 16,10 3-16,12 4 15,5 6-15,11 10 16,3 7-16,-2 3 16,-5 7-16,-1 4 15,-17 3-15,-9 1 16,-9 0-16,-8-1 15,-4 2-15,-9-2 0,-7-6 16,-5 1-16,-14-4 16,-12-4-16,-10-2 15,-6-8-15,1-9 16</inkml:trace>
  <inkml:trace contextRef="#ctx0" brushRef="#br0" timeOffset="586367.9742">23556 542 0,'0'0'16,"0"0"-16,1-2 0,0-10 0,7 0 0,-8 12 0,15-9 15,7 1-15,7 5 16,6 1-16,-6 5 16,-1 5-16,-3 3 15,-5 3-15,-8 3 16,-1 2-16,-4 1 16,-5 4-16,-5 0 15,-3-2-15,-13 2 16,1-1-16,18-23 15,-17 21-15,17-21 16,-20 19-16,20-19 16,-18 13-16,18-13 0,-9 7 15,7-3-15,13-8 16,13-3-16,3-1 16,3 4-16,4 3 15,-3 6-15,-4 3 16,-3 2-16,-24-10 15,23 15-15,-5 5 16,-7 3-16,-7 2 16,-4-25-16,-4 26 15,-9-2-15,-18 1 16,-5-4-16,-6-6 16,-3-1-16,-5-3 15,-1-4-15,-4 3 16,2-2-16,2 8 0</inkml:trace>
  <inkml:trace contextRef="#ctx0" brushRef="#br0" timeOffset="604881.0331">17187 3175 0,'0'0'0,"0"0"0,6-1 0,-6 1 0,4-5 15,-4 5 1,1-9-16,-1 9 0,1-10 16,-1 10-16,-2-11 15,-1-1-15,3 12 16,-7-15-16,-1 1 15,8 14-15,-16-13 16,-3 5-16,-5 0 16,-6 6-16,5 6 15,-7 5-15,1 6 16,-7 4-16,-3 9 16,-4 5-16,-1 11 0,3 7 15,4 7-15,-7 7 16,8 5-16,3 4 15,8 4-15,9-1 16,10-5-16,5-5 16,14-10-16,2-8 15,13-9-15,7-3 16,1-9-16,6-7 16,11-4-16,1-5 15,0-9-15,6-7 16,0-5-16,-3-7 15,5-7-15,-3-3 16,-8-4-16</inkml:trace>
  <inkml:trace contextRef="#ctx0" brushRef="#br0" timeOffset="605443.4117">17466 3332 0,'0'0'0,"0"0"15,6-3-15,10-1 0,9 2 0,8-2 16,11 1-16,2 1 16,6-3-16,7-2 15,6 3-15,4-2 16,-1 0-16,-5 0 15,-3 2-15,-2 0 16,-7 1-16,-4-3 16,-47 6-16,42-4 15,-42 4-15,37-2 16,-37 2-16,30 0 16,-11 3-16,-19 1 0,-20 3 15</inkml:trace>
  <inkml:trace contextRef="#ctx0" brushRef="#br0" timeOffset="605865.177">17498 3664 0,'0'0'0,"0"0"0,7-1 0,13-1 0,9-3 0,10-2 16,6-2-1,4 3-15,-1-2 0,4 4 16,4-4-16,1 4 16,3-3-16,-1 1 15,-4-2-15,-6 4 16,-5 1-16,-44 3 16,41-2-16,-41 2 15,34 0-15,-34 0 16,29 0-16,-11 2 15,-18-2-15</inkml:trace>
  <inkml:trace contextRef="#ctx0" brushRef="#br0" timeOffset="606208.9678">17581 3928 0,'0'0'0,"0"0"0,11-2 0,17-4 0,15-3 0,9 3 16,13-3-16,9 5 15,5-2-15,1 1 16,1-2-16,-1 0 16,-6 1-16,-8 3 15,-4-2-15,-9 2 16,-8 1-16,-45 2 16,37-1-16,-37 1 15,30-1-15,-8 2 16</inkml:trace>
  <inkml:trace contextRef="#ctx0" brushRef="#br0" timeOffset="606865.0623">19600 3172 0,'0'0'0,"0"0"0,2-4 0,-2 4 16,4-11-16,-3-2 0,-2-3 15,-4 0-15,-5-2 16,-4 5-16,-5 3 16,-8 6-16,-4 1 15,-7 4-15,-5 4 16,-4 9-16,-1 8 16,-5 10-16,-2 12 0,0 8 15,3 8-15,0 9 16,7 3-16,6 2 15,10-1-15,5-4 16,17-5-16,2-6 16,16-9-16,9-8 15,12-5-15,8-7 16,9-7-16,3-6 16,1-6-16,4-6 15,1-7-15,-3-6 16,-3-3-16,-2-5 15,-5 0-15</inkml:trace>
  <inkml:trace contextRef="#ctx0" brushRef="#br0" timeOffset="607240.029">19719 3551 0,'0'0'0,"0"0"0,2 2 0,14 2 0,16-4 15,12-2-15,13-1 16,10 0-16,3-1 16,0 1-16,-5 3 15,-7-3-15,-6 1 16,-52 2-16,42 0 16,-3 0-16,-39 0 15,32 0-15,-32 0 16,27 4-16,-27-4 15</inkml:trace>
  <inkml:trace contextRef="#ctx0" brushRef="#br0" timeOffset="607599.3193">20871 3052 0,'0'0'0,"0"0"0,3 4 0,5 11 15,-1 7-15,0 6 16,1 12-16,-3 8 15,-1 5-15,-1 4 16,-1 5-16,-6 2 0,8 1 16,-6-2-16,0-1 15,2-8-15,2-6 16,0-6-16,1-9 16,-3-33-16,5 27 15,0-8-15,6-10 16,-1-16-16</inkml:trace>
  <inkml:trace contextRef="#ctx0" brushRef="#br0" timeOffset="607927.3154">21388 3002 0,'0'0'0,"0"0"0,0 2 0,4 11 0,-2 9 16,3 8-16,-1 14 16,-2 9-16,-6 1 0,4 7 15,-1 6 1,1-6-16,0 0 0,5-6 15,0-4-15,-3-4 16,3-9-16,-5-38 16,3 32-16,-3-32 15,4 28-15,-4-28 16,2 22-16</inkml:trace>
  <inkml:trace contextRef="#ctx0" brushRef="#br0" timeOffset="608130.4009">20888 3481 0,'0'0'0,"16"-2"0,15 5 0,19-4 0,25 5 16,16 0-16,6 5 0</inkml:trace>
  <inkml:trace contextRef="#ctx0" brushRef="#br0" timeOffset="608911.5079">15798 3724 0,'0'0'0,"0"0"0,0 0 0,0 0 0,6 0 16,6 0-16,7 0 16,4 1-16,8-1 15,7 0-15,1 0 16,2 2-16,0-4 15,1 2-15,0 0 16,-1-2-16,0-2 16,-1-1-16,-2 0 15,-1 2-15,-37 3 16</inkml:trace>
  <inkml:trace contextRef="#ctx0" brushRef="#br0" timeOffset="609426.9614">15173 3312 0,'0'0'0,"0"0"0,0 0 0,-1 0 0,-2 8 0,-2 10 15,3 13-15,1 7 16,-1 12-16,4 10 16,-2 7-16,-2 2 15,1 5-15,0-3 16,1-2-16,4-9 15,-3-7-15,2-4 16,4-9-16,-1-6 16,-4-6-16,-2-28 15,6 24-15,-1-12 16,4-16-16</inkml:trace>
  <inkml:trace contextRef="#ctx0" brushRef="#br0" timeOffset="609739.3881">15580 3291 0,'0'0'0,"0"0"0,1 7 0,2 20 0,1 10 0,-8 8 16,1 14-16,4 0 16,-6 3-16,0 0 15,4-1-15,-2-3 16,-3-5-16,3-10 16,3-43-16,-3 39 15,0-10-15,3-29 16,3 29-16,-3-29 15,3 20-15</inkml:trace>
  <inkml:trace contextRef="#ctx0" brushRef="#br0" timeOffset="609958.0858">15197 3819 0,'0'0'0,"13"-7"0,17-6 0,22-3 0,28-4 16,14-3-16,11 7 15,0 2-15</inkml:trace>
  <inkml:trace contextRef="#ctx0" brushRef="#br0" timeOffset="626438.6053">20776 4541 0,'0'0'0,"0"0"0,6 1 0,7 0 0,3 1 0,8-2 16,-24 0-16,30-6 0,3 1 16,3-5-16,-3-5 15,-6 4-15,-4-3 16,0-1-16,-23 15 16,17-16-16,-5-3 15,-12 19-15,6-20 16,-7 0-16,-14-1 15,-4 5-15,-13 5 16,1 6-16,-11 7 16,0 5-16,-6 3 15,1 12-15,5 6 16,-3 7-16,12 3 16,6 3-16,12 3 0,4 0 15,13 0-15,9-6 16,8-3-16,6-10 15,8-5-15,1-6 16,7-6-16,-1-9 16,8-9-16,2-7 15,2-8-15,-6-4 16</inkml:trace>
  <inkml:trace contextRef="#ctx0" brushRef="#br0" timeOffset="626735.4108">21273 4084 0,'0'0'0,"0"0"0,0 5 0,2 6 0,2 7 15,-4 8-15,4 11 0,-4 6 16,1 7-16,5 8 16,-10 2-16,0 0 15,4-5 1,-6-4-16,2-12 16,4-39-16,-2 34 0,2-34 15,0 28-15,0-28 16,0 22-16</inkml:trace>
  <inkml:trace contextRef="#ctx0" brushRef="#br0" timeOffset="627391.55">21177 4528 0,'0'0'0,"7"0"0,4-1 0,12-8 15,10 0-15,9 0 16,1-5-16,7-1 16,1 0-16,0-1 0,0-4 15,-6-2-15,-2-3 16,-6-3-16,-6 0 16,-3-2-16,-3 2 15,-2-4-15,-5 3 16,-8-1-16,0 1 15,-10 3-15,-10 1 16,-2 2-16,-3 4 16,15 19-16,-24-9 15,-3 2-15,0 15 16,4 7-16,1 10 16,4 10-16,3 16 15,1 10-15,-2 7 16,5 4-16,2-4 15,-1-7-15,10-10 16,0-9-16,0-42 0,3 35 16,-3-35-16,0 27 15,0-27-15,0 20 16,0-20-16,-3 15 16,3-15-16,-1 7 15,0-8-15,2-12 16,9-9-16,3-5 15,2-5-15,6 2 16,-21 30-16,22-27 16,3 6-16,-25 21 15,27-12-15,-4 12 16,-2 8-16,0 10 16,-6 2-16,-15-20 15,9 24-15,-4 1 16,-5-25-16,3 25 0,-3-25 15,-1 23 1</inkml:trace>
  <inkml:trace contextRef="#ctx0" brushRef="#br0" timeOffset="627922.6631">22049 4421 0,'0'0'0,"8"6"0,-4 6 0,3 5 0,8 4 16,4-2-16,-2 2 16,-17-21-16,23 17 15,2-2-15,-25-15 16,29 7-16,1-6 15,4-10-15,-7-5 16,2-3-16,-11-5 16,0 0-16,-4-5 15,-14 27-15,13-26 16,-7 1-16,-6 25 16,6-22-16,-6 22 15,-1-17-15,-6 10 0,-6 13 16,5 14-16,-2 11 15,0 10-15,-1 11 16,2 7-16,-6 1 16,4 2-16,0 0 15,1-5-15,1 1 16,1-7-16,-1-7 16,9-44-16,-11 40 15,-3-3-15,-5-8 16,19-29-16,-21 22 15,-4-7-15,-8-12 16,4-11-16,-3-15 16,2-13-16,7-14 15</inkml:trace>
  <inkml:trace contextRef="#ctx0" brushRef="#br0" timeOffset="628391.2712">22585 4318 0,'0'0'0,"2"6"0,3 11 0,1 7 0,7 10 16,0 2-16,-2 1 15,-11-37-15,13 34 16,-13-34-16,9 29 16,-9-29-16,1 24 15,-1-24-15,-4 16 16,4-16-16,-3 10 16,-2-10-16,0-13 15,5-4-15,6-11 0,8 0 16,3-3-1,4-3-15,7 4 16,2 3-16,0 7 0,-30 20 16,32-8-16,-4 11 15,2 11 1,-8 10-16,-7 4 0,-6 0 16,-9 0-16,-3-3 15,3-25-15,-5 23 16,5-23-16,-8 20 15,8-20-15,-13 15 16</inkml:trace>
  <inkml:trace contextRef="#ctx0" brushRef="#br0" timeOffset="628750.556">23121 4346 0,'0'0'0,"8"3"0,5-2 0,5-3 0,12-1 16,-1 0-16,-29 3 0,33-8 16,-3-2-1,-2-7-15,-28 17 0,19-21 16,-4-4-16,-15 25 15,8-26-15,-5 0 16,-17 8-16,-4 11 16,-11 11-16,-16 10 15,-8 17-15,-10 7 16,-1 11-16,4 5 16,21-3-16,19-5 15,24 0-15,23-8 16,28-5-16,26 0 15,21-6-15</inkml:trace>
  <inkml:trace contextRef="#ctx0" brushRef="#br0" timeOffset="642638.0042">23874 3849 0,'0'0'0,"0"0"0,-5 2 0,-6 7 0,-5 8 0,-8 7 15,-12 12-15,-1 6 16,-6 10-16,-2 11 16,-2 9-16,1 4 15,1 2-15,8-5 16,5-2-16,8-9 16,11-8-16,5-10 15,8-1-15,7-7 16,7-4-16,10-1 15,8-8-15,6-8 16</inkml:trace>
  <inkml:trace contextRef="#ctx0" brushRef="#br0" timeOffset="643137.9583">24154 4253 0,'0'0'0,"0"0"15,-1-4-15,1 4 0,-4-12 0,-4-1 16,8 13 0,-16-12-16,-6 3 0,-14 7 15,-5 12-15,-3 2 16,-1 3-16,45-15 16,-38 22-16,8 0 15,12 3-15,11 0 0,13-1 16,10-2-16,6-1 15,6 1-15,4 0 16,0-2-16,0 0 16,-2-1-16,-3 0 15,-27-19-15,21 21 16,-8 0-16,-10 2 16,-9-3-16,-12 0 15,-9-1-15,-9-3 16,-10-2-16,-4 0 15,50-14-15,-53 9 16,6-4-16,47-5 16</inkml:trace>
  <inkml:trace contextRef="#ctx0" brushRef="#br0" timeOffset="643481.5737">24448 4300 0,'0'0'0,"0"0"0,1 2 0,3 10 0,-1 6 16,-3 10-16,-2 12 15,1 10-15,-10 8 16,0 7-16,1 1 16,0-4-16,-5-3 15,5-9-15,2-8 16,3-9-16,2-4 16,3-29-16,0 24 15,0-24-15,0 24 16,0-24-16,-2 16 0</inkml:trace>
  <inkml:trace contextRef="#ctx0" brushRef="#br0" timeOffset="643762.7572">24413 4243 0,'0'0'0,"9"-5"0,8-3 0,14 1 16,17 4-16,8 7 15,-3 8-15,2 5 16,-11 5-16,-12 5 16,-9 1-16,-10 1 15,-14 1-15,-6-3 16,-14 1-16,-12-2 15,-10-7-15,-3 0 16,-2-6-16,1-7 16,3-9-16</inkml:trace>
  <inkml:trace contextRef="#ctx0" brushRef="#br0" timeOffset="644153.3009">24819 3667 0,'0'0'0,"6"1"0,6 5 0,15 7 15,5 6-15,4 10 16,1 7-16,0 9 16,1 5-16,-4 6 15,-2 3-15,-5 6 0,-7 3 16,-9 5-16,-4 2 16,-7 2-16,-8 1 15,-6-6-15,-4 2 16,-5-8-16,-8-2 15,-4 0-15,-6-1 16,-10-1-16,-12-3 16</inkml:trace>
  <inkml:trace contextRef="#ctx0" brushRef="#br0" timeOffset="661231.5538">17018 4359 0,'0'0'0,"0"0"16,0 0-16,-3-2 0,3 2 0,-6-7 0,6 7 16,-9-11-16,9 11 15,-10-12-15,10 12 16,-8-11-16,3 6 16,5 5-16,-4 5 15,-1 5-15,5-10 16,-9 14-16,9-14 15,-10 19-15,10-19 16,-6 16-16,6-16 16,-3 16-16,10-4 15,-7-12-15,14 6 0,-14-6 16,17 0-16,-17 0 16,15-5-16,-15 5 15,12-8-15,-12 8 16,9-7-16,-9 7 15,-2-4-15,2 4 16,-8-6-16,8 6 16,-11-2-16,11 2 15,-11 1-15,11-1 16,-11 1-16,11-1 16,-4 1-16,4-1 15,2 1-15,-2-1 16,4 0-16</inkml:trace>
  <inkml:trace contextRef="#ctx0" brushRef="#br0" timeOffset="666199.1332">16039 3010 0,'0'0'0,"0"0"0,0 0 0,1 0 16,-1 0-16,1-1 0,-1 1 15,0 3-15,1 5 16,-1-8-16,4 17 16,-3 4-16,-4 5 15,3-26-15,-2 26 16,2-26-16,-1 28 15,1-28-15,-5 25 16,5-25-16,-1 23 16,1-23-16,-5 19 15,-2-5-15,7-14 16,-12 6-16,-7-7 16,-3-3-16,-1-6 15,-1-4-15,0-4 16,-1-5-16,3-1 15,22 24-15,-18-25 16,0 1-16,18 24 0,-16-24 16,16 24-16,-14-20 15,14 20-15,-8-18 16,6 3-16,14 1 16,13 1-16,13 5 15,7-3-15,9 2 16,1 3-16,0-1 15,-3-2-15,0 4 16,-7 3-16,-3 1 16,-6 2-16,-36-1 15,32 3-15,-32-3 16,26 1-16,-26-1 16</inkml:trace>
  <inkml:trace contextRef="#ctx0" brushRef="#br0" timeOffset="676557.0522">18077 4134 0,'0'0'0,"0"0"0,-4-5 0,4 5 0,0-6 0,0 6 16,0-7-16,0 7 15,4-10 1,-4 10-16,4-4 0,1 7 15,0 9-15,1 5 16,-1 6-16,-4 4 16,-2 1-16,2 3 15,-6-1-15,-2-2 16,7-28-16,-6 25 16,-1-2-16,7-23 15,-13 22-15,3-2 16,10-20-16,-11 20 0,11-20 15,-13 17 1,-1-6-16,14-11 0,-17 5 16,-5-3-16,22-2 15,-22-6 1,-4-4-16,1-6 0,25 16 16,-25-18-16,3-3 15,4-4-15,4-1 16,7 1-16,7 25 15,-4-26-15,4 26 16,-1-25-16,1 25 16,4-25-16,5 0 15,-9 25-15,21-24 16,5 2-16,-26 22 16,37-18-16,3 3 15,7 5-15,1 3 16,-6 1-16,-2 3 15,-4 0-15,-5 1 16,-31 2-16,29 0 16,-29 0-16,26 0 0,-26 0 15,21 1-15,-21-1 16,17 0-16</inkml:trace>
  <inkml:trace contextRef="#ctx0" brushRef="#br0" timeOffset="677603.6338">17747 2626 0,'0'0'0,"0"0"0,0-6 0,0 6 0,0-14 16,8 2-16,5-2 16,8 1-16,-21 13 15,27-8-15,3 4 16,4 6-16,-3 3 16,-4 6-16,-2 8 15,-2 5-15,-6 4 16,-6 7-16,-3 6 15,-9 1-15,-1 3 16,-7 0-16,-4-6 16,-6-7-16,-2-5 0,-6-7 15,0-5-15,27-15 16,-34 14 0,3-4-16,31-10 0,-34 7 15,34-7-15,-28 5 16,28-5-16,-20 2 15,11-10-15,15-8 16,7-1-16,-13 17 16,19-16-16,-19 16 15,24-12-15,-1 9 16,-1 8-16,0 4 16,-22-9-16,20 14 15,-1 1-15,-19-15 16,19 20-16,2-10 15</inkml:trace>
  <inkml:trace contextRef="#ctx0" brushRef="#br0" timeOffset="677884.8175">18321 2660 0,'0'0'0,"0"0"16,0 3-16,0 7 0,-8 4 0,1 8 16,-1 7-16,-8 7 15,-3 6-15,3-1 16,-5 0-16,-3-3 15,7-7-15,17-31 16,-16 27-16,-3-12 16</inkml:trace>
  <inkml:trace contextRef="#ctx0" brushRef="#br0" timeOffset="678166.0013">18337 2676 0,'0'0'0,"0"0"0,2 8 0,6 8 0,-1 5 15,4 7-15,-4 7 16,3-2-16,-3-3 15,-7-30-15,11 29 16,-11-29-16,7 24 16,-7-24-16,6 22 15,-6-22-15,6 18 16,-6-8-16</inkml:trace>
  <inkml:trace contextRef="#ctx0" brushRef="#br0" timeOffset="678353.4683">18232 2708 0,'0'0'0,"23"-1"16,13-2-16,17 1 0,22-6 0,13 4 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427" cy="513508"/>
          </a:xfrm>
          <a:prstGeom prst="rect">
            <a:avLst/>
          </a:prstGeom>
        </p:spPr>
        <p:txBody>
          <a:bodyPr vert="horz" lIns="99075" tIns="49538" rIns="99075" bIns="49538" rtlCol="0"/>
          <a:lstStyle>
            <a:lvl1pPr algn="l">
              <a:defRPr sz="1300"/>
            </a:lvl1pPr>
          </a:lstStyle>
          <a:p>
            <a:endParaRPr lang="en-US"/>
          </a:p>
        </p:txBody>
      </p:sp>
      <p:sp>
        <p:nvSpPr>
          <p:cNvPr id="3" name="Date Placeholder 2"/>
          <p:cNvSpPr>
            <a:spLocks noGrp="1"/>
          </p:cNvSpPr>
          <p:nvPr>
            <p:ph type="dt" idx="1"/>
          </p:nvPr>
        </p:nvSpPr>
        <p:spPr>
          <a:xfrm>
            <a:off x="4023992" y="0"/>
            <a:ext cx="3078427" cy="513508"/>
          </a:xfrm>
          <a:prstGeom prst="rect">
            <a:avLst/>
          </a:prstGeom>
        </p:spPr>
        <p:txBody>
          <a:bodyPr vert="horz" lIns="99075" tIns="49538" rIns="99075" bIns="49538" rtlCol="0"/>
          <a:lstStyle>
            <a:lvl1pPr algn="r">
              <a:defRPr sz="1300"/>
            </a:lvl1pPr>
          </a:lstStyle>
          <a:p>
            <a:fld id="{6C80FCCE-CF14-4737-BD7E-881DC3F92510}" type="datetimeFigureOut">
              <a:rPr lang="en-US" smtClean="0"/>
              <a:t>3/21/2024</a:t>
            </a:fld>
            <a:endParaRPr lang="en-US"/>
          </a:p>
        </p:txBody>
      </p:sp>
      <p:sp>
        <p:nvSpPr>
          <p:cNvPr id="4" name="Slide Image Placeholder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9075" tIns="49538" rIns="99075" bIns="49538" rtlCol="0" anchor="ctr"/>
          <a:lstStyle/>
          <a:p>
            <a:endParaRPr lang="en-US"/>
          </a:p>
        </p:txBody>
      </p:sp>
      <p:sp>
        <p:nvSpPr>
          <p:cNvPr id="5" name="Notes Placeholder 4"/>
          <p:cNvSpPr>
            <a:spLocks noGrp="1"/>
          </p:cNvSpPr>
          <p:nvPr>
            <p:ph type="body" sz="quarter" idx="3"/>
          </p:nvPr>
        </p:nvSpPr>
        <p:spPr>
          <a:xfrm>
            <a:off x="710407" y="4925407"/>
            <a:ext cx="5683250" cy="4029879"/>
          </a:xfrm>
          <a:prstGeom prst="rect">
            <a:avLst/>
          </a:prstGeom>
        </p:spPr>
        <p:txBody>
          <a:bodyPr vert="horz" lIns="99075" tIns="49538" rIns="99075" bIns="49538"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21107"/>
            <a:ext cx="3078427" cy="513507"/>
          </a:xfrm>
          <a:prstGeom prst="rect">
            <a:avLst/>
          </a:prstGeom>
        </p:spPr>
        <p:txBody>
          <a:bodyPr vert="horz" lIns="99075" tIns="49538" rIns="99075" bIns="49538" rtlCol="0" anchor="b"/>
          <a:lstStyle>
            <a:lvl1pPr algn="l">
              <a:defRPr sz="1300"/>
            </a:lvl1pPr>
          </a:lstStyle>
          <a:p>
            <a:endParaRPr lang="en-US"/>
          </a:p>
        </p:txBody>
      </p:sp>
      <p:sp>
        <p:nvSpPr>
          <p:cNvPr id="7" name="Slide Number Placeholder 6"/>
          <p:cNvSpPr>
            <a:spLocks noGrp="1"/>
          </p:cNvSpPr>
          <p:nvPr>
            <p:ph type="sldNum" sz="quarter" idx="5"/>
          </p:nvPr>
        </p:nvSpPr>
        <p:spPr>
          <a:xfrm>
            <a:off x="4023992" y="9721107"/>
            <a:ext cx="3078427" cy="513507"/>
          </a:xfrm>
          <a:prstGeom prst="rect">
            <a:avLst/>
          </a:prstGeom>
        </p:spPr>
        <p:txBody>
          <a:bodyPr vert="horz" lIns="99075" tIns="49538" rIns="99075" bIns="49538" rtlCol="0" anchor="b"/>
          <a:lstStyle>
            <a:lvl1pPr algn="r">
              <a:defRPr sz="1300"/>
            </a:lvl1pPr>
          </a:lstStyle>
          <a:p>
            <a:fld id="{B1A6CC45-5469-4B3D-A1BD-6C38E1293D37}" type="slidenum">
              <a:rPr lang="en-US" smtClean="0"/>
              <a:t>‹#›</a:t>
            </a:fld>
            <a:endParaRPr lang="en-US"/>
          </a:p>
        </p:txBody>
      </p:sp>
    </p:spTree>
    <p:extLst>
      <p:ext uri="{BB962C8B-B14F-4D97-AF65-F5344CB8AC3E}">
        <p14:creationId xmlns:p14="http://schemas.microsoft.com/office/powerpoint/2010/main" val="3522802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AA38217-B047-4174-AFAF-6658F52E6936}" type="slidenum">
              <a:rPr lang="en-US" altLang="en-US"/>
              <a:pPr/>
              <a:t>36</a:t>
            </a:fld>
            <a:endParaRPr lang="en-US" altLang="en-US"/>
          </a:p>
        </p:txBody>
      </p:sp>
      <p:sp>
        <p:nvSpPr>
          <p:cNvPr id="142338" name="Rectangle 2"/>
          <p:cNvSpPr>
            <a:spLocks noGrp="1" noRot="1" noChangeAspect="1" noChangeArrowheads="1" noTextEdit="1"/>
          </p:cNvSpPr>
          <p:nvPr>
            <p:ph type="sldImg"/>
          </p:nvPr>
        </p:nvSpPr>
        <p:spPr>
          <a:ln/>
        </p:spPr>
      </p:sp>
      <p:sp>
        <p:nvSpPr>
          <p:cNvPr id="142339" name="Rectangle 3"/>
          <p:cNvSpPr>
            <a:spLocks noGrp="1" noChangeArrowheads="1"/>
          </p:cNvSpPr>
          <p:nvPr>
            <p:ph type="body" idx="1"/>
          </p:nvPr>
        </p:nvSpPr>
        <p:spPr/>
        <p:txBody>
          <a:bodyPr/>
          <a:lstStyle/>
          <a:p>
            <a:r>
              <a:rPr lang="en-US" altLang="en-US"/>
              <a:t>Figure: 01-08-03UN</a:t>
            </a:r>
          </a:p>
          <a:p>
            <a:endParaRPr lang="en-US" altLang="en-US"/>
          </a:p>
          <a:p>
            <a:r>
              <a:rPr lang="en-US" altLang="en-US"/>
              <a:t>Title: </a:t>
            </a:r>
          </a:p>
          <a:p>
            <a:r>
              <a:rPr lang="en-US" altLang="en-US" i="1"/>
              <a:t>sp</a:t>
            </a:r>
            <a:r>
              <a:rPr lang="en-US" altLang="en-US" baseline="30000"/>
              <a:t>3</a:t>
            </a:r>
            <a:r>
              <a:rPr lang="en-US" altLang="en-US"/>
              <a:t> Hybridization.</a:t>
            </a:r>
          </a:p>
          <a:p>
            <a:endParaRPr lang="en-US" altLang="en-US"/>
          </a:p>
          <a:p>
            <a:r>
              <a:rPr lang="en-US" altLang="en-US"/>
              <a:t>Caption: </a:t>
            </a:r>
          </a:p>
          <a:p>
            <a:r>
              <a:rPr lang="en-US" altLang="en-US"/>
              <a:t>A carbon atom has a 2</a:t>
            </a:r>
            <a:r>
              <a:rPr lang="en-US" altLang="en-US" i="1"/>
              <a:t>s</a:t>
            </a:r>
            <a:r>
              <a:rPr lang="en-US" altLang="en-US"/>
              <a:t> electron promoted to a 2</a:t>
            </a:r>
            <a:r>
              <a:rPr lang="en-US" altLang="en-US" i="1"/>
              <a:t>p</a:t>
            </a:r>
            <a:r>
              <a:rPr lang="en-US" altLang="en-US"/>
              <a:t> orbital.  Promotion of a 2</a:t>
            </a:r>
            <a:r>
              <a:rPr lang="en-US" altLang="en-US" i="1"/>
              <a:t>s</a:t>
            </a:r>
            <a:r>
              <a:rPr lang="en-US" altLang="en-US"/>
              <a:t> electron to a 2</a:t>
            </a:r>
            <a:r>
              <a:rPr lang="en-US" altLang="en-US" i="1"/>
              <a:t>p</a:t>
            </a:r>
            <a:r>
              <a:rPr lang="en-US" altLang="en-US"/>
              <a:t> orbital is needed so that carbon has four unpaired electrons.</a:t>
            </a:r>
          </a:p>
        </p:txBody>
      </p:sp>
    </p:spTree>
    <p:extLst>
      <p:ext uri="{BB962C8B-B14F-4D97-AF65-F5344CB8AC3E}">
        <p14:creationId xmlns:p14="http://schemas.microsoft.com/office/powerpoint/2010/main" val="15801385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19D17C1-52FE-460B-93F3-168C7F2BA5D7}" type="slidenum">
              <a:rPr lang="en-US" altLang="en-US"/>
              <a:pPr/>
              <a:t>37</a:t>
            </a:fld>
            <a:endParaRPr lang="en-US" altLang="en-US"/>
          </a:p>
        </p:txBody>
      </p:sp>
      <p:sp>
        <p:nvSpPr>
          <p:cNvPr id="144386" name="Rectangle 2"/>
          <p:cNvSpPr>
            <a:spLocks noGrp="1" noRot="1" noChangeAspect="1" noChangeArrowheads="1" noTextEdit="1"/>
          </p:cNvSpPr>
          <p:nvPr>
            <p:ph type="sldImg"/>
          </p:nvPr>
        </p:nvSpPr>
        <p:spPr>
          <a:ln/>
        </p:spPr>
      </p:sp>
      <p:sp>
        <p:nvSpPr>
          <p:cNvPr id="144387" name="Rectangle 3"/>
          <p:cNvSpPr>
            <a:spLocks noGrp="1" noChangeArrowheads="1"/>
          </p:cNvSpPr>
          <p:nvPr>
            <p:ph type="body" idx="1"/>
          </p:nvPr>
        </p:nvSpPr>
        <p:spPr/>
        <p:txBody>
          <a:bodyPr/>
          <a:lstStyle/>
          <a:p>
            <a:r>
              <a:rPr lang="en-US" altLang="en-US"/>
              <a:t>Figure: 01-08-04UN</a:t>
            </a:r>
          </a:p>
          <a:p>
            <a:endParaRPr lang="en-US" altLang="en-US"/>
          </a:p>
          <a:p>
            <a:r>
              <a:rPr lang="en-US" altLang="en-US"/>
              <a:t>Title: </a:t>
            </a:r>
          </a:p>
          <a:p>
            <a:r>
              <a:rPr lang="en-US" altLang="en-US" i="1"/>
              <a:t>sp</a:t>
            </a:r>
            <a:r>
              <a:rPr lang="en-US" altLang="en-US" baseline="30000"/>
              <a:t>3</a:t>
            </a:r>
            <a:r>
              <a:rPr lang="en-US" altLang="en-US"/>
              <a:t> Hybridization.</a:t>
            </a:r>
          </a:p>
          <a:p>
            <a:endParaRPr lang="en-US" altLang="en-US"/>
          </a:p>
          <a:p>
            <a:r>
              <a:rPr lang="en-US" altLang="en-US"/>
              <a:t>Caption: </a:t>
            </a:r>
          </a:p>
          <a:p>
            <a:r>
              <a:rPr lang="en-US" altLang="en-US"/>
              <a:t>One </a:t>
            </a:r>
            <a:r>
              <a:rPr lang="en-US" altLang="en-US" i="1"/>
              <a:t>s</a:t>
            </a:r>
            <a:r>
              <a:rPr lang="en-US" altLang="en-US"/>
              <a:t> and three </a:t>
            </a:r>
            <a:r>
              <a:rPr lang="en-US" altLang="en-US" i="1"/>
              <a:t>p</a:t>
            </a:r>
            <a:r>
              <a:rPr lang="en-US" altLang="en-US"/>
              <a:t> orbitals are hybridized to form an </a:t>
            </a:r>
            <a:r>
              <a:rPr lang="en-US" altLang="en-US" i="1"/>
              <a:t>sp</a:t>
            </a:r>
            <a:r>
              <a:rPr lang="en-US" altLang="en-US" baseline="30000"/>
              <a:t>3</a:t>
            </a:r>
            <a:r>
              <a:rPr lang="en-US" altLang="en-US"/>
              <a:t>-hybridized orbital.</a:t>
            </a:r>
          </a:p>
        </p:txBody>
      </p:sp>
    </p:spTree>
    <p:extLst>
      <p:ext uri="{BB962C8B-B14F-4D97-AF65-F5344CB8AC3E}">
        <p14:creationId xmlns:p14="http://schemas.microsoft.com/office/powerpoint/2010/main" val="31253687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A650A84-55B4-4CA0-8D80-81B12F822F78}" type="slidenum">
              <a:rPr lang="en-US" altLang="en-US"/>
              <a:pPr/>
              <a:t>38</a:t>
            </a:fld>
            <a:endParaRPr lang="en-US" altLang="en-US"/>
          </a:p>
        </p:txBody>
      </p:sp>
      <p:sp>
        <p:nvSpPr>
          <p:cNvPr id="146434" name="Rectangle 2"/>
          <p:cNvSpPr>
            <a:spLocks noGrp="1" noRot="1" noChangeAspect="1" noChangeArrowheads="1" noTextEdit="1"/>
          </p:cNvSpPr>
          <p:nvPr>
            <p:ph type="sldImg"/>
          </p:nvPr>
        </p:nvSpPr>
        <p:spPr>
          <a:ln/>
        </p:spPr>
      </p:sp>
      <p:sp>
        <p:nvSpPr>
          <p:cNvPr id="146435" name="Rectangle 3"/>
          <p:cNvSpPr>
            <a:spLocks noGrp="1" noChangeArrowheads="1"/>
          </p:cNvSpPr>
          <p:nvPr>
            <p:ph type="body" idx="1"/>
          </p:nvPr>
        </p:nvSpPr>
        <p:spPr/>
        <p:txBody>
          <a:bodyPr/>
          <a:lstStyle/>
          <a:p>
            <a:r>
              <a:rPr lang="en-US" altLang="en-US"/>
              <a:t>Figure: 01-09</a:t>
            </a:r>
          </a:p>
          <a:p>
            <a:endParaRPr lang="en-US" altLang="en-US"/>
          </a:p>
          <a:p>
            <a:r>
              <a:rPr lang="en-US" altLang="en-US"/>
              <a:t>Title: </a:t>
            </a:r>
          </a:p>
          <a:p>
            <a:r>
              <a:rPr lang="en-US" altLang="en-US"/>
              <a:t>Figure 1.9.  Formation of </a:t>
            </a:r>
            <a:r>
              <a:rPr lang="en-US" altLang="en-US" i="1"/>
              <a:t>sp</a:t>
            </a:r>
            <a:r>
              <a:rPr lang="en-US" altLang="en-US" baseline="30000"/>
              <a:t>3</a:t>
            </a:r>
            <a:r>
              <a:rPr lang="en-US" altLang="en-US"/>
              <a:t> hybrid orbital.</a:t>
            </a:r>
          </a:p>
          <a:p>
            <a:endParaRPr lang="en-US" altLang="en-US"/>
          </a:p>
          <a:p>
            <a:r>
              <a:rPr lang="en-US" altLang="en-US"/>
              <a:t>Caption: </a:t>
            </a:r>
          </a:p>
          <a:p>
            <a:r>
              <a:rPr lang="en-US" altLang="en-US"/>
              <a:t>The </a:t>
            </a:r>
            <a:r>
              <a:rPr lang="en-US" altLang="en-US" i="1"/>
              <a:t>s</a:t>
            </a:r>
            <a:r>
              <a:rPr lang="en-US" altLang="en-US"/>
              <a:t> orbital adds to one lobe of the </a:t>
            </a:r>
            <a:r>
              <a:rPr lang="en-US" altLang="en-US" i="1"/>
              <a:t>p</a:t>
            </a:r>
            <a:r>
              <a:rPr lang="en-US" altLang="en-US"/>
              <a:t> orbital and subtracts from the other lobe of the </a:t>
            </a:r>
            <a:r>
              <a:rPr lang="en-US" altLang="en-US" i="1"/>
              <a:t>p</a:t>
            </a:r>
            <a:r>
              <a:rPr lang="en-US" altLang="en-US"/>
              <a:t> orbital.</a:t>
            </a:r>
          </a:p>
        </p:txBody>
      </p:sp>
    </p:spTree>
    <p:extLst>
      <p:ext uri="{BB962C8B-B14F-4D97-AF65-F5344CB8AC3E}">
        <p14:creationId xmlns:p14="http://schemas.microsoft.com/office/powerpoint/2010/main" val="35614176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5C41D6A-1459-4897-93A3-2F8A54649242}" type="slidenum">
              <a:rPr lang="en-US" altLang="en-US"/>
              <a:pPr/>
              <a:t>39</a:t>
            </a:fld>
            <a:endParaRPr lang="en-US" altLang="en-US"/>
          </a:p>
        </p:txBody>
      </p:sp>
      <p:sp>
        <p:nvSpPr>
          <p:cNvPr id="148482" name="Rectangle 2"/>
          <p:cNvSpPr>
            <a:spLocks noGrp="1" noRot="1" noChangeAspect="1" noChangeArrowheads="1" noTextEdit="1"/>
          </p:cNvSpPr>
          <p:nvPr>
            <p:ph type="sldImg"/>
          </p:nvPr>
        </p:nvSpPr>
        <p:spPr>
          <a:ln/>
        </p:spPr>
      </p:sp>
      <p:sp>
        <p:nvSpPr>
          <p:cNvPr id="148483" name="Rectangle 3"/>
          <p:cNvSpPr>
            <a:spLocks noGrp="1" noChangeArrowheads="1"/>
          </p:cNvSpPr>
          <p:nvPr>
            <p:ph type="body" idx="1"/>
          </p:nvPr>
        </p:nvSpPr>
        <p:spPr/>
        <p:txBody>
          <a:bodyPr/>
          <a:lstStyle/>
          <a:p>
            <a:r>
              <a:rPr lang="en-US" altLang="en-US"/>
              <a:t>Figure: 01-10</a:t>
            </a:r>
          </a:p>
          <a:p>
            <a:endParaRPr lang="en-US" altLang="en-US"/>
          </a:p>
          <a:p>
            <a:r>
              <a:rPr lang="en-US" altLang="en-US"/>
              <a:t>Title: </a:t>
            </a:r>
          </a:p>
          <a:p>
            <a:r>
              <a:rPr lang="en-US" altLang="en-US"/>
              <a:t>Figure 1.10.  Formation of four </a:t>
            </a:r>
            <a:r>
              <a:rPr lang="en-US" altLang="en-US" i="1"/>
              <a:t>sp</a:t>
            </a:r>
            <a:r>
              <a:rPr lang="en-US" altLang="en-US" baseline="30000"/>
              <a:t>3</a:t>
            </a:r>
            <a:r>
              <a:rPr lang="en-US" altLang="en-US"/>
              <a:t> hybrid orbitals.</a:t>
            </a:r>
          </a:p>
          <a:p>
            <a:endParaRPr lang="en-US" altLang="en-US"/>
          </a:p>
          <a:p>
            <a:r>
              <a:rPr lang="en-US" altLang="en-US"/>
              <a:t>Caption: </a:t>
            </a:r>
          </a:p>
          <a:p>
            <a:r>
              <a:rPr lang="en-US" altLang="en-US"/>
              <a:t>One </a:t>
            </a:r>
            <a:r>
              <a:rPr lang="en-US" altLang="en-US" i="1"/>
              <a:t>s</a:t>
            </a:r>
            <a:r>
              <a:rPr lang="en-US" altLang="en-US"/>
              <a:t> atomic orbital combines with three </a:t>
            </a:r>
            <a:r>
              <a:rPr lang="en-US" altLang="en-US" i="1"/>
              <a:t>p</a:t>
            </a:r>
            <a:r>
              <a:rPr lang="en-US" altLang="en-US"/>
              <a:t> atomic orbitals to make four </a:t>
            </a:r>
            <a:r>
              <a:rPr lang="en-US" altLang="en-US" i="1"/>
              <a:t>sp</a:t>
            </a:r>
            <a:r>
              <a:rPr lang="en-US" altLang="en-US" baseline="30000"/>
              <a:t>3</a:t>
            </a:r>
            <a:r>
              <a:rPr lang="en-US" altLang="en-US"/>
              <a:t> hybrid orbitals.</a:t>
            </a:r>
          </a:p>
        </p:txBody>
      </p:sp>
    </p:spTree>
    <p:extLst>
      <p:ext uri="{BB962C8B-B14F-4D97-AF65-F5344CB8AC3E}">
        <p14:creationId xmlns:p14="http://schemas.microsoft.com/office/powerpoint/2010/main" val="2520988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1676F25-5A70-4D6F-8D9B-A792821FED27}" type="slidenum">
              <a:rPr lang="en-US" altLang="en-US"/>
              <a:pPr/>
              <a:t>44</a:t>
            </a:fld>
            <a:endParaRPr lang="en-US" altLang="en-US"/>
          </a:p>
        </p:txBody>
      </p:sp>
      <p:sp>
        <p:nvSpPr>
          <p:cNvPr id="140290" name="Rectangle 2"/>
          <p:cNvSpPr>
            <a:spLocks noGrp="1" noRot="1" noChangeAspect="1" noChangeArrowheads="1" noTextEdit="1"/>
          </p:cNvSpPr>
          <p:nvPr>
            <p:ph type="sldImg"/>
          </p:nvPr>
        </p:nvSpPr>
        <p:spPr>
          <a:ln/>
        </p:spPr>
      </p:sp>
      <p:sp>
        <p:nvSpPr>
          <p:cNvPr id="140291" name="Rectangle 3"/>
          <p:cNvSpPr>
            <a:spLocks noGrp="1" noChangeArrowheads="1"/>
          </p:cNvSpPr>
          <p:nvPr>
            <p:ph type="body" idx="1"/>
          </p:nvPr>
        </p:nvSpPr>
        <p:spPr/>
        <p:txBody>
          <a:bodyPr/>
          <a:lstStyle/>
          <a:p>
            <a:r>
              <a:rPr lang="en-US" altLang="en-US"/>
              <a:t>Figure: 01-08-02UN</a:t>
            </a:r>
          </a:p>
          <a:p>
            <a:endParaRPr lang="en-US" altLang="en-US"/>
          </a:p>
          <a:p>
            <a:r>
              <a:rPr lang="en-US" altLang="en-US"/>
              <a:t>Title: </a:t>
            </a:r>
          </a:p>
          <a:p>
            <a:r>
              <a:rPr lang="en-US" altLang="en-US"/>
              <a:t>Models of methane.</a:t>
            </a:r>
          </a:p>
          <a:p>
            <a:endParaRPr lang="en-US" altLang="en-US"/>
          </a:p>
          <a:p>
            <a:r>
              <a:rPr lang="en-US" altLang="en-US"/>
              <a:t>Caption: </a:t>
            </a:r>
          </a:p>
          <a:p>
            <a:r>
              <a:rPr lang="en-US" altLang="en-US"/>
              <a:t>The ball-and-stick model, the space-filling model, and the electrostatic potential map are shown for methane.</a:t>
            </a:r>
          </a:p>
        </p:txBody>
      </p:sp>
    </p:spTree>
    <p:extLst>
      <p:ext uri="{BB962C8B-B14F-4D97-AF65-F5344CB8AC3E}">
        <p14:creationId xmlns:p14="http://schemas.microsoft.com/office/powerpoint/2010/main" val="16630919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7B7BF4D-2E47-49C8-9C97-C2D603769482}" type="slidenum">
              <a:rPr lang="en-US" altLang="en-US"/>
              <a:pPr/>
              <a:t>45</a:t>
            </a:fld>
            <a:endParaRPr lang="en-US" altLang="en-US"/>
          </a:p>
        </p:txBody>
      </p:sp>
      <p:sp>
        <p:nvSpPr>
          <p:cNvPr id="152578" name="Rectangle 2"/>
          <p:cNvSpPr>
            <a:spLocks noGrp="1" noRot="1" noChangeAspect="1" noChangeArrowheads="1" noTextEdit="1"/>
          </p:cNvSpPr>
          <p:nvPr>
            <p:ph type="sldImg"/>
          </p:nvPr>
        </p:nvSpPr>
        <p:spPr>
          <a:ln/>
        </p:spPr>
      </p:sp>
      <p:sp>
        <p:nvSpPr>
          <p:cNvPr id="152579" name="Rectangle 3"/>
          <p:cNvSpPr>
            <a:spLocks noGrp="1" noChangeArrowheads="1"/>
          </p:cNvSpPr>
          <p:nvPr>
            <p:ph type="body" idx="1"/>
          </p:nvPr>
        </p:nvSpPr>
        <p:spPr/>
        <p:txBody>
          <a:bodyPr/>
          <a:lstStyle/>
          <a:p>
            <a:r>
              <a:rPr lang="en-US" altLang="en-US"/>
              <a:t>Figure: 01-11-01UN</a:t>
            </a:r>
          </a:p>
          <a:p>
            <a:endParaRPr lang="en-US" altLang="en-US"/>
          </a:p>
          <a:p>
            <a:r>
              <a:rPr lang="en-US" altLang="en-US"/>
              <a:t>Title: </a:t>
            </a:r>
          </a:p>
          <a:p>
            <a:r>
              <a:rPr lang="en-US" altLang="en-US"/>
              <a:t>Bonds in ethane.</a:t>
            </a:r>
          </a:p>
          <a:p>
            <a:endParaRPr lang="en-US" altLang="en-US"/>
          </a:p>
          <a:p>
            <a:r>
              <a:rPr lang="en-US" altLang="en-US"/>
              <a:t>Caption: </a:t>
            </a:r>
          </a:p>
          <a:p>
            <a:r>
              <a:rPr lang="en-US" altLang="en-US"/>
              <a:t>The two carbon atoms in ethane are tetrahedral.  Each carbon uses four </a:t>
            </a:r>
            <a:r>
              <a:rPr lang="en-US" altLang="en-US" i="1"/>
              <a:t>sp</a:t>
            </a:r>
            <a:r>
              <a:rPr lang="en-US" altLang="en-US" baseline="30000"/>
              <a:t>3</a:t>
            </a:r>
            <a:r>
              <a:rPr lang="en-US" altLang="en-US"/>
              <a:t> orbitals to form four covalent bonds.</a:t>
            </a:r>
          </a:p>
        </p:txBody>
      </p:sp>
    </p:spTree>
    <p:extLst>
      <p:ext uri="{BB962C8B-B14F-4D97-AF65-F5344CB8AC3E}">
        <p14:creationId xmlns:p14="http://schemas.microsoft.com/office/powerpoint/2010/main" val="15130160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D524F68-087C-4D4C-AA01-843EE6E6D6BB}" type="slidenum">
              <a:rPr lang="en-US" altLang="en-US"/>
              <a:pPr/>
              <a:t>46</a:t>
            </a:fld>
            <a:endParaRPr lang="en-US" altLang="en-US"/>
          </a:p>
        </p:txBody>
      </p:sp>
      <p:sp>
        <p:nvSpPr>
          <p:cNvPr id="154626" name="Rectangle 2"/>
          <p:cNvSpPr>
            <a:spLocks noGrp="1" noRot="1" noChangeAspect="1" noChangeArrowheads="1" noTextEdit="1"/>
          </p:cNvSpPr>
          <p:nvPr>
            <p:ph type="sldImg"/>
          </p:nvPr>
        </p:nvSpPr>
        <p:spPr>
          <a:ln/>
        </p:spPr>
      </p:sp>
      <p:sp>
        <p:nvSpPr>
          <p:cNvPr id="154627" name="Rectangle 3"/>
          <p:cNvSpPr>
            <a:spLocks noGrp="1" noChangeArrowheads="1"/>
          </p:cNvSpPr>
          <p:nvPr>
            <p:ph type="body" idx="1"/>
          </p:nvPr>
        </p:nvSpPr>
        <p:spPr/>
        <p:txBody>
          <a:bodyPr/>
          <a:lstStyle/>
          <a:p>
            <a:r>
              <a:rPr lang="en-US" altLang="en-US"/>
              <a:t>Figure: 01-12</a:t>
            </a:r>
          </a:p>
          <a:p>
            <a:endParaRPr lang="en-US" altLang="en-US"/>
          </a:p>
          <a:p>
            <a:r>
              <a:rPr lang="en-US" altLang="en-US"/>
              <a:t>Title: </a:t>
            </a:r>
          </a:p>
          <a:p>
            <a:r>
              <a:rPr lang="en-US" altLang="en-US"/>
              <a:t>Figure 1.12.  Bonding in ethane.</a:t>
            </a:r>
          </a:p>
          <a:p>
            <a:endParaRPr lang="en-US" altLang="en-US"/>
          </a:p>
          <a:p>
            <a:r>
              <a:rPr lang="en-US" altLang="en-US"/>
              <a:t>Caption: </a:t>
            </a:r>
          </a:p>
          <a:p>
            <a:r>
              <a:rPr lang="en-US" altLang="en-US"/>
              <a:t>The carbon-carbon bond is formed by </a:t>
            </a:r>
            <a:r>
              <a:rPr lang="en-US" altLang="en-US" i="1"/>
              <a:t>sp</a:t>
            </a:r>
            <a:r>
              <a:rPr lang="en-US" altLang="en-US" baseline="30000"/>
              <a:t>3</a:t>
            </a:r>
            <a:r>
              <a:rPr lang="en-US" altLang="en-US"/>
              <a:t>-</a:t>
            </a:r>
            <a:r>
              <a:rPr lang="en-US" altLang="en-US" i="1"/>
              <a:t>sp</a:t>
            </a:r>
            <a:r>
              <a:rPr lang="en-US" altLang="en-US" baseline="30000"/>
              <a:t>3</a:t>
            </a:r>
            <a:r>
              <a:rPr lang="en-US" altLang="en-US"/>
              <a:t>overlap, and each carbon-hydrogen bond is formed by </a:t>
            </a:r>
            <a:r>
              <a:rPr lang="en-US" altLang="en-US" i="1"/>
              <a:t>sp</a:t>
            </a:r>
            <a:r>
              <a:rPr lang="en-US" altLang="en-US" baseline="30000"/>
              <a:t>3</a:t>
            </a:r>
            <a:r>
              <a:rPr lang="en-US" altLang="en-US"/>
              <a:t>-</a:t>
            </a:r>
            <a:r>
              <a:rPr lang="en-US" altLang="en-US" i="1"/>
              <a:t>s</a:t>
            </a:r>
            <a:r>
              <a:rPr lang="en-US" altLang="en-US"/>
              <a:t> overlap.</a:t>
            </a:r>
          </a:p>
        </p:txBody>
      </p:sp>
    </p:spTree>
    <p:extLst>
      <p:ext uri="{BB962C8B-B14F-4D97-AF65-F5344CB8AC3E}">
        <p14:creationId xmlns:p14="http://schemas.microsoft.com/office/powerpoint/2010/main" val="5653965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66D73DD-621E-4E1E-A23A-19FF838D5C4F}" type="slidenum">
              <a:rPr lang="en-US" altLang="en-US"/>
              <a:pPr/>
              <a:t>47</a:t>
            </a:fld>
            <a:endParaRPr lang="en-US" altLang="en-US"/>
          </a:p>
        </p:txBody>
      </p:sp>
      <p:sp>
        <p:nvSpPr>
          <p:cNvPr id="156674" name="Rectangle 2"/>
          <p:cNvSpPr>
            <a:spLocks noGrp="1" noRot="1" noChangeAspect="1" noChangeArrowheads="1" noTextEdit="1"/>
          </p:cNvSpPr>
          <p:nvPr>
            <p:ph type="sldImg"/>
          </p:nvPr>
        </p:nvSpPr>
        <p:spPr>
          <a:ln/>
        </p:spPr>
      </p:sp>
      <p:sp>
        <p:nvSpPr>
          <p:cNvPr id="156675" name="Rectangle 3"/>
          <p:cNvSpPr>
            <a:spLocks noGrp="1" noChangeArrowheads="1"/>
          </p:cNvSpPr>
          <p:nvPr>
            <p:ph type="body" idx="1"/>
          </p:nvPr>
        </p:nvSpPr>
        <p:spPr/>
        <p:txBody>
          <a:bodyPr/>
          <a:lstStyle/>
          <a:p>
            <a:r>
              <a:rPr lang="en-US" altLang="en-US"/>
              <a:t>Figure: 01-12-01UN</a:t>
            </a:r>
          </a:p>
          <a:p>
            <a:endParaRPr lang="en-US" altLang="en-US"/>
          </a:p>
          <a:p>
            <a:r>
              <a:rPr lang="en-US" altLang="en-US"/>
              <a:t>Title: </a:t>
            </a:r>
          </a:p>
          <a:p>
            <a:r>
              <a:rPr lang="en-US" altLang="en-US"/>
              <a:t>Structure of ethane.</a:t>
            </a:r>
          </a:p>
          <a:p>
            <a:endParaRPr lang="en-US" altLang="en-US"/>
          </a:p>
          <a:p>
            <a:r>
              <a:rPr lang="en-US" altLang="en-US"/>
              <a:t>Caption: </a:t>
            </a:r>
          </a:p>
          <a:p>
            <a:r>
              <a:rPr lang="en-US" altLang="en-US"/>
              <a:t>The two carbons in ethane are tetrahedral. Each carbon uses four </a:t>
            </a:r>
            <a:r>
              <a:rPr lang="en-US" altLang="en-US" i="1"/>
              <a:t>sp</a:t>
            </a:r>
            <a:r>
              <a:rPr lang="en-US" altLang="en-US" baseline="30000"/>
              <a:t>3</a:t>
            </a:r>
            <a:r>
              <a:rPr lang="en-US" altLang="en-US"/>
              <a:t> atomic orbitals to form four covalent bonds.</a:t>
            </a:r>
          </a:p>
        </p:txBody>
      </p:sp>
    </p:spTree>
    <p:extLst>
      <p:ext uri="{BB962C8B-B14F-4D97-AF65-F5344CB8AC3E}">
        <p14:creationId xmlns:p14="http://schemas.microsoft.com/office/powerpoint/2010/main" val="39978438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2FEE1F0-D981-4A73-AB48-8A53E3FBA768}" type="slidenum">
              <a:rPr lang="en-US" altLang="en-US"/>
              <a:pPr/>
              <a:t>49</a:t>
            </a:fld>
            <a:endParaRPr lang="en-US" altLang="en-US"/>
          </a:p>
        </p:txBody>
      </p:sp>
      <p:sp>
        <p:nvSpPr>
          <p:cNvPr id="162818" name="Rectangle 2"/>
          <p:cNvSpPr>
            <a:spLocks noGrp="1" noRot="1" noChangeAspect="1" noChangeArrowheads="1" noTextEdit="1"/>
          </p:cNvSpPr>
          <p:nvPr>
            <p:ph type="sldImg"/>
          </p:nvPr>
        </p:nvSpPr>
        <p:spPr>
          <a:ln/>
        </p:spPr>
      </p:sp>
      <p:sp>
        <p:nvSpPr>
          <p:cNvPr id="162819" name="Rectangle 3"/>
          <p:cNvSpPr>
            <a:spLocks noGrp="1" noChangeArrowheads="1"/>
          </p:cNvSpPr>
          <p:nvPr>
            <p:ph type="body" idx="1"/>
          </p:nvPr>
        </p:nvSpPr>
        <p:spPr/>
        <p:txBody>
          <a:bodyPr/>
          <a:lstStyle/>
          <a:p>
            <a:r>
              <a:rPr lang="en-US" altLang="en-US"/>
              <a:t>Figure: 01-13-02UN</a:t>
            </a:r>
          </a:p>
          <a:p>
            <a:endParaRPr lang="en-US" altLang="en-US"/>
          </a:p>
          <a:p>
            <a:r>
              <a:rPr lang="en-US" altLang="en-US"/>
              <a:t>Title: </a:t>
            </a:r>
          </a:p>
          <a:p>
            <a:r>
              <a:rPr lang="en-US" altLang="en-US" i="1"/>
              <a:t>sp</a:t>
            </a:r>
            <a:r>
              <a:rPr lang="en-US" altLang="en-US" baseline="30000"/>
              <a:t>2</a:t>
            </a:r>
            <a:r>
              <a:rPr lang="en-US" altLang="en-US"/>
              <a:t> Hybridization.</a:t>
            </a:r>
          </a:p>
          <a:p>
            <a:endParaRPr lang="en-US" altLang="en-US"/>
          </a:p>
          <a:p>
            <a:r>
              <a:rPr lang="en-US" altLang="en-US"/>
              <a:t>Caption: </a:t>
            </a:r>
          </a:p>
          <a:p>
            <a:r>
              <a:rPr lang="en-US" altLang="en-US"/>
              <a:t>A carbon atom has a 2</a:t>
            </a:r>
            <a:r>
              <a:rPr lang="en-US" altLang="en-US" i="1"/>
              <a:t>s</a:t>
            </a:r>
            <a:r>
              <a:rPr lang="en-US" altLang="en-US"/>
              <a:t> electron promoted to a 2</a:t>
            </a:r>
            <a:r>
              <a:rPr lang="en-US" altLang="en-US" i="1"/>
              <a:t>p</a:t>
            </a:r>
            <a:r>
              <a:rPr lang="en-US" altLang="en-US"/>
              <a:t> orbital.  One </a:t>
            </a:r>
            <a:r>
              <a:rPr lang="en-US" altLang="en-US" i="1"/>
              <a:t>s</a:t>
            </a:r>
            <a:r>
              <a:rPr lang="en-US" altLang="en-US"/>
              <a:t> and two </a:t>
            </a:r>
            <a:r>
              <a:rPr lang="en-US" altLang="en-US" i="1"/>
              <a:t>p</a:t>
            </a:r>
            <a:r>
              <a:rPr lang="en-US" altLang="en-US"/>
              <a:t> orbitals are hybridized to form an </a:t>
            </a:r>
            <a:r>
              <a:rPr lang="en-US" altLang="en-US" i="1"/>
              <a:t>sp</a:t>
            </a:r>
            <a:r>
              <a:rPr lang="en-US" altLang="en-US" baseline="30000"/>
              <a:t>2</a:t>
            </a:r>
            <a:r>
              <a:rPr lang="en-US" altLang="en-US"/>
              <a:t>-hybridized orbital.</a:t>
            </a:r>
          </a:p>
        </p:txBody>
      </p:sp>
    </p:spTree>
    <p:extLst>
      <p:ext uri="{BB962C8B-B14F-4D97-AF65-F5344CB8AC3E}">
        <p14:creationId xmlns:p14="http://schemas.microsoft.com/office/powerpoint/2010/main" val="15675217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6AC5636-81E9-4F71-AEDD-AEC7DD86FE41}" type="slidenum">
              <a:rPr lang="en-US" altLang="en-US"/>
              <a:pPr/>
              <a:t>50</a:t>
            </a:fld>
            <a:endParaRPr lang="en-US" altLang="en-US"/>
          </a:p>
        </p:txBody>
      </p:sp>
      <p:sp>
        <p:nvSpPr>
          <p:cNvPr id="164866" name="Rectangle 2"/>
          <p:cNvSpPr>
            <a:spLocks noGrp="1" noRot="1" noChangeAspect="1" noChangeArrowheads="1" noTextEdit="1"/>
          </p:cNvSpPr>
          <p:nvPr>
            <p:ph type="sldImg"/>
          </p:nvPr>
        </p:nvSpPr>
        <p:spPr>
          <a:ln/>
        </p:spPr>
      </p:sp>
      <p:sp>
        <p:nvSpPr>
          <p:cNvPr id="164867" name="Rectangle 3"/>
          <p:cNvSpPr>
            <a:spLocks noGrp="1" noChangeArrowheads="1"/>
          </p:cNvSpPr>
          <p:nvPr>
            <p:ph type="body" idx="1"/>
          </p:nvPr>
        </p:nvSpPr>
        <p:spPr/>
        <p:txBody>
          <a:bodyPr/>
          <a:lstStyle/>
          <a:p>
            <a:r>
              <a:rPr lang="en-US" altLang="en-US"/>
              <a:t>Figure: 01-14</a:t>
            </a:r>
          </a:p>
          <a:p>
            <a:endParaRPr lang="en-US" altLang="en-US"/>
          </a:p>
          <a:p>
            <a:r>
              <a:rPr lang="en-US" altLang="en-US"/>
              <a:t>Title: </a:t>
            </a:r>
          </a:p>
          <a:p>
            <a:r>
              <a:rPr lang="en-US" altLang="en-US"/>
              <a:t>Figure 1.14.  </a:t>
            </a:r>
            <a:r>
              <a:rPr lang="en-US" altLang="en-US" i="1"/>
              <a:t>sp</a:t>
            </a:r>
            <a:r>
              <a:rPr lang="en-US" altLang="en-US" baseline="30000"/>
              <a:t>2</a:t>
            </a:r>
            <a:r>
              <a:rPr lang="en-US" altLang="en-US"/>
              <a:t> Hybrid orbitals.</a:t>
            </a:r>
          </a:p>
          <a:p>
            <a:endParaRPr lang="en-US" altLang="en-US"/>
          </a:p>
          <a:p>
            <a:r>
              <a:rPr lang="en-US" altLang="en-US"/>
              <a:t>Caption: </a:t>
            </a:r>
          </a:p>
          <a:p>
            <a:r>
              <a:rPr lang="en-US" altLang="en-US"/>
              <a:t>(a) The three </a:t>
            </a:r>
            <a:r>
              <a:rPr lang="en-US" altLang="en-US" i="1"/>
              <a:t>sp</a:t>
            </a:r>
            <a:r>
              <a:rPr lang="en-US" altLang="en-US" baseline="30000"/>
              <a:t>2</a:t>
            </a:r>
            <a:r>
              <a:rPr lang="en-US" altLang="en-US"/>
              <a:t> hybrid orbitals lie in a plane.  (b) The unhybridized </a:t>
            </a:r>
            <a:r>
              <a:rPr lang="en-US" altLang="en-US" i="1"/>
              <a:t>p</a:t>
            </a:r>
            <a:r>
              <a:rPr lang="en-US" altLang="en-US"/>
              <a:t> orbital is perpendicular to the plane.</a:t>
            </a:r>
          </a:p>
        </p:txBody>
      </p:sp>
    </p:spTree>
    <p:extLst>
      <p:ext uri="{BB962C8B-B14F-4D97-AF65-F5344CB8AC3E}">
        <p14:creationId xmlns:p14="http://schemas.microsoft.com/office/powerpoint/2010/main" val="8848408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85FA280-3392-492C-B3F3-86416CA0AB3D}" type="slidenum">
              <a:rPr lang="en-US" altLang="en-US"/>
              <a:pPr/>
              <a:t>52</a:t>
            </a:fld>
            <a:endParaRPr lang="en-US" altLang="en-US"/>
          </a:p>
        </p:txBody>
      </p:sp>
      <p:sp>
        <p:nvSpPr>
          <p:cNvPr id="160770" name="Rectangle 2"/>
          <p:cNvSpPr>
            <a:spLocks noGrp="1" noRot="1" noChangeAspect="1" noChangeArrowheads="1" noTextEdit="1"/>
          </p:cNvSpPr>
          <p:nvPr>
            <p:ph type="sldImg"/>
          </p:nvPr>
        </p:nvSpPr>
        <p:spPr>
          <a:ln/>
        </p:spPr>
      </p:sp>
      <p:sp>
        <p:nvSpPr>
          <p:cNvPr id="160771" name="Rectangle 3"/>
          <p:cNvSpPr>
            <a:spLocks noGrp="1" noChangeArrowheads="1"/>
          </p:cNvSpPr>
          <p:nvPr>
            <p:ph type="body" idx="1"/>
          </p:nvPr>
        </p:nvSpPr>
        <p:spPr/>
        <p:txBody>
          <a:bodyPr/>
          <a:lstStyle/>
          <a:p>
            <a:r>
              <a:rPr lang="en-US" altLang="en-US"/>
              <a:t>Figure: 01-13-01UN</a:t>
            </a:r>
          </a:p>
          <a:p>
            <a:endParaRPr lang="en-US" altLang="en-US"/>
          </a:p>
          <a:p>
            <a:r>
              <a:rPr lang="en-US" altLang="en-US"/>
              <a:t>Title: </a:t>
            </a:r>
          </a:p>
          <a:p>
            <a:r>
              <a:rPr lang="en-US" altLang="en-US"/>
              <a:t>Ethene, ethylene.</a:t>
            </a:r>
          </a:p>
          <a:p>
            <a:endParaRPr lang="en-US" altLang="en-US"/>
          </a:p>
          <a:p>
            <a:r>
              <a:rPr lang="en-US" altLang="en-US"/>
              <a:t>Caption: </a:t>
            </a:r>
          </a:p>
          <a:p>
            <a:r>
              <a:rPr lang="en-US" altLang="en-US"/>
              <a:t>Ethene contains a carbon-carbon double bond.</a:t>
            </a:r>
          </a:p>
        </p:txBody>
      </p:sp>
    </p:spTree>
    <p:extLst>
      <p:ext uri="{BB962C8B-B14F-4D97-AF65-F5344CB8AC3E}">
        <p14:creationId xmlns:p14="http://schemas.microsoft.com/office/powerpoint/2010/main" val="41634606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66107EC-F445-49D1-8E12-10F7232335DC}" type="slidenum">
              <a:rPr lang="en-US" smtClean="0"/>
              <a:pPr/>
              <a:t>55</a:t>
            </a:fld>
            <a:endParaRPr lang="en-US"/>
          </a:p>
        </p:txBody>
      </p:sp>
    </p:spTree>
    <p:extLst>
      <p:ext uri="{BB962C8B-B14F-4D97-AF65-F5344CB8AC3E}">
        <p14:creationId xmlns:p14="http://schemas.microsoft.com/office/powerpoint/2010/main" val="5851316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A5B2F7F-8D5A-4261-87E7-2C7A64E34ED4}" type="slidenum">
              <a:rPr lang="en-US" altLang="en-US"/>
              <a:pPr/>
              <a:t>56</a:t>
            </a:fld>
            <a:endParaRPr lang="en-US" altLang="en-US"/>
          </a:p>
        </p:txBody>
      </p:sp>
      <p:sp>
        <p:nvSpPr>
          <p:cNvPr id="166914" name="Rectangle 2"/>
          <p:cNvSpPr>
            <a:spLocks noGrp="1" noRot="1" noChangeAspect="1" noChangeArrowheads="1" noTextEdit="1"/>
          </p:cNvSpPr>
          <p:nvPr>
            <p:ph type="sldImg"/>
          </p:nvPr>
        </p:nvSpPr>
        <p:spPr>
          <a:ln/>
        </p:spPr>
      </p:sp>
      <p:sp>
        <p:nvSpPr>
          <p:cNvPr id="166915" name="Rectangle 3"/>
          <p:cNvSpPr>
            <a:spLocks noGrp="1" noChangeArrowheads="1"/>
          </p:cNvSpPr>
          <p:nvPr>
            <p:ph type="body" idx="1"/>
          </p:nvPr>
        </p:nvSpPr>
        <p:spPr/>
        <p:txBody>
          <a:bodyPr/>
          <a:lstStyle/>
          <a:p>
            <a:r>
              <a:rPr lang="en-US" altLang="en-US"/>
              <a:t>Figure: 01-15</a:t>
            </a:r>
          </a:p>
          <a:p>
            <a:endParaRPr lang="en-US" altLang="en-US"/>
          </a:p>
          <a:p>
            <a:r>
              <a:rPr lang="en-US" altLang="en-US"/>
              <a:t>Title: </a:t>
            </a:r>
          </a:p>
          <a:p>
            <a:r>
              <a:rPr lang="en-US" altLang="en-US"/>
              <a:t>Figure 1.15.  Structure of a double bond.</a:t>
            </a:r>
          </a:p>
          <a:p>
            <a:endParaRPr lang="en-US" altLang="en-US"/>
          </a:p>
          <a:p>
            <a:r>
              <a:rPr lang="en-US" altLang="en-US"/>
              <a:t>Caption: </a:t>
            </a:r>
          </a:p>
          <a:p>
            <a:r>
              <a:rPr lang="en-US" altLang="en-US"/>
              <a:t>(a)  One C-C bond in ethene is a sigma bond formed by </a:t>
            </a:r>
            <a:r>
              <a:rPr lang="en-US" altLang="en-US" i="1"/>
              <a:t>sp</a:t>
            </a:r>
            <a:r>
              <a:rPr lang="en-US" altLang="en-US" baseline="30000"/>
              <a:t>2</a:t>
            </a:r>
            <a:r>
              <a:rPr lang="en-US" altLang="en-US"/>
              <a:t>-</a:t>
            </a:r>
            <a:r>
              <a:rPr lang="en-US" altLang="en-US" i="1"/>
              <a:t>sp</a:t>
            </a:r>
            <a:r>
              <a:rPr lang="en-US" altLang="en-US" baseline="30000"/>
              <a:t>2</a:t>
            </a:r>
            <a:r>
              <a:rPr lang="en-US" altLang="en-US"/>
              <a:t> overlap, and the C-H bonds are formed by </a:t>
            </a:r>
            <a:r>
              <a:rPr lang="en-US" altLang="en-US" i="1"/>
              <a:t>sp</a:t>
            </a:r>
            <a:r>
              <a:rPr lang="en-US" altLang="en-US" baseline="30000"/>
              <a:t>2</a:t>
            </a:r>
            <a:r>
              <a:rPr lang="en-US" altLang="en-US"/>
              <a:t>-</a:t>
            </a:r>
            <a:r>
              <a:rPr lang="en-US" altLang="en-US" i="1"/>
              <a:t>s</a:t>
            </a:r>
            <a:r>
              <a:rPr lang="en-US" altLang="en-US"/>
              <a:t> overlap.  (b)  The second C-C bond is a pi bond formed by the side-to-side overlap of a </a:t>
            </a:r>
            <a:r>
              <a:rPr lang="en-US" altLang="en-US" i="1"/>
              <a:t>p</a:t>
            </a:r>
            <a:r>
              <a:rPr lang="en-US" altLang="en-US"/>
              <a:t> orbital of one carbon with a </a:t>
            </a:r>
            <a:r>
              <a:rPr lang="en-US" altLang="en-US" i="1"/>
              <a:t>p</a:t>
            </a:r>
            <a:r>
              <a:rPr lang="en-US" altLang="en-US"/>
              <a:t> orbital of the other carbon.  (c)  There is an accumulation of electron density above and below the plane containing the two carbons and four hydrogens.</a:t>
            </a:r>
          </a:p>
        </p:txBody>
      </p:sp>
    </p:spTree>
    <p:extLst>
      <p:ext uri="{BB962C8B-B14F-4D97-AF65-F5344CB8AC3E}">
        <p14:creationId xmlns:p14="http://schemas.microsoft.com/office/powerpoint/2010/main" val="691388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29055D6-EF08-4A2B-B33F-0C5B8F77CCD2}" type="slidenum">
              <a:rPr lang="en-US" altLang="en-US"/>
              <a:pPr/>
              <a:t>60</a:t>
            </a:fld>
            <a:endParaRPr lang="en-US" altLang="en-US"/>
          </a:p>
        </p:txBody>
      </p:sp>
      <p:sp>
        <p:nvSpPr>
          <p:cNvPr id="168962" name="Rectangle 2"/>
          <p:cNvSpPr>
            <a:spLocks noGrp="1" noRot="1" noChangeAspect="1" noChangeArrowheads="1" noTextEdit="1"/>
          </p:cNvSpPr>
          <p:nvPr>
            <p:ph type="sldImg"/>
          </p:nvPr>
        </p:nvSpPr>
        <p:spPr>
          <a:ln/>
        </p:spPr>
      </p:sp>
      <p:sp>
        <p:nvSpPr>
          <p:cNvPr id="168963" name="Rectangle 3"/>
          <p:cNvSpPr>
            <a:spLocks noGrp="1" noChangeArrowheads="1"/>
          </p:cNvSpPr>
          <p:nvPr>
            <p:ph type="body" idx="1"/>
          </p:nvPr>
        </p:nvSpPr>
        <p:spPr/>
        <p:txBody>
          <a:bodyPr/>
          <a:lstStyle/>
          <a:p>
            <a:r>
              <a:rPr lang="en-US" altLang="en-US"/>
              <a:t>Figure: 01-15-01UN</a:t>
            </a:r>
          </a:p>
          <a:p>
            <a:endParaRPr lang="en-US" altLang="en-US"/>
          </a:p>
          <a:p>
            <a:r>
              <a:rPr lang="en-US" altLang="en-US"/>
              <a:t>Title: </a:t>
            </a:r>
          </a:p>
          <a:p>
            <a:r>
              <a:rPr lang="en-US" altLang="en-US"/>
              <a:t>Lewis structure, ball-and-stick model, space-filling model, and electrostatic potential map of ethene.</a:t>
            </a:r>
          </a:p>
          <a:p>
            <a:endParaRPr lang="en-US" altLang="en-US"/>
          </a:p>
          <a:p>
            <a:r>
              <a:rPr lang="en-US" altLang="en-US"/>
              <a:t>Caption: </a:t>
            </a:r>
          </a:p>
          <a:p>
            <a:r>
              <a:rPr lang="en-US" altLang="en-US"/>
              <a:t>Ethene consists of a carbon-carbon double bond and four carbon-hydrogen single (sigma) bonds.</a:t>
            </a:r>
          </a:p>
        </p:txBody>
      </p:sp>
    </p:spTree>
    <p:extLst>
      <p:ext uri="{BB962C8B-B14F-4D97-AF65-F5344CB8AC3E}">
        <p14:creationId xmlns:p14="http://schemas.microsoft.com/office/powerpoint/2010/main" val="21584521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142C4BD-3E43-4A80-8A0E-BE9D0FBF5FC6}" type="slidenum">
              <a:rPr lang="en-US" altLang="en-US"/>
              <a:pPr/>
              <a:t>62</a:t>
            </a:fld>
            <a:endParaRPr lang="en-US" altLang="en-US"/>
          </a:p>
        </p:txBody>
      </p:sp>
      <p:sp>
        <p:nvSpPr>
          <p:cNvPr id="173058" name="Rectangle 2"/>
          <p:cNvSpPr>
            <a:spLocks noGrp="1" noRot="1" noChangeAspect="1" noChangeArrowheads="1" noTextEdit="1"/>
          </p:cNvSpPr>
          <p:nvPr>
            <p:ph type="sldImg"/>
          </p:nvPr>
        </p:nvSpPr>
        <p:spPr>
          <a:ln/>
        </p:spPr>
      </p:sp>
      <p:sp>
        <p:nvSpPr>
          <p:cNvPr id="173059" name="Rectangle 3"/>
          <p:cNvSpPr>
            <a:spLocks noGrp="1" noChangeArrowheads="1"/>
          </p:cNvSpPr>
          <p:nvPr>
            <p:ph type="body" idx="1"/>
          </p:nvPr>
        </p:nvSpPr>
        <p:spPr/>
        <p:txBody>
          <a:bodyPr/>
          <a:lstStyle/>
          <a:p>
            <a:r>
              <a:rPr lang="en-US" altLang="en-US"/>
              <a:t>Figure: 01-15-03UN</a:t>
            </a:r>
          </a:p>
          <a:p>
            <a:endParaRPr lang="en-US" altLang="en-US"/>
          </a:p>
          <a:p>
            <a:r>
              <a:rPr lang="en-US" altLang="en-US"/>
              <a:t>Title: </a:t>
            </a:r>
          </a:p>
          <a:p>
            <a:r>
              <a:rPr lang="en-US" altLang="en-US" i="1"/>
              <a:t>sp</a:t>
            </a:r>
            <a:r>
              <a:rPr lang="en-US" altLang="en-US"/>
              <a:t> Hybridization.</a:t>
            </a:r>
          </a:p>
          <a:p>
            <a:endParaRPr lang="en-US" altLang="en-US"/>
          </a:p>
          <a:p>
            <a:r>
              <a:rPr lang="en-US" altLang="en-US"/>
              <a:t>Caption: </a:t>
            </a:r>
          </a:p>
          <a:p>
            <a:r>
              <a:rPr lang="en-US" altLang="en-US"/>
              <a:t>A carbon atom has a 2</a:t>
            </a:r>
            <a:r>
              <a:rPr lang="en-US" altLang="en-US" i="1"/>
              <a:t>s</a:t>
            </a:r>
            <a:r>
              <a:rPr lang="en-US" altLang="en-US"/>
              <a:t> electron promoted to a 2</a:t>
            </a:r>
            <a:r>
              <a:rPr lang="en-US" altLang="en-US" i="1"/>
              <a:t>p</a:t>
            </a:r>
            <a:r>
              <a:rPr lang="en-US" altLang="en-US"/>
              <a:t> orbital.  One </a:t>
            </a:r>
            <a:r>
              <a:rPr lang="en-US" altLang="en-US" i="1"/>
              <a:t>s</a:t>
            </a:r>
            <a:r>
              <a:rPr lang="en-US" altLang="en-US"/>
              <a:t> orbital and one </a:t>
            </a:r>
            <a:r>
              <a:rPr lang="en-US" altLang="en-US" i="1"/>
              <a:t>p</a:t>
            </a:r>
            <a:r>
              <a:rPr lang="en-US" altLang="en-US"/>
              <a:t> orbital are hybridized to form an </a:t>
            </a:r>
            <a:r>
              <a:rPr lang="en-US" altLang="en-US" i="1"/>
              <a:t>sp</a:t>
            </a:r>
            <a:r>
              <a:rPr lang="en-US" altLang="en-US"/>
              <a:t>-hybridized orbital.</a:t>
            </a:r>
          </a:p>
        </p:txBody>
      </p:sp>
    </p:spTree>
    <p:extLst>
      <p:ext uri="{BB962C8B-B14F-4D97-AF65-F5344CB8AC3E}">
        <p14:creationId xmlns:p14="http://schemas.microsoft.com/office/powerpoint/2010/main" val="10660324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995C127-AACB-4881-9638-34A634C5F882}" type="slidenum">
              <a:rPr lang="en-US" altLang="en-US"/>
              <a:pPr/>
              <a:t>63</a:t>
            </a:fld>
            <a:endParaRPr lang="en-US" altLang="en-US"/>
          </a:p>
        </p:txBody>
      </p:sp>
      <p:sp>
        <p:nvSpPr>
          <p:cNvPr id="175106" name="Rectangle 2"/>
          <p:cNvSpPr>
            <a:spLocks noGrp="1" noRot="1" noChangeAspect="1" noChangeArrowheads="1" noTextEdit="1"/>
          </p:cNvSpPr>
          <p:nvPr>
            <p:ph type="sldImg"/>
          </p:nvPr>
        </p:nvSpPr>
        <p:spPr>
          <a:ln/>
        </p:spPr>
      </p:sp>
      <p:sp>
        <p:nvSpPr>
          <p:cNvPr id="175107" name="Rectangle 3"/>
          <p:cNvSpPr>
            <a:spLocks noGrp="1" noChangeArrowheads="1"/>
          </p:cNvSpPr>
          <p:nvPr>
            <p:ph type="body" idx="1"/>
          </p:nvPr>
        </p:nvSpPr>
        <p:spPr/>
        <p:txBody>
          <a:bodyPr/>
          <a:lstStyle/>
          <a:p>
            <a:r>
              <a:rPr lang="en-US" altLang="en-US"/>
              <a:t>Figure: 01-16</a:t>
            </a:r>
          </a:p>
          <a:p>
            <a:endParaRPr lang="en-US" altLang="en-US"/>
          </a:p>
          <a:p>
            <a:r>
              <a:rPr lang="en-US" altLang="en-US"/>
              <a:t>Title: </a:t>
            </a:r>
          </a:p>
          <a:p>
            <a:r>
              <a:rPr lang="en-US" altLang="en-US"/>
              <a:t>Figure 1.16.  </a:t>
            </a:r>
            <a:r>
              <a:rPr lang="en-US" altLang="en-US" i="1"/>
              <a:t>sp</a:t>
            </a:r>
            <a:r>
              <a:rPr lang="en-US" altLang="en-US"/>
              <a:t>-Hybridized carbon atom.</a:t>
            </a:r>
          </a:p>
          <a:p>
            <a:endParaRPr lang="en-US" altLang="en-US"/>
          </a:p>
          <a:p>
            <a:r>
              <a:rPr lang="en-US" altLang="en-US"/>
              <a:t>Caption: </a:t>
            </a:r>
          </a:p>
          <a:p>
            <a:r>
              <a:rPr lang="en-US" altLang="en-US"/>
              <a:t>The two </a:t>
            </a:r>
            <a:r>
              <a:rPr lang="en-US" altLang="en-US" i="1"/>
              <a:t>sp</a:t>
            </a:r>
            <a:r>
              <a:rPr lang="en-US" altLang="en-US"/>
              <a:t> orbitals are oriented 180 degrees away from each other, perpendicular to the two unhybridized </a:t>
            </a:r>
            <a:r>
              <a:rPr lang="en-US" altLang="en-US" i="1"/>
              <a:t>p</a:t>
            </a:r>
            <a:r>
              <a:rPr lang="en-US" altLang="en-US"/>
              <a:t> orbitals.</a:t>
            </a:r>
          </a:p>
        </p:txBody>
      </p:sp>
    </p:spTree>
    <p:extLst>
      <p:ext uri="{BB962C8B-B14F-4D97-AF65-F5344CB8AC3E}">
        <p14:creationId xmlns:p14="http://schemas.microsoft.com/office/powerpoint/2010/main" val="29302308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63DACEA-2D9C-417F-B678-563760B92B79}" type="slidenum">
              <a:rPr lang="en-US" altLang="en-US"/>
              <a:pPr/>
              <a:t>64</a:t>
            </a:fld>
            <a:endParaRPr lang="en-US" altLang="en-US"/>
          </a:p>
        </p:txBody>
      </p:sp>
      <p:sp>
        <p:nvSpPr>
          <p:cNvPr id="171010" name="Rectangle 2"/>
          <p:cNvSpPr>
            <a:spLocks noGrp="1" noRot="1" noChangeAspect="1" noChangeArrowheads="1" noTextEdit="1"/>
          </p:cNvSpPr>
          <p:nvPr>
            <p:ph type="sldImg"/>
          </p:nvPr>
        </p:nvSpPr>
        <p:spPr>
          <a:ln/>
        </p:spPr>
      </p:sp>
      <p:sp>
        <p:nvSpPr>
          <p:cNvPr id="171011" name="Rectangle 3"/>
          <p:cNvSpPr>
            <a:spLocks noGrp="1" noChangeArrowheads="1"/>
          </p:cNvSpPr>
          <p:nvPr>
            <p:ph type="body" idx="1"/>
          </p:nvPr>
        </p:nvSpPr>
        <p:spPr/>
        <p:txBody>
          <a:bodyPr/>
          <a:lstStyle/>
          <a:p>
            <a:r>
              <a:rPr lang="en-US" altLang="en-US"/>
              <a:t>Figure: 01-15-02UN</a:t>
            </a:r>
          </a:p>
          <a:p>
            <a:endParaRPr lang="en-US" altLang="en-US"/>
          </a:p>
          <a:p>
            <a:r>
              <a:rPr lang="en-US" altLang="en-US"/>
              <a:t>Title: </a:t>
            </a:r>
          </a:p>
          <a:p>
            <a:r>
              <a:rPr lang="en-US" altLang="en-US"/>
              <a:t>Ethyne, acetylene.</a:t>
            </a:r>
          </a:p>
          <a:p>
            <a:endParaRPr lang="en-US" altLang="en-US"/>
          </a:p>
          <a:p>
            <a:r>
              <a:rPr lang="en-US" altLang="en-US"/>
              <a:t>Caption: </a:t>
            </a:r>
          </a:p>
          <a:p>
            <a:r>
              <a:rPr lang="en-US" altLang="en-US"/>
              <a:t>Ethyne contains a carbon-carbon triple bond and two carbon-hydrogen single bonds.</a:t>
            </a:r>
          </a:p>
        </p:txBody>
      </p:sp>
    </p:spTree>
    <p:extLst>
      <p:ext uri="{BB962C8B-B14F-4D97-AF65-F5344CB8AC3E}">
        <p14:creationId xmlns:p14="http://schemas.microsoft.com/office/powerpoint/2010/main" val="18341898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A92C80A-EE78-4559-A39E-CECDB732394E}" type="slidenum">
              <a:rPr lang="en-US" altLang="en-US"/>
              <a:pPr/>
              <a:t>68</a:t>
            </a:fld>
            <a:endParaRPr lang="en-US" altLang="en-US"/>
          </a:p>
        </p:txBody>
      </p:sp>
      <p:sp>
        <p:nvSpPr>
          <p:cNvPr id="177154" name="Rectangle 2"/>
          <p:cNvSpPr>
            <a:spLocks noGrp="1" noRot="1" noChangeAspect="1" noChangeArrowheads="1" noTextEdit="1"/>
          </p:cNvSpPr>
          <p:nvPr>
            <p:ph type="sldImg"/>
          </p:nvPr>
        </p:nvSpPr>
        <p:spPr>
          <a:ln/>
        </p:spPr>
      </p:sp>
      <p:sp>
        <p:nvSpPr>
          <p:cNvPr id="177155" name="Rectangle 3"/>
          <p:cNvSpPr>
            <a:spLocks noGrp="1" noChangeArrowheads="1"/>
          </p:cNvSpPr>
          <p:nvPr>
            <p:ph type="body" idx="1"/>
          </p:nvPr>
        </p:nvSpPr>
        <p:spPr/>
        <p:txBody>
          <a:bodyPr/>
          <a:lstStyle/>
          <a:p>
            <a:r>
              <a:rPr lang="en-US" altLang="en-US"/>
              <a:t>Figure: 01-17</a:t>
            </a:r>
          </a:p>
          <a:p>
            <a:endParaRPr lang="en-US" altLang="en-US"/>
          </a:p>
          <a:p>
            <a:r>
              <a:rPr lang="en-US" altLang="en-US"/>
              <a:t>Title: </a:t>
            </a:r>
          </a:p>
          <a:p>
            <a:r>
              <a:rPr lang="en-US" altLang="en-US"/>
              <a:t>Orbital structure of ethyne.</a:t>
            </a:r>
          </a:p>
          <a:p>
            <a:endParaRPr lang="en-US" altLang="en-US"/>
          </a:p>
          <a:p>
            <a:r>
              <a:rPr lang="en-US" altLang="en-US"/>
              <a:t>Caption: </a:t>
            </a:r>
          </a:p>
          <a:p>
            <a:r>
              <a:rPr lang="en-US" altLang="en-US"/>
              <a:t>(a)  The C-C sigma bond in ethyne is formed by </a:t>
            </a:r>
            <a:r>
              <a:rPr lang="en-US" altLang="en-US" i="1"/>
              <a:t>sp</a:t>
            </a:r>
            <a:r>
              <a:rPr lang="en-US" altLang="en-US"/>
              <a:t>-</a:t>
            </a:r>
            <a:r>
              <a:rPr lang="en-US" altLang="en-US" i="1"/>
              <a:t>sp</a:t>
            </a:r>
            <a:r>
              <a:rPr lang="en-US" altLang="en-US"/>
              <a:t> overlap, and the C-H bonds are formed by </a:t>
            </a:r>
            <a:r>
              <a:rPr lang="en-US" altLang="en-US" i="1"/>
              <a:t>sp</a:t>
            </a:r>
            <a:r>
              <a:rPr lang="en-US" altLang="en-US"/>
              <a:t>-</a:t>
            </a:r>
            <a:r>
              <a:rPr lang="en-US" altLang="en-US" i="1"/>
              <a:t>s</a:t>
            </a:r>
            <a:r>
              <a:rPr lang="en-US" altLang="en-US"/>
              <a:t> overlap.  The carbon atoms and the atoms bonded to them are in a straight line.  (b)  The two carbon-carbon pi bonds are formed by the side-to-side overlap of the </a:t>
            </a:r>
            <a:r>
              <a:rPr lang="en-US" altLang="en-US" i="1"/>
              <a:t>p</a:t>
            </a:r>
            <a:r>
              <a:rPr lang="en-US" altLang="en-US"/>
              <a:t> orbitals of one carbon with the </a:t>
            </a:r>
            <a:r>
              <a:rPr lang="en-US" altLang="en-US" i="1"/>
              <a:t>p</a:t>
            </a:r>
            <a:r>
              <a:rPr lang="en-US" altLang="en-US"/>
              <a:t> orbitals of the other carbon.  (c)  The triple bond has an electron-dense region above and below and in front of and in back of the internuclear axis of the molecule.</a:t>
            </a:r>
          </a:p>
        </p:txBody>
      </p:sp>
    </p:spTree>
    <p:extLst>
      <p:ext uri="{BB962C8B-B14F-4D97-AF65-F5344CB8AC3E}">
        <p14:creationId xmlns:p14="http://schemas.microsoft.com/office/powerpoint/2010/main" val="3828171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5C569CB-D60C-458D-9C08-106858CA9EB3}" type="slidenum">
              <a:rPr lang="en-US" altLang="en-US"/>
              <a:pPr/>
              <a:t>69</a:t>
            </a:fld>
            <a:endParaRPr lang="en-US" altLang="en-US"/>
          </a:p>
        </p:txBody>
      </p:sp>
      <p:sp>
        <p:nvSpPr>
          <p:cNvPr id="179202" name="Rectangle 2"/>
          <p:cNvSpPr>
            <a:spLocks noGrp="1" noRot="1" noChangeAspect="1" noChangeArrowheads="1" noTextEdit="1"/>
          </p:cNvSpPr>
          <p:nvPr>
            <p:ph type="sldImg"/>
          </p:nvPr>
        </p:nvSpPr>
        <p:spPr>
          <a:ln/>
        </p:spPr>
      </p:sp>
      <p:sp>
        <p:nvSpPr>
          <p:cNvPr id="179203" name="Rectangle 3"/>
          <p:cNvSpPr>
            <a:spLocks noGrp="1" noChangeArrowheads="1"/>
          </p:cNvSpPr>
          <p:nvPr>
            <p:ph type="body" idx="1"/>
          </p:nvPr>
        </p:nvSpPr>
        <p:spPr/>
        <p:txBody>
          <a:bodyPr/>
          <a:lstStyle/>
          <a:p>
            <a:r>
              <a:rPr lang="en-US" altLang="en-US"/>
              <a:t>Figure: 01-17-01UN</a:t>
            </a:r>
          </a:p>
          <a:p>
            <a:endParaRPr lang="en-US" altLang="en-US"/>
          </a:p>
          <a:p>
            <a:r>
              <a:rPr lang="en-US" altLang="en-US"/>
              <a:t>Title: </a:t>
            </a:r>
          </a:p>
          <a:p>
            <a:r>
              <a:rPr lang="en-US" altLang="en-US"/>
              <a:t>Lewis structure, ball-and-stick model, space-filling model, and electrostatic potential map of ethyne.</a:t>
            </a:r>
          </a:p>
          <a:p>
            <a:endParaRPr lang="en-US" altLang="en-US"/>
          </a:p>
          <a:p>
            <a:r>
              <a:rPr lang="en-US" altLang="en-US"/>
              <a:t>Caption: </a:t>
            </a:r>
          </a:p>
          <a:p>
            <a:r>
              <a:rPr lang="en-US" altLang="en-US"/>
              <a:t>A carbon-carbon triple bond consists of three pairs of electrons.</a:t>
            </a:r>
          </a:p>
        </p:txBody>
      </p:sp>
    </p:spTree>
    <p:extLst>
      <p:ext uri="{BB962C8B-B14F-4D97-AF65-F5344CB8AC3E}">
        <p14:creationId xmlns:p14="http://schemas.microsoft.com/office/powerpoint/2010/main" val="33271008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DF6E420-F487-471B-90F5-909FBF617AAE}" type="datetime2">
              <a:rPr lang="en-US" smtClean="0"/>
              <a:t>Thursday, March 21, 2024</a:t>
            </a:fld>
            <a:endParaRPr lang="en-US"/>
          </a:p>
        </p:txBody>
      </p:sp>
      <p:sp>
        <p:nvSpPr>
          <p:cNvPr id="5" name="Footer Placeholder 4"/>
          <p:cNvSpPr>
            <a:spLocks noGrp="1"/>
          </p:cNvSpPr>
          <p:nvPr>
            <p:ph type="ftr" sz="quarter" idx="11"/>
          </p:nvPr>
        </p:nvSpPr>
        <p:spPr/>
        <p:txBody>
          <a:bodyPr/>
          <a:lstStyle/>
          <a:p>
            <a:r>
              <a:rPr lang="en-US"/>
              <a:t>Chapter 9 - Molecular Geometry</a:t>
            </a:r>
          </a:p>
        </p:txBody>
      </p:sp>
      <p:sp>
        <p:nvSpPr>
          <p:cNvPr id="6" name="Slide Number Placeholder 5"/>
          <p:cNvSpPr>
            <a:spLocks noGrp="1"/>
          </p:cNvSpPr>
          <p:nvPr>
            <p:ph type="sldNum" sz="quarter" idx="12"/>
          </p:nvPr>
        </p:nvSpPr>
        <p:spPr/>
        <p:txBody>
          <a:bodyPr/>
          <a:lstStyle/>
          <a:p>
            <a:fld id="{5776AC22-00B8-47A7-833D-F03A60546104}" type="slidenum">
              <a:rPr lang="en-US" smtClean="0"/>
              <a:t>‹#›</a:t>
            </a:fld>
            <a:endParaRPr lang="en-US"/>
          </a:p>
        </p:txBody>
      </p:sp>
    </p:spTree>
    <p:extLst>
      <p:ext uri="{BB962C8B-B14F-4D97-AF65-F5344CB8AC3E}">
        <p14:creationId xmlns:p14="http://schemas.microsoft.com/office/powerpoint/2010/main" val="23338890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6E4DD62-314F-4A6F-87C6-C9F8FF935CD4}" type="datetime2">
              <a:rPr lang="en-US" smtClean="0"/>
              <a:t>Thursday, March 21, 2024</a:t>
            </a:fld>
            <a:endParaRPr lang="en-US"/>
          </a:p>
        </p:txBody>
      </p:sp>
      <p:sp>
        <p:nvSpPr>
          <p:cNvPr id="5" name="Footer Placeholder 4"/>
          <p:cNvSpPr>
            <a:spLocks noGrp="1"/>
          </p:cNvSpPr>
          <p:nvPr>
            <p:ph type="ftr" sz="quarter" idx="11"/>
          </p:nvPr>
        </p:nvSpPr>
        <p:spPr/>
        <p:txBody>
          <a:bodyPr/>
          <a:lstStyle/>
          <a:p>
            <a:r>
              <a:rPr lang="en-US"/>
              <a:t>Chapter 9 - Molecular Geometry</a:t>
            </a:r>
          </a:p>
        </p:txBody>
      </p:sp>
      <p:sp>
        <p:nvSpPr>
          <p:cNvPr id="6" name="Slide Number Placeholder 5"/>
          <p:cNvSpPr>
            <a:spLocks noGrp="1"/>
          </p:cNvSpPr>
          <p:nvPr>
            <p:ph type="sldNum" sz="quarter" idx="12"/>
          </p:nvPr>
        </p:nvSpPr>
        <p:spPr/>
        <p:txBody>
          <a:bodyPr/>
          <a:lstStyle/>
          <a:p>
            <a:fld id="{5776AC22-00B8-47A7-833D-F03A60546104}" type="slidenum">
              <a:rPr lang="en-US" smtClean="0"/>
              <a:t>‹#›</a:t>
            </a:fld>
            <a:endParaRPr lang="en-US"/>
          </a:p>
        </p:txBody>
      </p:sp>
    </p:spTree>
    <p:extLst>
      <p:ext uri="{BB962C8B-B14F-4D97-AF65-F5344CB8AC3E}">
        <p14:creationId xmlns:p14="http://schemas.microsoft.com/office/powerpoint/2010/main" val="18472848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69AF3C4-4510-4C7A-8A27-7E026FAF656D}" type="datetime2">
              <a:rPr lang="en-US" smtClean="0"/>
              <a:t>Thursday, March 21, 2024</a:t>
            </a:fld>
            <a:endParaRPr lang="en-US"/>
          </a:p>
        </p:txBody>
      </p:sp>
      <p:sp>
        <p:nvSpPr>
          <p:cNvPr id="5" name="Footer Placeholder 4"/>
          <p:cNvSpPr>
            <a:spLocks noGrp="1"/>
          </p:cNvSpPr>
          <p:nvPr>
            <p:ph type="ftr" sz="quarter" idx="11"/>
          </p:nvPr>
        </p:nvSpPr>
        <p:spPr/>
        <p:txBody>
          <a:bodyPr/>
          <a:lstStyle/>
          <a:p>
            <a:r>
              <a:rPr lang="en-US"/>
              <a:t>Chapter 9 - Molecular Geometry</a:t>
            </a:r>
          </a:p>
        </p:txBody>
      </p:sp>
      <p:sp>
        <p:nvSpPr>
          <p:cNvPr id="6" name="Slide Number Placeholder 5"/>
          <p:cNvSpPr>
            <a:spLocks noGrp="1"/>
          </p:cNvSpPr>
          <p:nvPr>
            <p:ph type="sldNum" sz="quarter" idx="12"/>
          </p:nvPr>
        </p:nvSpPr>
        <p:spPr/>
        <p:txBody>
          <a:bodyPr/>
          <a:lstStyle/>
          <a:p>
            <a:fld id="{5776AC22-00B8-47A7-833D-F03A60546104}" type="slidenum">
              <a:rPr lang="en-US" smtClean="0"/>
              <a:t>‹#›</a:t>
            </a:fld>
            <a:endParaRPr lang="en-US"/>
          </a:p>
        </p:txBody>
      </p:sp>
    </p:spTree>
    <p:extLst>
      <p:ext uri="{BB962C8B-B14F-4D97-AF65-F5344CB8AC3E}">
        <p14:creationId xmlns:p14="http://schemas.microsoft.com/office/powerpoint/2010/main" val="10329099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193DCE8-1439-43FD-951B-C60A0D8441BC}" type="datetime2">
              <a:rPr lang="en-US" smtClean="0"/>
              <a:t>Thursday, March 21, 2024</a:t>
            </a:fld>
            <a:endParaRPr lang="en-US"/>
          </a:p>
        </p:txBody>
      </p:sp>
      <p:sp>
        <p:nvSpPr>
          <p:cNvPr id="6" name="Footer Placeholder 5"/>
          <p:cNvSpPr>
            <a:spLocks noGrp="1"/>
          </p:cNvSpPr>
          <p:nvPr>
            <p:ph type="ftr" sz="quarter" idx="11"/>
          </p:nvPr>
        </p:nvSpPr>
        <p:spPr/>
        <p:txBody>
          <a:bodyPr/>
          <a:lstStyle/>
          <a:p>
            <a:r>
              <a:rPr lang="en-US"/>
              <a:t>Chapter 9 - Molecular Geometry</a:t>
            </a:r>
          </a:p>
        </p:txBody>
      </p:sp>
      <p:sp>
        <p:nvSpPr>
          <p:cNvPr id="7" name="Slide Number Placeholder 6"/>
          <p:cNvSpPr>
            <a:spLocks noGrp="1"/>
          </p:cNvSpPr>
          <p:nvPr>
            <p:ph type="sldNum" sz="quarter" idx="12"/>
          </p:nvPr>
        </p:nvSpPr>
        <p:spPr/>
        <p:txBody>
          <a:bodyPr/>
          <a:lstStyle/>
          <a:p>
            <a:fld id="{5776AC22-00B8-47A7-833D-F03A60546104}" type="slidenum">
              <a:rPr lang="en-US" smtClean="0"/>
              <a:t>‹#›</a:t>
            </a:fld>
            <a:endParaRPr lang="en-US"/>
          </a:p>
        </p:txBody>
      </p:sp>
    </p:spTree>
    <p:extLst>
      <p:ext uri="{BB962C8B-B14F-4D97-AF65-F5344CB8AC3E}">
        <p14:creationId xmlns:p14="http://schemas.microsoft.com/office/powerpoint/2010/main" val="17269946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CD48059-1C0C-4C9F-9FC8-C1C1FE502702}" type="datetime2">
              <a:rPr lang="en-US" smtClean="0"/>
              <a:t>Thursday, March 21, 2024</a:t>
            </a:fld>
            <a:endParaRPr lang="en-US"/>
          </a:p>
        </p:txBody>
      </p:sp>
      <p:sp>
        <p:nvSpPr>
          <p:cNvPr id="8" name="Footer Placeholder 7"/>
          <p:cNvSpPr>
            <a:spLocks noGrp="1"/>
          </p:cNvSpPr>
          <p:nvPr>
            <p:ph type="ftr" sz="quarter" idx="11"/>
          </p:nvPr>
        </p:nvSpPr>
        <p:spPr/>
        <p:txBody>
          <a:bodyPr/>
          <a:lstStyle/>
          <a:p>
            <a:r>
              <a:rPr lang="en-US"/>
              <a:t>Chapter 9 - Molecular Geometry</a:t>
            </a:r>
          </a:p>
        </p:txBody>
      </p:sp>
      <p:sp>
        <p:nvSpPr>
          <p:cNvPr id="9" name="Slide Number Placeholder 8"/>
          <p:cNvSpPr>
            <a:spLocks noGrp="1"/>
          </p:cNvSpPr>
          <p:nvPr>
            <p:ph type="sldNum" sz="quarter" idx="12"/>
          </p:nvPr>
        </p:nvSpPr>
        <p:spPr/>
        <p:txBody>
          <a:bodyPr/>
          <a:lstStyle/>
          <a:p>
            <a:fld id="{5776AC22-00B8-47A7-833D-F03A60546104}" type="slidenum">
              <a:rPr lang="en-US" smtClean="0"/>
              <a:t>‹#›</a:t>
            </a:fld>
            <a:endParaRPr lang="en-US"/>
          </a:p>
        </p:txBody>
      </p:sp>
    </p:spTree>
    <p:extLst>
      <p:ext uri="{BB962C8B-B14F-4D97-AF65-F5344CB8AC3E}">
        <p14:creationId xmlns:p14="http://schemas.microsoft.com/office/powerpoint/2010/main" val="26644156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DE425D7-6E26-4B0C-841A-5B0F22769E7C}" type="datetime2">
              <a:rPr lang="en-US" smtClean="0"/>
              <a:t>Thursday, March 21, 2024</a:t>
            </a:fld>
            <a:endParaRPr lang="en-US"/>
          </a:p>
        </p:txBody>
      </p:sp>
      <p:sp>
        <p:nvSpPr>
          <p:cNvPr id="4" name="Footer Placeholder 3"/>
          <p:cNvSpPr>
            <a:spLocks noGrp="1"/>
          </p:cNvSpPr>
          <p:nvPr>
            <p:ph type="ftr" sz="quarter" idx="11"/>
          </p:nvPr>
        </p:nvSpPr>
        <p:spPr/>
        <p:txBody>
          <a:bodyPr/>
          <a:lstStyle/>
          <a:p>
            <a:r>
              <a:rPr lang="en-US"/>
              <a:t>Chapter 9 - Molecular Geometry</a:t>
            </a:r>
          </a:p>
        </p:txBody>
      </p:sp>
      <p:sp>
        <p:nvSpPr>
          <p:cNvPr id="5" name="Slide Number Placeholder 4"/>
          <p:cNvSpPr>
            <a:spLocks noGrp="1"/>
          </p:cNvSpPr>
          <p:nvPr>
            <p:ph type="sldNum" sz="quarter" idx="12"/>
          </p:nvPr>
        </p:nvSpPr>
        <p:spPr/>
        <p:txBody>
          <a:bodyPr/>
          <a:lstStyle/>
          <a:p>
            <a:fld id="{5776AC22-00B8-47A7-833D-F03A60546104}" type="slidenum">
              <a:rPr lang="en-US" smtClean="0"/>
              <a:t>‹#›</a:t>
            </a:fld>
            <a:endParaRPr lang="en-US"/>
          </a:p>
        </p:txBody>
      </p:sp>
    </p:spTree>
    <p:extLst>
      <p:ext uri="{BB962C8B-B14F-4D97-AF65-F5344CB8AC3E}">
        <p14:creationId xmlns:p14="http://schemas.microsoft.com/office/powerpoint/2010/main" val="28682697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EA8532C-C6C7-4FE6-B3B0-967FBDE0F66D}" type="datetime2">
              <a:rPr lang="en-US" smtClean="0"/>
              <a:t>Thursday, March 21, 2024</a:t>
            </a:fld>
            <a:endParaRPr lang="en-US"/>
          </a:p>
        </p:txBody>
      </p:sp>
      <p:sp>
        <p:nvSpPr>
          <p:cNvPr id="3" name="Footer Placeholder 2"/>
          <p:cNvSpPr>
            <a:spLocks noGrp="1"/>
          </p:cNvSpPr>
          <p:nvPr>
            <p:ph type="ftr" sz="quarter" idx="11"/>
          </p:nvPr>
        </p:nvSpPr>
        <p:spPr/>
        <p:txBody>
          <a:bodyPr/>
          <a:lstStyle/>
          <a:p>
            <a:r>
              <a:rPr lang="en-US"/>
              <a:t>Chapter 9 - Molecular Geometry</a:t>
            </a:r>
          </a:p>
        </p:txBody>
      </p:sp>
      <p:sp>
        <p:nvSpPr>
          <p:cNvPr id="4" name="Slide Number Placeholder 3"/>
          <p:cNvSpPr>
            <a:spLocks noGrp="1"/>
          </p:cNvSpPr>
          <p:nvPr>
            <p:ph type="sldNum" sz="quarter" idx="12"/>
          </p:nvPr>
        </p:nvSpPr>
        <p:spPr/>
        <p:txBody>
          <a:bodyPr/>
          <a:lstStyle/>
          <a:p>
            <a:fld id="{5776AC22-00B8-47A7-833D-F03A60546104}" type="slidenum">
              <a:rPr lang="en-US" smtClean="0"/>
              <a:t>‹#›</a:t>
            </a:fld>
            <a:endParaRPr lang="en-US"/>
          </a:p>
        </p:txBody>
      </p:sp>
    </p:spTree>
    <p:extLst>
      <p:ext uri="{BB962C8B-B14F-4D97-AF65-F5344CB8AC3E}">
        <p14:creationId xmlns:p14="http://schemas.microsoft.com/office/powerpoint/2010/main" val="38826447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EFF1F83-E01B-4430-9FAB-F23C1DDB0F7D}" type="datetime2">
              <a:rPr lang="en-US" smtClean="0"/>
              <a:t>Thursday, March 21, 2024</a:t>
            </a:fld>
            <a:endParaRPr lang="en-US"/>
          </a:p>
        </p:txBody>
      </p:sp>
      <p:sp>
        <p:nvSpPr>
          <p:cNvPr id="6" name="Footer Placeholder 5"/>
          <p:cNvSpPr>
            <a:spLocks noGrp="1"/>
          </p:cNvSpPr>
          <p:nvPr>
            <p:ph type="ftr" sz="quarter" idx="11"/>
          </p:nvPr>
        </p:nvSpPr>
        <p:spPr/>
        <p:txBody>
          <a:bodyPr/>
          <a:lstStyle/>
          <a:p>
            <a:r>
              <a:rPr lang="en-US"/>
              <a:t>Chapter 9 - Molecular Geometry</a:t>
            </a:r>
          </a:p>
        </p:txBody>
      </p:sp>
      <p:sp>
        <p:nvSpPr>
          <p:cNvPr id="7" name="Slide Number Placeholder 6"/>
          <p:cNvSpPr>
            <a:spLocks noGrp="1"/>
          </p:cNvSpPr>
          <p:nvPr>
            <p:ph type="sldNum" sz="quarter" idx="12"/>
          </p:nvPr>
        </p:nvSpPr>
        <p:spPr/>
        <p:txBody>
          <a:bodyPr/>
          <a:lstStyle/>
          <a:p>
            <a:fld id="{5776AC22-00B8-47A7-833D-F03A60546104}" type="slidenum">
              <a:rPr lang="en-US" smtClean="0"/>
              <a:t>‹#›</a:t>
            </a:fld>
            <a:endParaRPr lang="en-US"/>
          </a:p>
        </p:txBody>
      </p:sp>
    </p:spTree>
    <p:extLst>
      <p:ext uri="{BB962C8B-B14F-4D97-AF65-F5344CB8AC3E}">
        <p14:creationId xmlns:p14="http://schemas.microsoft.com/office/powerpoint/2010/main" val="508733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AB611DF-767C-4151-9E4F-4506D7F86977}" type="datetime2">
              <a:rPr lang="en-US" smtClean="0"/>
              <a:t>Thursday, March 21, 2024</a:t>
            </a:fld>
            <a:endParaRPr lang="en-US"/>
          </a:p>
        </p:txBody>
      </p:sp>
      <p:sp>
        <p:nvSpPr>
          <p:cNvPr id="6" name="Footer Placeholder 5"/>
          <p:cNvSpPr>
            <a:spLocks noGrp="1"/>
          </p:cNvSpPr>
          <p:nvPr>
            <p:ph type="ftr" sz="quarter" idx="11"/>
          </p:nvPr>
        </p:nvSpPr>
        <p:spPr/>
        <p:txBody>
          <a:bodyPr/>
          <a:lstStyle/>
          <a:p>
            <a:r>
              <a:rPr lang="en-US"/>
              <a:t>Chapter 9 - Molecular Geometry</a:t>
            </a:r>
          </a:p>
        </p:txBody>
      </p:sp>
      <p:sp>
        <p:nvSpPr>
          <p:cNvPr id="7" name="Slide Number Placeholder 6"/>
          <p:cNvSpPr>
            <a:spLocks noGrp="1"/>
          </p:cNvSpPr>
          <p:nvPr>
            <p:ph type="sldNum" sz="quarter" idx="12"/>
          </p:nvPr>
        </p:nvSpPr>
        <p:spPr/>
        <p:txBody>
          <a:bodyPr/>
          <a:lstStyle/>
          <a:p>
            <a:fld id="{5776AC22-00B8-47A7-833D-F03A60546104}" type="slidenum">
              <a:rPr lang="en-US" smtClean="0"/>
              <a:t>‹#›</a:t>
            </a:fld>
            <a:endParaRPr lang="en-US"/>
          </a:p>
        </p:txBody>
      </p:sp>
    </p:spTree>
    <p:extLst>
      <p:ext uri="{BB962C8B-B14F-4D97-AF65-F5344CB8AC3E}">
        <p14:creationId xmlns:p14="http://schemas.microsoft.com/office/powerpoint/2010/main" val="21511189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6F75999-454C-4904-902E-26083B09B270}" type="datetime2">
              <a:rPr lang="en-US" smtClean="0"/>
              <a:t>Thursday, March 21, 2024</a:t>
            </a:fld>
            <a:endParaRPr lang="en-US"/>
          </a:p>
        </p:txBody>
      </p:sp>
      <p:sp>
        <p:nvSpPr>
          <p:cNvPr id="5" name="Footer Placeholder 4"/>
          <p:cNvSpPr>
            <a:spLocks noGrp="1"/>
          </p:cNvSpPr>
          <p:nvPr>
            <p:ph type="ftr" sz="quarter" idx="11"/>
          </p:nvPr>
        </p:nvSpPr>
        <p:spPr/>
        <p:txBody>
          <a:bodyPr/>
          <a:lstStyle/>
          <a:p>
            <a:r>
              <a:rPr lang="en-US"/>
              <a:t>Chapter 9 - Molecular Geometry</a:t>
            </a:r>
          </a:p>
        </p:txBody>
      </p:sp>
      <p:sp>
        <p:nvSpPr>
          <p:cNvPr id="6" name="Slide Number Placeholder 5"/>
          <p:cNvSpPr>
            <a:spLocks noGrp="1"/>
          </p:cNvSpPr>
          <p:nvPr>
            <p:ph type="sldNum" sz="quarter" idx="12"/>
          </p:nvPr>
        </p:nvSpPr>
        <p:spPr/>
        <p:txBody>
          <a:bodyPr/>
          <a:lstStyle/>
          <a:p>
            <a:fld id="{5776AC22-00B8-47A7-833D-F03A60546104}" type="slidenum">
              <a:rPr lang="en-US" smtClean="0"/>
              <a:t>‹#›</a:t>
            </a:fld>
            <a:endParaRPr lang="en-US"/>
          </a:p>
        </p:txBody>
      </p:sp>
    </p:spTree>
    <p:extLst>
      <p:ext uri="{BB962C8B-B14F-4D97-AF65-F5344CB8AC3E}">
        <p14:creationId xmlns:p14="http://schemas.microsoft.com/office/powerpoint/2010/main" val="33972740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E543C1-65AF-450A-8CF2-AF1665021BB3}" type="datetime2">
              <a:rPr lang="en-US" smtClean="0"/>
              <a:t>Thursday, March 21, 2024</a:t>
            </a:fld>
            <a:endParaRPr lang="en-US"/>
          </a:p>
        </p:txBody>
      </p:sp>
      <p:sp>
        <p:nvSpPr>
          <p:cNvPr id="5" name="Footer Placeholder 4"/>
          <p:cNvSpPr>
            <a:spLocks noGrp="1"/>
          </p:cNvSpPr>
          <p:nvPr>
            <p:ph type="ftr" sz="quarter" idx="11"/>
          </p:nvPr>
        </p:nvSpPr>
        <p:spPr/>
        <p:txBody>
          <a:bodyPr/>
          <a:lstStyle/>
          <a:p>
            <a:r>
              <a:rPr lang="en-US"/>
              <a:t>Chapter 9 - Molecular Geometry</a:t>
            </a:r>
          </a:p>
        </p:txBody>
      </p:sp>
      <p:sp>
        <p:nvSpPr>
          <p:cNvPr id="6" name="Slide Number Placeholder 5"/>
          <p:cNvSpPr>
            <a:spLocks noGrp="1"/>
          </p:cNvSpPr>
          <p:nvPr>
            <p:ph type="sldNum" sz="quarter" idx="12"/>
          </p:nvPr>
        </p:nvSpPr>
        <p:spPr/>
        <p:txBody>
          <a:bodyPr/>
          <a:lstStyle/>
          <a:p>
            <a:fld id="{5776AC22-00B8-47A7-833D-F03A60546104}" type="slidenum">
              <a:rPr lang="en-US" smtClean="0"/>
              <a:t>‹#›</a:t>
            </a:fld>
            <a:endParaRPr lang="en-US"/>
          </a:p>
        </p:txBody>
      </p:sp>
    </p:spTree>
    <p:extLst>
      <p:ext uri="{BB962C8B-B14F-4D97-AF65-F5344CB8AC3E}">
        <p14:creationId xmlns:p14="http://schemas.microsoft.com/office/powerpoint/2010/main" val="4225356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B84EA7-C922-491E-84D5-643956238D17}" type="datetime2">
              <a:rPr lang="en-US" smtClean="0"/>
              <a:t>Thursday, March 21, 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9 - Molecular Geometry</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76AC22-00B8-47A7-833D-F03A60546104}" type="slidenum">
              <a:rPr lang="en-US" smtClean="0"/>
              <a:t>‹#›</a:t>
            </a:fld>
            <a:endParaRPr lang="en-US"/>
          </a:p>
        </p:txBody>
      </p:sp>
    </p:spTree>
    <p:extLst>
      <p:ext uri="{BB962C8B-B14F-4D97-AF65-F5344CB8AC3E}">
        <p14:creationId xmlns:p14="http://schemas.microsoft.com/office/powerpoint/2010/main" val="12622111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e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4.emf"/></Relationships>
</file>

<file path=ppt/slides/_rels/slide6.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3.emf"/><Relationship Id="rId1" Type="http://schemas.openxmlformats.org/officeDocument/2006/relationships/slideLayout" Target="../slideLayouts/slideLayout7.xml"/><Relationship Id="rId4" Type="http://schemas.openxmlformats.org/officeDocument/2006/relationships/image" Target="../media/image6.emf"/></Relationships>
</file>

<file path=ppt/slides/_rels/slide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customXml" Target="../ink/ink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5.emf"/><Relationship Id="rId1" Type="http://schemas.openxmlformats.org/officeDocument/2006/relationships/slideLayout" Target="../slideLayouts/slideLayout7.xml"/><Relationship Id="rId6" Type="http://schemas.openxmlformats.org/officeDocument/2006/relationships/image" Target="../media/image11.emf"/><Relationship Id="rId5" Type="http://schemas.openxmlformats.org/officeDocument/2006/relationships/customXml" Target="../ink/ink5.xml"/><Relationship Id="rId4" Type="http://schemas.openxmlformats.org/officeDocument/2006/relationships/image" Target="../media/image9.emf"/></Relationships>
</file>

<file path=ppt/slides/_rels/slide9.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image" Target="../media/image12.emf"/><Relationship Id="rId1" Type="http://schemas.openxmlformats.org/officeDocument/2006/relationships/slideLayout" Target="../slideLayouts/slideLayout7.xml"/><Relationship Id="rId6" Type="http://schemas.openxmlformats.org/officeDocument/2006/relationships/image" Target="../media/image15.emf"/><Relationship Id="rId5" Type="http://schemas.openxmlformats.org/officeDocument/2006/relationships/customXml" Target="../ink/ink7.xml"/><Relationship Id="rId4" Type="http://schemas.openxmlformats.org/officeDocument/2006/relationships/image" Target="../media/image14.emf"/></Relationships>
</file>

<file path=ppt/slides/_rels/slide11.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image" Target="../media/image13.emf"/><Relationship Id="rId1" Type="http://schemas.openxmlformats.org/officeDocument/2006/relationships/slideLayout" Target="../slideLayouts/slideLayout7.xml"/><Relationship Id="rId4" Type="http://schemas.openxmlformats.org/officeDocument/2006/relationships/image" Target="../media/image16.emf"/></Relationships>
</file>

<file path=ppt/slides/_rels/slide12.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image" Target="../media/image17.emf"/><Relationship Id="rId1" Type="http://schemas.openxmlformats.org/officeDocument/2006/relationships/slideLayout" Target="../slideLayouts/slideLayout7.xml"/><Relationship Id="rId6" Type="http://schemas.openxmlformats.org/officeDocument/2006/relationships/image" Target="../media/image19.emf"/><Relationship Id="rId5" Type="http://schemas.openxmlformats.org/officeDocument/2006/relationships/customXml" Target="../ink/ink10.xml"/><Relationship Id="rId4" Type="http://schemas.openxmlformats.org/officeDocument/2006/relationships/image" Target="../media/image18.emf"/></Relationships>
</file>

<file path=ppt/slides/_rels/slide13.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emf"/><Relationship Id="rId1" Type="http://schemas.openxmlformats.org/officeDocument/2006/relationships/slideLayout" Target="../slideLayouts/slideLayout7.xml"/><Relationship Id="rId5" Type="http://schemas.openxmlformats.org/officeDocument/2006/relationships/image" Target="../media/image22.emf"/><Relationship Id="rId4" Type="http://schemas.openxmlformats.org/officeDocument/2006/relationships/customXml" Target="../ink/ink11.xml"/></Relationships>
</file>

<file path=ppt/slides/_rels/slide14.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image" Target="../media/image23.emf"/><Relationship Id="rId1" Type="http://schemas.openxmlformats.org/officeDocument/2006/relationships/slideLayout" Target="../slideLayouts/slideLayout7.xml"/><Relationship Id="rId4" Type="http://schemas.openxmlformats.org/officeDocument/2006/relationships/image" Target="../media/image24.emf"/></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5" Type="http://schemas.openxmlformats.org/officeDocument/2006/relationships/image" Target="../media/image26.emf"/><Relationship Id="rId4" Type="http://schemas.openxmlformats.org/officeDocument/2006/relationships/customXml" Target="../ink/ink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slideLayout" Target="../slideLayouts/slideLayout7.xml"/><Relationship Id="rId5" Type="http://schemas.openxmlformats.org/officeDocument/2006/relationships/image" Target="../media/image29.emf"/><Relationship Id="rId4" Type="http://schemas.openxmlformats.org/officeDocument/2006/relationships/customXml" Target="../ink/ink14.xml"/></Relationships>
</file>

<file path=ppt/slides/_rels/slide18.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30.emf"/><Relationship Id="rId1" Type="http://schemas.openxmlformats.org/officeDocument/2006/relationships/slideLayout" Target="../slideLayouts/slideLayout7.xml"/><Relationship Id="rId5" Type="http://schemas.openxmlformats.org/officeDocument/2006/relationships/image" Target="../media/image32.emf"/><Relationship Id="rId4" Type="http://schemas.openxmlformats.org/officeDocument/2006/relationships/customXml" Target="../ink/ink15.xml"/></Relationships>
</file>

<file path=ppt/slides/_rels/slide19.xml.rels><?xml version="1.0" encoding="UTF-8" standalone="yes"?>
<Relationships xmlns="http://schemas.openxmlformats.org/package/2006/relationships"><Relationship Id="rId3" Type="http://schemas.openxmlformats.org/officeDocument/2006/relationships/image" Target="../media/image34.emf"/><Relationship Id="rId7" Type="http://schemas.openxmlformats.org/officeDocument/2006/relationships/image" Target="../media/image37.emf"/><Relationship Id="rId2" Type="http://schemas.openxmlformats.org/officeDocument/2006/relationships/image" Target="../media/image33.emf"/><Relationship Id="rId1" Type="http://schemas.openxmlformats.org/officeDocument/2006/relationships/slideLayout" Target="../slideLayouts/slideLayout7.xml"/><Relationship Id="rId6" Type="http://schemas.openxmlformats.org/officeDocument/2006/relationships/customXml" Target="../ink/ink16.xml"/><Relationship Id="rId5" Type="http://schemas.openxmlformats.org/officeDocument/2006/relationships/image" Target="../media/image36.emf"/><Relationship Id="rId4" Type="http://schemas.openxmlformats.org/officeDocument/2006/relationships/image" Target="../media/image35.emf"/></Relationships>
</file>

<file path=ppt/slides/_rels/slide2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5.emf"/><Relationship Id="rId1" Type="http://schemas.openxmlformats.org/officeDocument/2006/relationships/slideLayout" Target="../slideLayouts/slideLayout7.xml"/><Relationship Id="rId6" Type="http://schemas.openxmlformats.org/officeDocument/2006/relationships/image" Target="../media/image38.emf"/><Relationship Id="rId5" Type="http://schemas.openxmlformats.org/officeDocument/2006/relationships/customXml" Target="../ink/ink17.xml"/><Relationship Id="rId4" Type="http://schemas.openxmlformats.org/officeDocument/2006/relationships/image" Target="../media/image9.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image" Target="../media/image39.emf"/><Relationship Id="rId1" Type="http://schemas.openxmlformats.org/officeDocument/2006/relationships/slideLayout" Target="../slideLayouts/slideLayout7.xml"/><Relationship Id="rId4" Type="http://schemas.openxmlformats.org/officeDocument/2006/relationships/image" Target="../media/image41.emf"/></Relationships>
</file>

<file path=ppt/slides/_rels/slide23.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image" Target="../media/image42.emf"/><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image" Target="../media/image45.emf"/><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image" Target="../media/image47.emf"/><Relationship Id="rId1" Type="http://schemas.openxmlformats.org/officeDocument/2006/relationships/slideLayout" Target="../slideLayouts/slideLayout7.xml"/><Relationship Id="rId4" Type="http://schemas.openxmlformats.org/officeDocument/2006/relationships/image" Target="../media/image49.emf"/></Relationships>
</file>

<file path=ppt/slides/_rels/slide27.xml.rels><?xml version="1.0" encoding="UTF-8" standalone="yes"?>
<Relationships xmlns="http://schemas.openxmlformats.org/package/2006/relationships"><Relationship Id="rId8" Type="http://schemas.openxmlformats.org/officeDocument/2006/relationships/customXml" Target="../ink/ink18.xml"/><Relationship Id="rId3" Type="http://schemas.openxmlformats.org/officeDocument/2006/relationships/image" Target="../media/image50.png"/><Relationship Id="rId7" Type="http://schemas.openxmlformats.org/officeDocument/2006/relationships/image" Target="../media/image52.png"/><Relationship Id="rId2" Type="http://schemas.openxmlformats.org/officeDocument/2006/relationships/hyperlink" Target="https://www.google.com/url?sa=i&amp;source=images&amp;cd=&amp;ved=2ahUKEwjOwLTE6uDgAhUTXysKHT66BvsQjRx6BAgBEAU&amp;url=https://commons.wikimedia.org/wiki/File:But-1-en-3-yne.svg&amp;psig=AOvVaw1xMyl9A6-PUwWf9UnSMsfj&amp;ust=1551525896662179" TargetMode="External"/><Relationship Id="rId1" Type="http://schemas.openxmlformats.org/officeDocument/2006/relationships/slideLayout" Target="../slideLayouts/slideLayout2.xml"/><Relationship Id="rId6" Type="http://schemas.openxmlformats.org/officeDocument/2006/relationships/hyperlink" Target="http://www.chemsink.com/compound/529978/" TargetMode="External"/><Relationship Id="rId5" Type="http://schemas.openxmlformats.org/officeDocument/2006/relationships/image" Target="../media/image51.png"/><Relationship Id="rId4" Type="http://schemas.openxmlformats.org/officeDocument/2006/relationships/hyperlink" Target="https://www.sigmaaldrich.com/catalog/product/aldrich/d151602?lang=en&amp;region=US" TargetMode="External"/><Relationship Id="rId9" Type="http://schemas.openxmlformats.org/officeDocument/2006/relationships/image" Target="../media/image53.emf"/></Relationships>
</file>

<file path=ppt/slides/_rels/slide28.x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customXml" Target="../ink/ink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59.gif"/><Relationship Id="rId13" Type="http://schemas.openxmlformats.org/officeDocument/2006/relationships/customXml" Target="../ink/ink20.xml"/><Relationship Id="rId3" Type="http://schemas.openxmlformats.org/officeDocument/2006/relationships/image" Target="../media/image54.gif"/><Relationship Id="rId7" Type="http://schemas.openxmlformats.org/officeDocument/2006/relationships/image" Target="../media/image58.gif"/><Relationship Id="rId12" Type="http://schemas.openxmlformats.org/officeDocument/2006/relationships/image" Target="../media/image63.gif"/><Relationship Id="rId2" Type="http://schemas.openxmlformats.org/officeDocument/2006/relationships/image" Target="../media/image53.gif"/><Relationship Id="rId1" Type="http://schemas.openxmlformats.org/officeDocument/2006/relationships/slideLayout" Target="../slideLayouts/slideLayout2.xml"/><Relationship Id="rId6" Type="http://schemas.openxmlformats.org/officeDocument/2006/relationships/image" Target="../media/image57.gif"/><Relationship Id="rId11" Type="http://schemas.openxmlformats.org/officeDocument/2006/relationships/image" Target="../media/image62.gif"/><Relationship Id="rId5" Type="http://schemas.openxmlformats.org/officeDocument/2006/relationships/image" Target="../media/image56.gif"/><Relationship Id="rId10" Type="http://schemas.openxmlformats.org/officeDocument/2006/relationships/image" Target="../media/image61.gif"/><Relationship Id="rId4" Type="http://schemas.openxmlformats.org/officeDocument/2006/relationships/image" Target="../media/image55.gif"/><Relationship Id="rId9" Type="http://schemas.openxmlformats.org/officeDocument/2006/relationships/image" Target="../media/image60.gif"/><Relationship Id="rId14" Type="http://schemas.openxmlformats.org/officeDocument/2006/relationships/image" Target="../media/image66.emf"/></Relationships>
</file>

<file path=ppt/slides/_rels/slide30.xml.rels><?xml version="1.0" encoding="UTF-8" standalone="yes"?>
<Relationships xmlns="http://schemas.openxmlformats.org/package/2006/relationships"><Relationship Id="rId3" Type="http://schemas.openxmlformats.org/officeDocument/2006/relationships/image" Target="../media/image67.emf"/><Relationship Id="rId2" Type="http://schemas.openxmlformats.org/officeDocument/2006/relationships/customXml" Target="../ink/ink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customXml" Target="../ink/ink22.xml"/><Relationship Id="rId2" Type="http://schemas.openxmlformats.org/officeDocument/2006/relationships/image" Target="../media/image64.gif"/><Relationship Id="rId1" Type="http://schemas.openxmlformats.org/officeDocument/2006/relationships/slideLayout" Target="../slideLayouts/slideLayout2.xml"/><Relationship Id="rId4" Type="http://schemas.openxmlformats.org/officeDocument/2006/relationships/image" Target="../media/image69.emf"/></Relationships>
</file>

<file path=ppt/slides/_rels/slide32.xml.rels><?xml version="1.0" encoding="UTF-8" standalone="yes"?>
<Relationships xmlns="http://schemas.openxmlformats.org/package/2006/relationships"><Relationship Id="rId2" Type="http://schemas.openxmlformats.org/officeDocument/2006/relationships/image" Target="../media/image64.gi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hyperlink" Target="https://en.wikipedia.org/wiki/File:2-nitrobenzaldehyde.svg" TargetMode="External"/><Relationship Id="rId13" Type="http://schemas.openxmlformats.org/officeDocument/2006/relationships/customXml" Target="../ink/ink23.xml"/><Relationship Id="rId3" Type="http://schemas.openxmlformats.org/officeDocument/2006/relationships/image" Target="../media/image65.png"/><Relationship Id="rId7" Type="http://schemas.openxmlformats.org/officeDocument/2006/relationships/image" Target="../media/image67.png"/><Relationship Id="rId12" Type="http://schemas.openxmlformats.org/officeDocument/2006/relationships/image" Target="../media/image71.gif"/><Relationship Id="rId2" Type="http://schemas.openxmlformats.org/officeDocument/2006/relationships/hyperlink" Target="https://en.wikipedia.org/wiki/File:3-Brombenzaldehyd.svg" TargetMode="External"/><Relationship Id="rId1" Type="http://schemas.openxmlformats.org/officeDocument/2006/relationships/slideLayout" Target="../slideLayouts/slideLayout2.xml"/><Relationship Id="rId6" Type="http://schemas.openxmlformats.org/officeDocument/2006/relationships/hyperlink" Target="https://en.wikipedia.org/wiki/File:3-Nitrobenzoic_acid.svg" TargetMode="External"/><Relationship Id="rId11" Type="http://schemas.openxmlformats.org/officeDocument/2006/relationships/image" Target="../media/image70.gif"/><Relationship Id="rId5" Type="http://schemas.openxmlformats.org/officeDocument/2006/relationships/image" Target="../media/image66.png"/><Relationship Id="rId10" Type="http://schemas.openxmlformats.org/officeDocument/2006/relationships/image" Target="../media/image69.gif"/><Relationship Id="rId4" Type="http://schemas.openxmlformats.org/officeDocument/2006/relationships/hyperlink" Target="https://en.wikipedia.org/wiki/File:4-Chloranilin.svg" TargetMode="External"/><Relationship Id="rId9" Type="http://schemas.openxmlformats.org/officeDocument/2006/relationships/image" Target="../media/image68.png"/><Relationship Id="rId14" Type="http://schemas.openxmlformats.org/officeDocument/2006/relationships/image" Target="../media/image77.e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78.emf"/><Relationship Id="rId2" Type="http://schemas.openxmlformats.org/officeDocument/2006/relationships/customXml" Target="../ink/ink24.xml"/><Relationship Id="rId1" Type="http://schemas.openxmlformats.org/officeDocument/2006/relationships/slideLayout" Target="../slideLayouts/slideLayout7.xml"/><Relationship Id="rId5" Type="http://schemas.openxmlformats.org/officeDocument/2006/relationships/image" Target="../media/image72.emf"/><Relationship Id="rId4" Type="http://schemas.openxmlformats.org/officeDocument/2006/relationships/customXml" Target="../ink/ink25.xml"/></Relationships>
</file>

<file path=ppt/slides/_rels/slide36.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image" Target="../media/image77.jpe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80.emf"/><Relationship Id="rId2" Type="http://schemas.openxmlformats.org/officeDocument/2006/relationships/image" Target="../media/image79.emf"/><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81.emf"/><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83.emf"/><Relationship Id="rId2" Type="http://schemas.openxmlformats.org/officeDocument/2006/relationships/image" Target="../media/image82.emf"/><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88.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91.jpe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94.emf"/><Relationship Id="rId2" Type="http://schemas.openxmlformats.org/officeDocument/2006/relationships/image" Target="../media/image93.emf"/><Relationship Id="rId1" Type="http://schemas.openxmlformats.org/officeDocument/2006/relationships/slideLayout" Target="../slideLayouts/slideLayout7.xml"/><Relationship Id="rId4" Type="http://schemas.openxmlformats.org/officeDocument/2006/relationships/image" Target="../media/image95.emf"/></Relationships>
</file>

<file path=ppt/slides/_rels/slide54.xml.rels><?xml version="1.0" encoding="UTF-8" standalone="yes"?>
<Relationships xmlns="http://schemas.openxmlformats.org/package/2006/relationships"><Relationship Id="rId3" Type="http://schemas.openxmlformats.org/officeDocument/2006/relationships/image" Target="../media/image97.emf"/><Relationship Id="rId2" Type="http://schemas.openxmlformats.org/officeDocument/2006/relationships/image" Target="../media/image96.emf"/><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98.emf"/><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100.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01.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01.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103.jpe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108.emf"/><Relationship Id="rId2" Type="http://schemas.openxmlformats.org/officeDocument/2006/relationships/image" Target="../media/image107.emf"/><Relationship Id="rId1" Type="http://schemas.openxmlformats.org/officeDocument/2006/relationships/slideLayout" Target="../slideLayouts/slideLayout7.xml"/><Relationship Id="rId4" Type="http://schemas.openxmlformats.org/officeDocument/2006/relationships/image" Target="../media/image109.emf"/></Relationships>
</file>

<file path=ppt/slides/_rels/slide66.xml.rels><?xml version="1.0" encoding="UTF-8" standalone="yes"?>
<Relationships xmlns="http://schemas.openxmlformats.org/package/2006/relationships"><Relationship Id="rId3" Type="http://schemas.openxmlformats.org/officeDocument/2006/relationships/image" Target="../media/image111.emf"/><Relationship Id="rId2" Type="http://schemas.openxmlformats.org/officeDocument/2006/relationships/image" Target="../media/image110.emf"/><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113.emf"/><Relationship Id="rId2" Type="http://schemas.openxmlformats.org/officeDocument/2006/relationships/image" Target="../media/image112.emf"/><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116.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17.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18.e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latin typeface="+mn-lt"/>
              </a:rPr>
              <a:t>Basic Principles of Organic Chemistry</a:t>
            </a:r>
          </a:p>
        </p:txBody>
      </p:sp>
      <p:sp>
        <p:nvSpPr>
          <p:cNvPr id="3" name="Subtitle 2"/>
          <p:cNvSpPr>
            <a:spLocks noGrp="1"/>
          </p:cNvSpPr>
          <p:nvPr>
            <p:ph type="subTitle" idx="1"/>
          </p:nvPr>
        </p:nvSpPr>
        <p:spPr/>
        <p:txBody>
          <a:bodyPr/>
          <a:lstStyle/>
          <a:p>
            <a:endParaRPr lang="en-US"/>
          </a:p>
        </p:txBody>
      </p:sp>
      <p:sp>
        <p:nvSpPr>
          <p:cNvPr id="4" name="Slide Number Placeholder 3"/>
          <p:cNvSpPr>
            <a:spLocks noGrp="1"/>
          </p:cNvSpPr>
          <p:nvPr>
            <p:ph type="sldNum" sz="quarter" idx="12"/>
          </p:nvPr>
        </p:nvSpPr>
        <p:spPr/>
        <p:txBody>
          <a:bodyPr/>
          <a:lstStyle/>
          <a:p>
            <a:fld id="{5776AC22-00B8-47A7-833D-F03A60546104}" type="slidenum">
              <a:rPr lang="en-US" smtClean="0"/>
              <a:t>1</a:t>
            </a:fld>
            <a:endParaRPr lang="en-US"/>
          </a:p>
        </p:txBody>
      </p:sp>
    </p:spTree>
    <p:extLst>
      <p:ext uri="{BB962C8B-B14F-4D97-AF65-F5344CB8AC3E}">
        <p14:creationId xmlns:p14="http://schemas.microsoft.com/office/powerpoint/2010/main" val="279229059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39841" y="1174017"/>
            <a:ext cx="11513128" cy="5539978"/>
          </a:xfrm>
          <a:prstGeom prst="rect">
            <a:avLst/>
          </a:prstGeom>
          <a:noFill/>
        </p:spPr>
        <p:txBody>
          <a:bodyPr wrap="square" rtlCol="0">
            <a:spAutoFit/>
          </a:bodyPr>
          <a:lstStyle/>
          <a:p>
            <a:pPr marL="457200" indent="-457200">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We used to describe organic chemistry as the chemistry of living things. </a:t>
            </a:r>
          </a:p>
          <a:p>
            <a:pPr marL="457200" indent="-457200">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Since the chemistry of living things is based on carbon, the chemistry of carbon compounds has come to be known as</a:t>
            </a:r>
            <a:r>
              <a:rPr lang="en-US" sz="2800" b="1" u="sng" dirty="0">
                <a:latin typeface="Times New Roman" panose="02020603050405020304" pitchFamily="18" charset="0"/>
                <a:cs typeface="Times New Roman" panose="02020603050405020304" pitchFamily="18" charset="0"/>
              </a:rPr>
              <a:t> </a:t>
            </a:r>
            <a:r>
              <a:rPr lang="en-US" sz="2800" b="1" i="1" u="sng" dirty="0">
                <a:solidFill>
                  <a:srgbClr val="7030A0"/>
                </a:solidFill>
                <a:latin typeface="Times New Roman" panose="02020603050405020304" pitchFamily="18" charset="0"/>
                <a:cs typeface="Times New Roman" panose="02020603050405020304" pitchFamily="18" charset="0"/>
              </a:rPr>
              <a:t>Organic Chemistry</a:t>
            </a:r>
            <a:r>
              <a:rPr lang="en-US" sz="2800" dirty="0">
                <a:solidFill>
                  <a:srgbClr val="7030A0"/>
                </a:solidFill>
                <a:latin typeface="Times New Roman" panose="02020603050405020304" pitchFamily="18" charset="0"/>
                <a:cs typeface="Times New Roman" panose="02020603050405020304" pitchFamily="18" charset="0"/>
              </a:rPr>
              <a:t>. </a:t>
            </a:r>
          </a:p>
          <a:p>
            <a:pPr marL="457200" indent="-457200">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It now includes the study of carbon compounds which are not found in living things and so is an incredibly large branch of modern chemistry. </a:t>
            </a:r>
          </a:p>
          <a:p>
            <a:pPr marL="457200" indent="-457200">
              <a:lnSpc>
                <a:spcPct val="150000"/>
              </a:lnSpc>
              <a:buFont typeface="Wingdings" panose="05000000000000000000" pitchFamily="2" charset="2"/>
              <a:buChar char="Ø"/>
            </a:pPr>
            <a:r>
              <a:rPr lang="en-US" sz="2800" dirty="0"/>
              <a:t> Organic compounds are the hydrocarbons and their derivatives and organic chemistry is that branch of chemistry that deals with the study of these compounds </a:t>
            </a:r>
            <a:endParaRPr lang="en-US" sz="2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p:txBody>
      </p:sp>
      <p:sp>
        <p:nvSpPr>
          <p:cNvPr id="7" name="TextBox 6"/>
          <p:cNvSpPr txBox="1"/>
          <p:nvPr/>
        </p:nvSpPr>
        <p:spPr>
          <a:xfrm>
            <a:off x="2098963" y="149902"/>
            <a:ext cx="7794885" cy="707886"/>
          </a:xfrm>
          <a:prstGeom prst="rect">
            <a:avLst/>
          </a:prstGeom>
          <a:solidFill>
            <a:schemeClr val="accent1">
              <a:lumMod val="40000"/>
              <a:lumOff val="60000"/>
            </a:schemeClr>
          </a:solidFill>
        </p:spPr>
        <p:txBody>
          <a:bodyPr wrap="square" rtlCol="0">
            <a:spAutoFit/>
          </a:bodyPr>
          <a:lstStyle/>
          <a:p>
            <a:r>
              <a:rPr lang="en-US" sz="4000" b="1" dirty="0">
                <a:solidFill>
                  <a:srgbClr val="C00000"/>
                </a:solidFill>
              </a:rPr>
              <a:t>Introduction of Organic Chemistry</a:t>
            </a:r>
          </a:p>
        </p:txBody>
      </p:sp>
    </p:spTree>
    <p:extLst>
      <p:ext uri="{BB962C8B-B14F-4D97-AF65-F5344CB8AC3E}">
        <p14:creationId xmlns:p14="http://schemas.microsoft.com/office/powerpoint/2010/main" val="212029049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030506"/>
            <a:ext cx="12192000" cy="1200329"/>
          </a:xfrm>
          <a:prstGeom prst="rect">
            <a:avLst/>
          </a:prstGeom>
        </p:spPr>
        <p:txBody>
          <a:bodyPr wrap="square">
            <a:spAutoFit/>
          </a:bodyPr>
          <a:lstStyle/>
          <a:p>
            <a:endParaRPr lang="en-US" sz="1600" b="0" i="0" u="none" strike="noStrike" baseline="0" dirty="0">
              <a:solidFill>
                <a:srgbClr val="000000"/>
              </a:solidFill>
              <a:latin typeface="Calibri" panose="020F0502020204030204" pitchFamily="34" charset="0"/>
            </a:endParaRPr>
          </a:p>
          <a:p>
            <a:r>
              <a:rPr lang="en-US" sz="2800" b="0" i="0" u="none" strike="noStrike" baseline="0" dirty="0">
                <a:solidFill>
                  <a:srgbClr val="000000"/>
                </a:solidFill>
                <a:latin typeface="Calibri" panose="020F0502020204030204" pitchFamily="34" charset="0"/>
              </a:rPr>
              <a:t>The atomic number of Carbon is 6 and its electronic configuration is 2,4 i.e. it has 4 valence electrons. </a:t>
            </a:r>
            <a:endParaRPr lang="en-US" sz="2400" dirty="0"/>
          </a:p>
        </p:txBody>
      </p:sp>
      <p:pic>
        <p:nvPicPr>
          <p:cNvPr id="3" name="Picture 2" descr="carbons 4valen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57173" y="1953491"/>
            <a:ext cx="3733800" cy="2231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txBox="1">
            <a:spLocks noChangeArrowheads="1"/>
          </p:cNvSpPr>
          <p:nvPr/>
        </p:nvSpPr>
        <p:spPr>
          <a:xfrm>
            <a:off x="0" y="4185386"/>
            <a:ext cx="11984181" cy="229854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Chalkboard" pitchFamily="64" charset="0"/>
              </a:rPr>
              <a:t>It has a “central” role in all living organisms.</a:t>
            </a:r>
          </a:p>
          <a:p>
            <a:r>
              <a:rPr lang="en-US" dirty="0">
                <a:latin typeface="Chalkboard" pitchFamily="64" charset="0"/>
              </a:rPr>
              <a:t>It has </a:t>
            </a:r>
            <a:r>
              <a:rPr lang="en-US" b="1" u="sng" dirty="0">
                <a:latin typeface="Chalkboard" pitchFamily="64" charset="0"/>
              </a:rPr>
              <a:t>4 valence</a:t>
            </a:r>
            <a:r>
              <a:rPr lang="en-US" dirty="0">
                <a:latin typeface="Chalkboard" pitchFamily="64" charset="0"/>
              </a:rPr>
              <a:t> electrons.</a:t>
            </a:r>
          </a:p>
          <a:p>
            <a:r>
              <a:rPr lang="en-US" dirty="0">
                <a:latin typeface="Chalkboard" pitchFamily="64" charset="0"/>
              </a:rPr>
              <a:t>It makes </a:t>
            </a:r>
            <a:r>
              <a:rPr lang="en-US" b="1" u="sng" dirty="0">
                <a:latin typeface="Chalkboard" pitchFamily="64" charset="0"/>
              </a:rPr>
              <a:t>4 covalent</a:t>
            </a:r>
            <a:r>
              <a:rPr lang="en-US" dirty="0">
                <a:latin typeface="Chalkboard" pitchFamily="64" charset="0"/>
              </a:rPr>
              <a:t> bonds.</a:t>
            </a:r>
          </a:p>
          <a:p>
            <a:r>
              <a:rPr lang="en-US" dirty="0">
                <a:latin typeface="Chalkboard" pitchFamily="64" charset="0"/>
              </a:rPr>
              <a:t>It can bond with any element, but really loves to bond with other carbon atoms and make long chains</a:t>
            </a:r>
            <a:endParaRPr lang="en-US" sz="2400" dirty="0"/>
          </a:p>
        </p:txBody>
      </p:sp>
      <p:sp>
        <p:nvSpPr>
          <p:cNvPr id="5" name="Text Box 4"/>
          <p:cNvSpPr txBox="1">
            <a:spLocks noChangeArrowheads="1"/>
          </p:cNvSpPr>
          <p:nvPr/>
        </p:nvSpPr>
        <p:spPr bwMode="auto">
          <a:xfrm>
            <a:off x="166180" y="2230835"/>
            <a:ext cx="4779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E" sz="2400" dirty="0"/>
              <a:t>Electronic configuration of Carbon</a:t>
            </a:r>
          </a:p>
        </p:txBody>
      </p:sp>
      <p:sp>
        <p:nvSpPr>
          <p:cNvPr id="6" name="Text Box 5"/>
          <p:cNvSpPr txBox="1">
            <a:spLocks noChangeArrowheads="1"/>
          </p:cNvSpPr>
          <p:nvPr/>
        </p:nvSpPr>
        <p:spPr bwMode="auto">
          <a:xfrm>
            <a:off x="5277930" y="2159397"/>
            <a:ext cx="271420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nchor="t">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None/>
            </a:pPr>
            <a:r>
              <a:rPr lang="en-IE" dirty="0">
                <a:latin typeface="Arial"/>
                <a:cs typeface="Arial"/>
              </a:rPr>
              <a:t>C  1s</a:t>
            </a:r>
            <a:r>
              <a:rPr lang="en-IE" baseline="30000" dirty="0">
                <a:latin typeface="Arial"/>
                <a:cs typeface="Arial"/>
              </a:rPr>
              <a:t>2</a:t>
            </a:r>
            <a:r>
              <a:rPr lang="en-IE" dirty="0">
                <a:latin typeface="Arial"/>
                <a:cs typeface="Arial"/>
              </a:rPr>
              <a:t> 2s</a:t>
            </a:r>
            <a:r>
              <a:rPr lang="en-IE" baseline="30000" dirty="0">
                <a:latin typeface="Arial"/>
                <a:cs typeface="Arial"/>
              </a:rPr>
              <a:t>2</a:t>
            </a:r>
            <a:r>
              <a:rPr lang="en-IE" dirty="0">
                <a:latin typeface="Arial"/>
                <a:cs typeface="Arial"/>
              </a:rPr>
              <a:t> 2p</a:t>
            </a:r>
            <a:r>
              <a:rPr lang="en-IE" baseline="30000" dirty="0">
                <a:latin typeface="Arial"/>
                <a:cs typeface="Arial"/>
              </a:rPr>
              <a:t>2</a:t>
            </a:r>
          </a:p>
        </p:txBody>
      </p:sp>
      <p:sp>
        <p:nvSpPr>
          <p:cNvPr id="7" name="TextBox 6"/>
          <p:cNvSpPr txBox="1"/>
          <p:nvPr/>
        </p:nvSpPr>
        <p:spPr>
          <a:xfrm>
            <a:off x="2556162" y="117624"/>
            <a:ext cx="5358646" cy="984885"/>
          </a:xfrm>
          <a:prstGeom prst="rect">
            <a:avLst/>
          </a:prstGeom>
          <a:solidFill>
            <a:schemeClr val="accent1">
              <a:lumMod val="40000"/>
              <a:lumOff val="60000"/>
            </a:schemeClr>
          </a:solidFill>
        </p:spPr>
        <p:txBody>
          <a:bodyPr wrap="square" rtlCol="0">
            <a:spAutoFit/>
          </a:bodyPr>
          <a:lstStyle/>
          <a:p>
            <a:pPr algn="ctr"/>
            <a:r>
              <a:rPr lang="en-US" sz="4000" b="1" i="0" u="none" strike="noStrike" baseline="0" dirty="0">
                <a:solidFill>
                  <a:srgbClr val="C00000"/>
                </a:solidFill>
                <a:latin typeface="Calibri" panose="020F0502020204030204" pitchFamily="34" charset="0"/>
              </a:rPr>
              <a:t>Tetravalency of carbon </a:t>
            </a:r>
          </a:p>
          <a:p>
            <a:endParaRPr lang="en-US" dirty="0"/>
          </a:p>
        </p:txBody>
      </p:sp>
      <mc:AlternateContent xmlns:mc="http://schemas.openxmlformats.org/markup-compatibility/2006" xmlns:p14="http://schemas.microsoft.com/office/powerpoint/2010/main">
        <mc:Choice Requires="p14">
          <p:contentPart p14:bwMode="auto" r:id="rId3">
            <p14:nvContentPartPr>
              <p14:cNvPr id="8" name="Ink 7"/>
              <p14:cNvContentPartPr/>
              <p14:nvPr/>
            </p14:nvContentPartPr>
            <p14:xfrm>
              <a:off x="304560" y="5077440"/>
              <a:ext cx="4581000" cy="870480"/>
            </p14:xfrm>
          </p:contentPart>
        </mc:Choice>
        <mc:Fallback xmlns="">
          <p:pic>
            <p:nvPicPr>
              <p:cNvPr id="8" name="Ink 7"/>
              <p:cNvPicPr/>
              <p:nvPr/>
            </p:nvPicPr>
            <p:blipFill>
              <a:blip r:embed="rId4"/>
              <a:stretch>
                <a:fillRect/>
              </a:stretch>
            </p:blipFill>
            <p:spPr>
              <a:xfrm>
                <a:off x="295200" y="5068080"/>
                <a:ext cx="4599720" cy="889200"/>
              </a:xfrm>
              <a:prstGeom prst="rect">
                <a:avLst/>
              </a:prstGeom>
            </p:spPr>
          </p:pic>
        </mc:Fallback>
      </mc:AlternateContent>
    </p:spTree>
    <p:extLst>
      <p:ext uri="{BB962C8B-B14F-4D97-AF65-F5344CB8AC3E}">
        <p14:creationId xmlns:p14="http://schemas.microsoft.com/office/powerpoint/2010/main" val="3251770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slide(fromRight)">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2"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slide(fromRight)">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2"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slide(fromRight)">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2"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slide(fromRight)">
                                      <p:cBhvr>
                                        <p:cTn id="22" dur="20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36600" y="988199"/>
            <a:ext cx="10922000" cy="5186676"/>
          </a:xfrm>
          <a:prstGeom prst="rect">
            <a:avLst/>
          </a:prstGeom>
        </p:spPr>
        <p:txBody>
          <a:bodyPr wrap="square">
            <a:spAutoFit/>
          </a:bodyPr>
          <a:lstStyle/>
          <a:p>
            <a:pPr>
              <a:lnSpc>
                <a:spcPct val="150000"/>
              </a:lnSpc>
            </a:pPr>
            <a:r>
              <a:rPr lang="en-US" sz="3200" b="1" dirty="0">
                <a:solidFill>
                  <a:srgbClr val="C00000"/>
                </a:solidFill>
              </a:rPr>
              <a:t>IUPAC System of Nomenclature of Organic Compounds </a:t>
            </a:r>
          </a:p>
          <a:p>
            <a:pPr algn="just">
              <a:lnSpc>
                <a:spcPct val="150000"/>
              </a:lnSpc>
            </a:pPr>
            <a:r>
              <a:rPr lang="en-US" sz="3200" i="1" dirty="0">
                <a:solidFill>
                  <a:schemeClr val="accent5"/>
                </a:solidFill>
              </a:rPr>
              <a:t>IUPAC (International Union of Pure and Applied Chemistry)</a:t>
            </a:r>
            <a:r>
              <a:rPr lang="en-US" sz="3200" i="1" dirty="0">
                <a:solidFill>
                  <a:srgbClr val="000000"/>
                </a:solidFill>
              </a:rPr>
              <a:t> have evolved a systematic and logical way to write the names of millions of organic compounds from their structure and write the structure back from their names in order to ensure uniformity in naming across the world. Many substances in addition to IUPAC names also have common name. </a:t>
            </a:r>
            <a:endParaRPr lang="en-US" sz="3200" dirty="0"/>
          </a:p>
        </p:txBody>
      </p:sp>
    </p:spTree>
    <p:extLst>
      <p:ext uri="{BB962C8B-B14F-4D97-AF65-F5344CB8AC3E}">
        <p14:creationId xmlns:p14="http://schemas.microsoft.com/office/powerpoint/2010/main" val="156475559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087A74-9B7C-162B-8A51-79CF79F6D991}"/>
              </a:ext>
            </a:extLst>
          </p:cNvPr>
          <p:cNvSpPr txBox="1"/>
          <p:nvPr/>
        </p:nvSpPr>
        <p:spPr>
          <a:xfrm>
            <a:off x="269630" y="5564553"/>
            <a:ext cx="1183835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4D5156"/>
                </a:solidFill>
                <a:latin typeface="arial"/>
                <a:cs typeface="arial"/>
              </a:rPr>
              <a:t>A </a:t>
            </a:r>
            <a:r>
              <a:rPr lang="en-US" b="1">
                <a:solidFill>
                  <a:srgbClr val="5F6368"/>
                </a:solidFill>
                <a:latin typeface="arial"/>
                <a:cs typeface="arial"/>
              </a:rPr>
              <a:t>functional group</a:t>
            </a:r>
            <a:r>
              <a:rPr lang="en-US" b="1">
                <a:solidFill>
                  <a:srgbClr val="4D5156"/>
                </a:solidFill>
                <a:latin typeface="arial"/>
                <a:cs typeface="arial"/>
              </a:rPr>
              <a:t> is a group of atoms or bonds inside a substance that is responsible for the substance's unique chemical reactions in organic chemistry.</a:t>
            </a:r>
            <a:endParaRPr lang="en-US" b="1"/>
          </a:p>
        </p:txBody>
      </p:sp>
      <p:pic>
        <p:nvPicPr>
          <p:cNvPr id="4" name="Picture 4" descr="Table&#10;&#10;Description automatically generated">
            <a:extLst>
              <a:ext uri="{FF2B5EF4-FFF2-40B4-BE49-F238E27FC236}">
                <a16:creationId xmlns:a16="http://schemas.microsoft.com/office/drawing/2014/main" id="{76F99344-1E06-DCE7-5CDF-288DCF2D91FC}"/>
              </a:ext>
            </a:extLst>
          </p:cNvPr>
          <p:cNvPicPr>
            <a:picLocks noChangeAspect="1"/>
          </p:cNvPicPr>
          <p:nvPr/>
        </p:nvPicPr>
        <p:blipFill>
          <a:blip r:embed="rId2"/>
          <a:stretch>
            <a:fillRect/>
          </a:stretch>
        </p:blipFill>
        <p:spPr>
          <a:xfrm>
            <a:off x="181708" y="260805"/>
            <a:ext cx="11984892" cy="4450928"/>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295920" y="139680"/>
              <a:ext cx="10787760" cy="6181920"/>
            </p14:xfrm>
          </p:contentPart>
        </mc:Choice>
        <mc:Fallback xmlns="">
          <p:pic>
            <p:nvPicPr>
              <p:cNvPr id="2" name="Ink 1"/>
              <p:cNvPicPr/>
              <p:nvPr/>
            </p:nvPicPr>
            <p:blipFill>
              <a:blip r:embed="rId4"/>
              <a:stretch>
                <a:fillRect/>
              </a:stretch>
            </p:blipFill>
            <p:spPr>
              <a:xfrm>
                <a:off x="286560" y="130320"/>
                <a:ext cx="10806480" cy="6200640"/>
              </a:xfrm>
              <a:prstGeom prst="rect">
                <a:avLst/>
              </a:prstGeom>
            </p:spPr>
          </p:pic>
        </mc:Fallback>
      </mc:AlternateContent>
    </p:spTree>
    <p:extLst>
      <p:ext uri="{BB962C8B-B14F-4D97-AF65-F5344CB8AC3E}">
        <p14:creationId xmlns:p14="http://schemas.microsoft.com/office/powerpoint/2010/main" val="256159100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48396" y="196518"/>
            <a:ext cx="10893271" cy="2308324"/>
          </a:xfrm>
          <a:prstGeom prst="rect">
            <a:avLst/>
          </a:prstGeom>
        </p:spPr>
        <p:txBody>
          <a:bodyPr wrap="square">
            <a:spAutoFit/>
          </a:bodyPr>
          <a:lstStyle/>
          <a:p>
            <a:pPr algn="just"/>
            <a:r>
              <a:rPr lang="en-US" sz="2400" dirty="0">
                <a:solidFill>
                  <a:srgbClr val="000000"/>
                </a:solidFill>
              </a:rPr>
              <a:t>The IUPAC name of every organic molecule broadly has 3 parts: </a:t>
            </a:r>
          </a:p>
          <a:p>
            <a:pPr algn="just"/>
            <a:r>
              <a:rPr lang="en-US" sz="2400" b="1" dirty="0">
                <a:solidFill>
                  <a:srgbClr val="000000"/>
                </a:solidFill>
              </a:rPr>
              <a:t>• </a:t>
            </a:r>
            <a:r>
              <a:rPr lang="en-US" sz="2400" dirty="0">
                <a:solidFill>
                  <a:srgbClr val="000000"/>
                </a:solidFill>
              </a:rPr>
              <a:t>The parent or root name indicates the number of carbons in the longest continuous chain. </a:t>
            </a:r>
          </a:p>
          <a:p>
            <a:pPr algn="just"/>
            <a:r>
              <a:rPr lang="en-US" sz="2400" b="1" dirty="0">
                <a:solidFill>
                  <a:srgbClr val="000000"/>
                </a:solidFill>
              </a:rPr>
              <a:t>• </a:t>
            </a:r>
            <a:r>
              <a:rPr lang="en-US" sz="2400" dirty="0">
                <a:solidFill>
                  <a:srgbClr val="000000"/>
                </a:solidFill>
              </a:rPr>
              <a:t>The suffix indicates what functional group is present. </a:t>
            </a:r>
          </a:p>
          <a:p>
            <a:pPr algn="just"/>
            <a:r>
              <a:rPr lang="en-US" sz="2400" b="1" dirty="0">
                <a:solidFill>
                  <a:srgbClr val="000000"/>
                </a:solidFill>
              </a:rPr>
              <a:t>• </a:t>
            </a:r>
            <a:r>
              <a:rPr lang="en-US" sz="2400" dirty="0">
                <a:solidFill>
                  <a:srgbClr val="000000"/>
                </a:solidFill>
              </a:rPr>
              <a:t>The prefix tells us the identity, location, and number of substituents attached to the carbon chain. </a:t>
            </a:r>
          </a:p>
        </p:txBody>
      </p:sp>
      <p:pic>
        <p:nvPicPr>
          <p:cNvPr id="3" name="Picture 2"/>
          <p:cNvPicPr>
            <a:picLocks noChangeAspect="1"/>
          </p:cNvPicPr>
          <p:nvPr/>
        </p:nvPicPr>
        <p:blipFill>
          <a:blip r:embed="rId2"/>
          <a:stretch>
            <a:fillRect/>
          </a:stretch>
        </p:blipFill>
        <p:spPr>
          <a:xfrm>
            <a:off x="1" y="2504842"/>
            <a:ext cx="12191999" cy="4379376"/>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Ink 3"/>
              <p14:cNvContentPartPr/>
              <p14:nvPr/>
            </p14:nvContentPartPr>
            <p14:xfrm>
              <a:off x="1823400" y="2602080"/>
              <a:ext cx="8780040" cy="158040"/>
            </p14:xfrm>
          </p:contentPart>
        </mc:Choice>
        <mc:Fallback xmlns="">
          <p:pic>
            <p:nvPicPr>
              <p:cNvPr id="4" name="Ink 3"/>
              <p:cNvPicPr/>
              <p:nvPr/>
            </p:nvPicPr>
            <p:blipFill>
              <a:blip r:embed="rId4"/>
              <a:stretch>
                <a:fillRect/>
              </a:stretch>
            </p:blipFill>
            <p:spPr>
              <a:xfrm>
                <a:off x="1814040" y="2592720"/>
                <a:ext cx="8798760" cy="176760"/>
              </a:xfrm>
              <a:prstGeom prst="rect">
                <a:avLst/>
              </a:prstGeom>
            </p:spPr>
          </p:pic>
        </mc:Fallback>
      </mc:AlternateContent>
    </p:spTree>
    <p:extLst>
      <p:ext uri="{BB962C8B-B14F-4D97-AF65-F5344CB8AC3E}">
        <p14:creationId xmlns:p14="http://schemas.microsoft.com/office/powerpoint/2010/main" val="90872770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735736" y="559008"/>
            <a:ext cx="8839200" cy="5334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r>
              <a:rPr lang="en-US" b="1" dirty="0">
                <a:solidFill>
                  <a:srgbClr val="C00000"/>
                </a:solidFill>
              </a:rPr>
              <a:t>Functional Groups</a:t>
            </a:r>
          </a:p>
        </p:txBody>
      </p:sp>
      <p:sp>
        <p:nvSpPr>
          <p:cNvPr id="3" name="Rectangle 3"/>
          <p:cNvSpPr txBox="1">
            <a:spLocks noChangeArrowheads="1"/>
          </p:cNvSpPr>
          <p:nvPr/>
        </p:nvSpPr>
        <p:spPr>
          <a:xfrm>
            <a:off x="228600" y="825708"/>
            <a:ext cx="11853472" cy="55626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endParaRPr lang="en-US" dirty="0">
              <a:solidFill>
                <a:srgbClr val="1184AD"/>
              </a:solidFill>
              <a:effectLst>
                <a:outerShdw blurRad="38100" dist="38100" dir="2700000" algn="tl">
                  <a:srgbClr val="C0C0C0"/>
                </a:outerShdw>
              </a:effectLst>
            </a:endParaRPr>
          </a:p>
          <a:p>
            <a:pPr>
              <a:lnSpc>
                <a:spcPct val="150000"/>
              </a:lnSpc>
              <a:defRPr/>
            </a:pPr>
            <a:r>
              <a:rPr lang="en-US" dirty="0">
                <a:solidFill>
                  <a:srgbClr val="1184AD"/>
                </a:solidFill>
                <a:effectLst>
                  <a:outerShdw blurRad="38100" dist="38100" dir="2700000" algn="tl">
                    <a:srgbClr val="C0C0C0"/>
                  </a:outerShdw>
                </a:effectLst>
              </a:rPr>
              <a:t>Functional group:</a:t>
            </a:r>
            <a:r>
              <a:rPr lang="en-US" dirty="0"/>
              <a:t> An atom or group of atoms within a molecule that shows a characteristic set of physical and chemical properties.</a:t>
            </a:r>
          </a:p>
          <a:p>
            <a:pPr>
              <a:lnSpc>
                <a:spcPct val="150000"/>
              </a:lnSpc>
              <a:defRPr/>
            </a:pPr>
            <a:r>
              <a:rPr lang="en-US" dirty="0"/>
              <a:t>Functional groups are important for three reason; they are</a:t>
            </a:r>
          </a:p>
          <a:p>
            <a:pPr lvl="1">
              <a:lnSpc>
                <a:spcPct val="150000"/>
              </a:lnSpc>
              <a:buFont typeface="Helvetica" panose="020B0604020202020204" pitchFamily="34" charset="0"/>
              <a:buNone/>
              <a:defRPr/>
            </a:pPr>
            <a:r>
              <a:rPr lang="en-US" dirty="0"/>
              <a:t>1. The units by which we divide organic compounds into classes</a:t>
            </a:r>
          </a:p>
          <a:p>
            <a:pPr lvl="1">
              <a:lnSpc>
                <a:spcPct val="150000"/>
              </a:lnSpc>
              <a:buFont typeface="Helvetica" panose="020B0604020202020204" pitchFamily="34" charset="0"/>
              <a:buNone/>
              <a:defRPr/>
            </a:pPr>
            <a:r>
              <a:rPr lang="en-US" dirty="0"/>
              <a:t>2. The sites of characteristic chemical reactions</a:t>
            </a:r>
          </a:p>
          <a:p>
            <a:pPr lvl="1">
              <a:lnSpc>
                <a:spcPct val="150000"/>
              </a:lnSpc>
              <a:buFont typeface="Helvetica" panose="020B0604020202020204" pitchFamily="34" charset="0"/>
              <a:buNone/>
              <a:defRPr/>
            </a:pPr>
            <a:r>
              <a:rPr lang="en-US" dirty="0"/>
              <a:t>3. The basis for naming organic compounds</a:t>
            </a:r>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552600" y="1383480"/>
              <a:ext cx="7939800" cy="1366920"/>
            </p14:xfrm>
          </p:contentPart>
        </mc:Choice>
        <mc:Fallback xmlns="">
          <p:pic>
            <p:nvPicPr>
              <p:cNvPr id="4" name="Ink 3"/>
              <p:cNvPicPr/>
              <p:nvPr/>
            </p:nvPicPr>
            <p:blipFill>
              <a:blip r:embed="rId3"/>
              <a:stretch>
                <a:fillRect/>
              </a:stretch>
            </p:blipFill>
            <p:spPr>
              <a:xfrm>
                <a:off x="543240" y="1374120"/>
                <a:ext cx="7958520" cy="1385640"/>
              </a:xfrm>
              <a:prstGeom prst="rect">
                <a:avLst/>
              </a:prstGeom>
            </p:spPr>
          </p:pic>
        </mc:Fallback>
      </mc:AlternateContent>
    </p:spTree>
    <p:extLst>
      <p:ext uri="{BB962C8B-B14F-4D97-AF65-F5344CB8AC3E}">
        <p14:creationId xmlns:p14="http://schemas.microsoft.com/office/powerpoint/2010/main" val="379485199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46331"/>
          </a:xfrm>
          <a:prstGeom prst="rect">
            <a:avLst/>
          </a:prstGeom>
        </p:spPr>
        <p:txBody>
          <a:bodyPr wrap="square">
            <a:spAutoFit/>
          </a:bodyPr>
          <a:lstStyle/>
          <a:p>
            <a:pPr algn="ctr"/>
            <a:r>
              <a:rPr lang="en-US" sz="3600" b="1" dirty="0">
                <a:solidFill>
                  <a:srgbClr val="C00000"/>
                </a:solidFill>
                <a:latin typeface="Book Antiqua" panose="02040602050305030304" pitchFamily="18" charset="0"/>
              </a:rPr>
              <a:t>Important </a:t>
            </a:r>
            <a:r>
              <a:rPr lang="en-US" sz="3600" b="1" dirty="0">
                <a:solidFill>
                  <a:srgbClr val="C00000"/>
                </a:solidFill>
              </a:rPr>
              <a:t>Functional Groups </a:t>
            </a:r>
            <a:endParaRPr lang="en-US" sz="3600" dirty="0">
              <a:solidFill>
                <a:srgbClr val="C00000"/>
              </a:solidFill>
            </a:endParaRPr>
          </a:p>
        </p:txBody>
      </p:sp>
      <p:grpSp>
        <p:nvGrpSpPr>
          <p:cNvPr id="3" name="Group 2"/>
          <p:cNvGrpSpPr/>
          <p:nvPr/>
        </p:nvGrpSpPr>
        <p:grpSpPr>
          <a:xfrm>
            <a:off x="2445827" y="845889"/>
            <a:ext cx="5800706" cy="6012111"/>
            <a:chOff x="1259453" y="997358"/>
            <a:chExt cx="4471440" cy="6012111"/>
          </a:xfrm>
        </p:grpSpPr>
        <p:pic>
          <p:nvPicPr>
            <p:cNvPr id="6" name="Picture 5"/>
            <p:cNvPicPr>
              <a:picLocks noChangeAspect="1"/>
            </p:cNvPicPr>
            <p:nvPr/>
          </p:nvPicPr>
          <p:blipFill rotWithShape="1">
            <a:blip r:embed="rId2"/>
            <a:srcRect r="50729"/>
            <a:stretch/>
          </p:blipFill>
          <p:spPr>
            <a:xfrm>
              <a:off x="1417125" y="997358"/>
              <a:ext cx="4186767" cy="3924327"/>
            </a:xfrm>
            <a:prstGeom prst="rect">
              <a:avLst/>
            </a:prstGeom>
          </p:spPr>
        </p:pic>
        <p:pic>
          <p:nvPicPr>
            <p:cNvPr id="7" name="Picture 6"/>
            <p:cNvPicPr>
              <a:picLocks noChangeAspect="1"/>
            </p:cNvPicPr>
            <p:nvPr/>
          </p:nvPicPr>
          <p:blipFill rotWithShape="1">
            <a:blip r:embed="rId3"/>
            <a:srcRect r="44144"/>
            <a:stretch/>
          </p:blipFill>
          <p:spPr>
            <a:xfrm>
              <a:off x="1259453" y="4879034"/>
              <a:ext cx="4471440" cy="1199106"/>
            </a:xfrm>
            <a:prstGeom prst="rect">
              <a:avLst/>
            </a:prstGeom>
          </p:spPr>
        </p:pic>
        <p:pic>
          <p:nvPicPr>
            <p:cNvPr id="8" name="Picture 7"/>
            <p:cNvPicPr>
              <a:picLocks noChangeAspect="1"/>
            </p:cNvPicPr>
            <p:nvPr/>
          </p:nvPicPr>
          <p:blipFill rotWithShape="1">
            <a:blip r:embed="rId4"/>
            <a:srcRect r="48301"/>
            <a:stretch/>
          </p:blipFill>
          <p:spPr>
            <a:xfrm>
              <a:off x="1349392" y="5968069"/>
              <a:ext cx="4135968" cy="1041400"/>
            </a:xfrm>
            <a:prstGeom prst="rect">
              <a:avLst/>
            </a:prstGeom>
          </p:spPr>
        </p:pic>
      </p:grpSp>
      <mc:AlternateContent xmlns:mc="http://schemas.openxmlformats.org/markup-compatibility/2006" xmlns:p14="http://schemas.microsoft.com/office/powerpoint/2010/main">
        <mc:Choice Requires="p14">
          <p:contentPart p14:bwMode="auto" r:id="rId5">
            <p14:nvContentPartPr>
              <p14:cNvPr id="4" name="Ink 3"/>
              <p14:cNvContentPartPr/>
              <p14:nvPr/>
            </p14:nvContentPartPr>
            <p14:xfrm>
              <a:off x="1318680" y="1136160"/>
              <a:ext cx="6616080" cy="3460320"/>
            </p14:xfrm>
          </p:contentPart>
        </mc:Choice>
        <mc:Fallback xmlns="">
          <p:pic>
            <p:nvPicPr>
              <p:cNvPr id="4" name="Ink 3"/>
              <p:cNvPicPr/>
              <p:nvPr/>
            </p:nvPicPr>
            <p:blipFill>
              <a:blip r:embed="rId6"/>
              <a:stretch>
                <a:fillRect/>
              </a:stretch>
            </p:blipFill>
            <p:spPr>
              <a:xfrm>
                <a:off x="1309320" y="1126800"/>
                <a:ext cx="6634800" cy="3479040"/>
              </a:xfrm>
              <a:prstGeom prst="rect">
                <a:avLst/>
              </a:prstGeom>
            </p:spPr>
          </p:pic>
        </mc:Fallback>
      </mc:AlternateContent>
    </p:spTree>
    <p:extLst>
      <p:ext uri="{BB962C8B-B14F-4D97-AF65-F5344CB8AC3E}">
        <p14:creationId xmlns:p14="http://schemas.microsoft.com/office/powerpoint/2010/main" val="190347852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356213"/>
            <a:ext cx="12192000" cy="2862322"/>
          </a:xfrm>
          <a:prstGeom prst="rect">
            <a:avLst/>
          </a:prstGeom>
        </p:spPr>
        <p:txBody>
          <a:bodyPr wrap="square">
            <a:spAutoFit/>
          </a:bodyPr>
          <a:lstStyle/>
          <a:p>
            <a:r>
              <a:rPr lang="en-US" sz="2400" b="1" dirty="0">
                <a:solidFill>
                  <a:srgbClr val="C00000"/>
                </a:solidFill>
                <a:latin typeface="Book Antiqua" panose="02040602050305030304" pitchFamily="18" charset="0"/>
              </a:rPr>
              <a:t>Alkanes: </a:t>
            </a:r>
            <a:r>
              <a:rPr lang="en-US" sz="2400" dirty="0">
                <a:solidFill>
                  <a:srgbClr val="000000"/>
                </a:solidFill>
                <a:latin typeface="Book Antiqua" panose="02040602050305030304" pitchFamily="18" charset="0"/>
              </a:rPr>
              <a:t>The acyclic or open chain hydro saturated compounds are called alkanes. They are also known as </a:t>
            </a:r>
            <a:r>
              <a:rPr lang="en-US" sz="2400" b="1" dirty="0" err="1">
                <a:solidFill>
                  <a:srgbClr val="000000"/>
                </a:solidFill>
                <a:latin typeface="Book Antiqua" panose="02040602050305030304" pitchFamily="18" charset="0"/>
              </a:rPr>
              <a:t>paraffins</a:t>
            </a:r>
            <a:r>
              <a:rPr lang="en-US" sz="2400" b="1" dirty="0">
                <a:solidFill>
                  <a:srgbClr val="000000"/>
                </a:solidFill>
                <a:latin typeface="Book Antiqua" panose="02040602050305030304" pitchFamily="18" charset="0"/>
              </a:rPr>
              <a:t> </a:t>
            </a:r>
            <a:r>
              <a:rPr lang="en-US" sz="2400" dirty="0">
                <a:solidFill>
                  <a:srgbClr val="000000"/>
                </a:solidFill>
                <a:latin typeface="Book Antiqua" panose="02040602050305030304" pitchFamily="18" charset="0"/>
              </a:rPr>
              <a:t>(</a:t>
            </a:r>
            <a:r>
              <a:rPr lang="en-US" sz="2400" dirty="0" err="1">
                <a:solidFill>
                  <a:srgbClr val="000000"/>
                </a:solidFill>
                <a:latin typeface="Book Antiqua" panose="02040602050305030304" pitchFamily="18" charset="0"/>
              </a:rPr>
              <a:t>parum</a:t>
            </a:r>
            <a:r>
              <a:rPr lang="en-US" sz="2400" dirty="0">
                <a:solidFill>
                  <a:srgbClr val="000000"/>
                </a:solidFill>
                <a:latin typeface="Book Antiqua" panose="02040602050305030304" pitchFamily="18" charset="0"/>
              </a:rPr>
              <a:t> = little; </a:t>
            </a:r>
            <a:r>
              <a:rPr lang="en-US" sz="2400" dirty="0" err="1">
                <a:solidFill>
                  <a:srgbClr val="000000"/>
                </a:solidFill>
                <a:latin typeface="Book Antiqua" panose="02040602050305030304" pitchFamily="18" charset="0"/>
              </a:rPr>
              <a:t>affins</a:t>
            </a:r>
            <a:r>
              <a:rPr lang="en-US" sz="2400" dirty="0">
                <a:solidFill>
                  <a:srgbClr val="000000"/>
                </a:solidFill>
                <a:latin typeface="Book Antiqua" panose="02040602050305030304" pitchFamily="18" charset="0"/>
              </a:rPr>
              <a:t> = affinity) as they have very little affinity towards reagents. In other words, they are relatively unreactive towards most of the reagents</a:t>
            </a:r>
          </a:p>
          <a:p>
            <a:pPr algn="just"/>
            <a:r>
              <a:rPr lang="en-US" sz="2400" dirty="0">
                <a:solidFill>
                  <a:srgbClr val="000000"/>
                </a:solidFill>
                <a:latin typeface="Book Antiqua" panose="02040602050305030304" pitchFamily="18" charset="0"/>
              </a:rPr>
              <a:t>Their general formula is </a:t>
            </a:r>
            <a:r>
              <a:rPr lang="en-US" sz="2400" b="1" dirty="0">
                <a:solidFill>
                  <a:srgbClr val="000000"/>
                </a:solidFill>
                <a:latin typeface="Book Antiqua" panose="02040602050305030304" pitchFamily="18" charset="0"/>
              </a:rPr>
              <a:t>C</a:t>
            </a:r>
            <a:r>
              <a:rPr lang="en-US" sz="1400" b="1" dirty="0">
                <a:solidFill>
                  <a:srgbClr val="000000"/>
                </a:solidFill>
                <a:latin typeface="Book Antiqua" panose="02040602050305030304" pitchFamily="18" charset="0"/>
              </a:rPr>
              <a:t>n</a:t>
            </a:r>
            <a:r>
              <a:rPr lang="en-US" sz="2400" b="1" dirty="0">
                <a:solidFill>
                  <a:srgbClr val="000000"/>
                </a:solidFill>
                <a:latin typeface="Book Antiqua" panose="02040602050305030304" pitchFamily="18" charset="0"/>
              </a:rPr>
              <a:t>H</a:t>
            </a:r>
            <a:r>
              <a:rPr lang="en-US" sz="1400" b="1" dirty="0">
                <a:solidFill>
                  <a:srgbClr val="000000"/>
                </a:solidFill>
                <a:latin typeface="Book Antiqua" panose="02040602050305030304" pitchFamily="18" charset="0"/>
              </a:rPr>
              <a:t>2n+2 </a:t>
            </a:r>
            <a:r>
              <a:rPr lang="en-US" sz="2400" dirty="0">
                <a:solidFill>
                  <a:srgbClr val="000000"/>
                </a:solidFill>
                <a:latin typeface="Book Antiqua" panose="02040602050305030304" pitchFamily="18" charset="0"/>
              </a:rPr>
              <a:t>where n = 1, 2, 3 ... </a:t>
            </a:r>
          </a:p>
          <a:p>
            <a:pPr algn="just"/>
            <a:r>
              <a:rPr lang="en-US" sz="2400" dirty="0">
                <a:solidFill>
                  <a:srgbClr val="000000"/>
                </a:solidFill>
                <a:latin typeface="Book Antiqua" panose="02040602050305030304" pitchFamily="18" charset="0"/>
              </a:rPr>
              <a:t>Example: CH</a:t>
            </a:r>
            <a:r>
              <a:rPr lang="en-US" sz="1400" dirty="0">
                <a:solidFill>
                  <a:srgbClr val="000000"/>
                </a:solidFill>
                <a:latin typeface="Book Antiqua" panose="02040602050305030304" pitchFamily="18" charset="0"/>
              </a:rPr>
              <a:t>4 </a:t>
            </a:r>
            <a:r>
              <a:rPr lang="en-US" sz="2400" dirty="0">
                <a:solidFill>
                  <a:srgbClr val="000000"/>
                </a:solidFill>
                <a:latin typeface="Book Antiqua" panose="02040602050305030304" pitchFamily="18" charset="0"/>
              </a:rPr>
              <a:t>(methane), C</a:t>
            </a:r>
            <a:r>
              <a:rPr lang="en-US" sz="1400" dirty="0">
                <a:solidFill>
                  <a:srgbClr val="000000"/>
                </a:solidFill>
                <a:latin typeface="Book Antiqua" panose="02040602050305030304" pitchFamily="18" charset="0"/>
              </a:rPr>
              <a:t>2</a:t>
            </a:r>
            <a:r>
              <a:rPr lang="en-US" sz="2400" dirty="0">
                <a:solidFill>
                  <a:srgbClr val="000000"/>
                </a:solidFill>
                <a:latin typeface="Book Antiqua" panose="02040602050305030304" pitchFamily="18" charset="0"/>
              </a:rPr>
              <a:t>H</a:t>
            </a:r>
            <a:r>
              <a:rPr lang="en-US" sz="1400" dirty="0">
                <a:solidFill>
                  <a:srgbClr val="000000"/>
                </a:solidFill>
                <a:latin typeface="Book Antiqua" panose="02040602050305030304" pitchFamily="18" charset="0"/>
              </a:rPr>
              <a:t>6 </a:t>
            </a:r>
            <a:r>
              <a:rPr lang="en-US" sz="2400" dirty="0">
                <a:solidFill>
                  <a:srgbClr val="000000"/>
                </a:solidFill>
                <a:latin typeface="Book Antiqua" panose="02040602050305030304" pitchFamily="18" charset="0"/>
              </a:rPr>
              <a:t>(ethane), C</a:t>
            </a:r>
            <a:r>
              <a:rPr lang="en-US" sz="1400" dirty="0">
                <a:solidFill>
                  <a:srgbClr val="000000"/>
                </a:solidFill>
                <a:latin typeface="Book Antiqua" panose="02040602050305030304" pitchFamily="18" charset="0"/>
              </a:rPr>
              <a:t>3</a:t>
            </a:r>
            <a:r>
              <a:rPr lang="en-US" sz="2400" dirty="0">
                <a:solidFill>
                  <a:srgbClr val="000000"/>
                </a:solidFill>
                <a:latin typeface="Book Antiqua" panose="02040602050305030304" pitchFamily="18" charset="0"/>
              </a:rPr>
              <a:t>H</a:t>
            </a:r>
            <a:r>
              <a:rPr lang="en-US" sz="1400" dirty="0">
                <a:solidFill>
                  <a:srgbClr val="000000"/>
                </a:solidFill>
                <a:latin typeface="Book Antiqua" panose="02040602050305030304" pitchFamily="18" charset="0"/>
              </a:rPr>
              <a:t>8 </a:t>
            </a:r>
            <a:r>
              <a:rPr lang="en-US" sz="2400" dirty="0">
                <a:solidFill>
                  <a:srgbClr val="000000"/>
                </a:solidFill>
                <a:latin typeface="Book Antiqua" panose="02040602050305030304" pitchFamily="18" charset="0"/>
              </a:rPr>
              <a:t>(propane) and so on. </a:t>
            </a:r>
          </a:p>
          <a:p>
            <a:pPr>
              <a:lnSpc>
                <a:spcPct val="150000"/>
              </a:lnSpc>
            </a:pPr>
            <a:endParaRPr lang="en-US" sz="2400" dirty="0"/>
          </a:p>
        </p:txBody>
      </p:sp>
      <p:pic>
        <p:nvPicPr>
          <p:cNvPr id="3" name="Picture 2"/>
          <p:cNvPicPr>
            <a:picLocks noChangeAspect="1"/>
          </p:cNvPicPr>
          <p:nvPr/>
        </p:nvPicPr>
        <p:blipFill>
          <a:blip r:embed="rId2"/>
          <a:stretch>
            <a:fillRect/>
          </a:stretch>
        </p:blipFill>
        <p:spPr>
          <a:xfrm>
            <a:off x="217357" y="3841322"/>
            <a:ext cx="11757285" cy="2818858"/>
          </a:xfrm>
          <a:prstGeom prst="rect">
            <a:avLst/>
          </a:prstGeom>
        </p:spPr>
      </p:pic>
      <p:sp>
        <p:nvSpPr>
          <p:cNvPr id="4" name="Rectangle 3"/>
          <p:cNvSpPr/>
          <p:nvPr/>
        </p:nvSpPr>
        <p:spPr>
          <a:xfrm>
            <a:off x="0" y="0"/>
            <a:ext cx="12192000" cy="1200329"/>
          </a:xfrm>
          <a:prstGeom prst="rect">
            <a:avLst/>
          </a:prstGeom>
        </p:spPr>
        <p:txBody>
          <a:bodyPr wrap="square">
            <a:spAutoFit/>
          </a:bodyPr>
          <a:lstStyle/>
          <a:p>
            <a:pPr algn="just"/>
            <a:r>
              <a:rPr lang="en-US" sz="2400" b="1" dirty="0">
                <a:solidFill>
                  <a:srgbClr val="C00000"/>
                </a:solidFill>
              </a:rPr>
              <a:t>A. Naming compounds having no functional group (For </a:t>
            </a:r>
            <a:r>
              <a:rPr lang="en-US" sz="2400" b="1" dirty="0" err="1">
                <a:solidFill>
                  <a:srgbClr val="C00000"/>
                </a:solidFill>
              </a:rPr>
              <a:t>alkanes</a:t>
            </a:r>
            <a:r>
              <a:rPr lang="en-US" sz="2400" b="1" dirty="0">
                <a:solidFill>
                  <a:srgbClr val="C00000"/>
                </a:solidFill>
              </a:rPr>
              <a:t>)</a:t>
            </a:r>
            <a:endParaRPr lang="en-US" sz="2400" dirty="0">
              <a:solidFill>
                <a:srgbClr val="C00000"/>
              </a:solidFill>
            </a:endParaRPr>
          </a:p>
          <a:p>
            <a:pPr algn="just"/>
            <a:r>
              <a:rPr lang="en-US" sz="2400" dirty="0">
                <a:solidFill>
                  <a:srgbClr val="000000"/>
                </a:solidFill>
              </a:rPr>
              <a:t>First of all let us try to understand IUPAC nomenclature rules for hydrocarbons having all single bonds or straight chain, i.e. for </a:t>
            </a:r>
            <a:r>
              <a:rPr lang="en-US" sz="2400" dirty="0" err="1">
                <a:solidFill>
                  <a:srgbClr val="000000"/>
                </a:solidFill>
              </a:rPr>
              <a:t>alkanes</a:t>
            </a:r>
            <a:r>
              <a:rPr lang="en-US" sz="2400" dirty="0">
                <a:solidFill>
                  <a:srgbClr val="000000"/>
                </a:solidFill>
              </a:rPr>
              <a:t>.</a:t>
            </a:r>
          </a:p>
        </p:txBody>
      </p:sp>
    </p:spTree>
    <p:extLst>
      <p:ext uri="{BB962C8B-B14F-4D97-AF65-F5344CB8AC3E}">
        <p14:creationId xmlns:p14="http://schemas.microsoft.com/office/powerpoint/2010/main" val="33624985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37074" y="68741"/>
            <a:ext cx="10940460" cy="4882555"/>
          </a:xfrm>
          <a:prstGeom prst="rect">
            <a:avLst/>
          </a:prstGeom>
        </p:spPr>
        <p:txBody>
          <a:bodyPr wrap="square" lIns="91440" tIns="45720" rIns="91440" bIns="45720" anchor="t">
            <a:spAutoFit/>
          </a:bodyPr>
          <a:lstStyle/>
          <a:p>
            <a:pPr algn="ctr">
              <a:lnSpc>
                <a:spcPct val="150000"/>
              </a:lnSpc>
            </a:pPr>
            <a:r>
              <a:rPr lang="en-US" sz="2400" b="1" dirty="0">
                <a:solidFill>
                  <a:srgbClr val="C00000"/>
                </a:solidFill>
              </a:rPr>
              <a:t>Rules for IUPAC Nomenclature </a:t>
            </a:r>
          </a:p>
          <a:p>
            <a:pPr marL="457200" indent="-457200" algn="just">
              <a:lnSpc>
                <a:spcPct val="150000"/>
              </a:lnSpc>
              <a:buFont typeface="+mj-lt"/>
              <a:buAutoNum type="arabicPeriod"/>
            </a:pPr>
            <a:r>
              <a:rPr lang="en-US" sz="2400" dirty="0"/>
              <a:t>All organic compounds are considered as derived from some </a:t>
            </a:r>
            <a:r>
              <a:rPr lang="en-US" sz="2400" b="1" dirty="0"/>
              <a:t>parent alkane</a:t>
            </a:r>
            <a:r>
              <a:rPr lang="en-US" sz="2400" dirty="0"/>
              <a:t>. </a:t>
            </a:r>
          </a:p>
          <a:p>
            <a:pPr marL="457200" indent="-457200" algn="just">
              <a:lnSpc>
                <a:spcPct val="150000"/>
              </a:lnSpc>
              <a:buFont typeface="+mj-lt"/>
              <a:buAutoNum type="arabicPeriod"/>
            </a:pPr>
            <a:r>
              <a:rPr lang="en-US" sz="2400" dirty="0"/>
              <a:t> The longest continuous chain of carbon atoms is identified as the parent chain and the number of carbon atoms in this chain decides the root name of the compound as corresponding “</a:t>
            </a:r>
            <a:r>
              <a:rPr lang="en-US" sz="2400" b="1" dirty="0" err="1"/>
              <a:t>alk</a:t>
            </a:r>
            <a:r>
              <a:rPr lang="en-US" sz="2400" dirty="0"/>
              <a:t>”.  </a:t>
            </a:r>
            <a:r>
              <a:rPr lang="en-US" dirty="0"/>
              <a:t>(Note that in simple hydrocarbons, a methyl group cannot be at position 1; an ethyl group cannot be present at position 2; an n-propyl group cannot be present at position 3 and so on.)</a:t>
            </a:r>
            <a:endParaRPr lang="en-US">
              <a:cs typeface="Calibri"/>
            </a:endParaRPr>
          </a:p>
          <a:p>
            <a:pPr algn="just">
              <a:lnSpc>
                <a:spcPct val="150000"/>
              </a:lnSpc>
            </a:pPr>
            <a:endParaRPr lang="en-US" sz="2400" dirty="0"/>
          </a:p>
          <a:p>
            <a:pPr marL="457200" indent="-457200" algn="just">
              <a:lnSpc>
                <a:spcPct val="150000"/>
              </a:lnSpc>
              <a:buFont typeface="+mj-lt"/>
              <a:buAutoNum type="arabicPeriod"/>
            </a:pPr>
            <a:endParaRPr lang="en-US" sz="2400" dirty="0"/>
          </a:p>
          <a:p>
            <a:pPr algn="just">
              <a:lnSpc>
                <a:spcPct val="150000"/>
              </a:lnSpc>
            </a:pPr>
            <a:endParaRPr lang="en-US" sz="2400" dirty="0"/>
          </a:p>
        </p:txBody>
      </p:sp>
      <p:pic>
        <p:nvPicPr>
          <p:cNvPr id="4" name="Picture 3"/>
          <p:cNvPicPr>
            <a:picLocks noChangeAspect="1"/>
          </p:cNvPicPr>
          <p:nvPr/>
        </p:nvPicPr>
        <p:blipFill>
          <a:blip r:embed="rId2"/>
          <a:stretch>
            <a:fillRect/>
          </a:stretch>
        </p:blipFill>
        <p:spPr>
          <a:xfrm>
            <a:off x="1187746" y="3581811"/>
            <a:ext cx="9818557" cy="2598750"/>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1218240" y="1218240"/>
              <a:ext cx="8564040" cy="95400"/>
            </p14:xfrm>
          </p:contentPart>
        </mc:Choice>
        <mc:Fallback xmlns="">
          <p:pic>
            <p:nvPicPr>
              <p:cNvPr id="2" name="Ink 1"/>
              <p:cNvPicPr/>
              <p:nvPr/>
            </p:nvPicPr>
            <p:blipFill>
              <a:blip r:embed="rId4"/>
              <a:stretch>
                <a:fillRect/>
              </a:stretch>
            </p:blipFill>
            <p:spPr>
              <a:xfrm>
                <a:off x="1208880" y="1208880"/>
                <a:ext cx="858276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p14:cNvContentPartPr/>
              <p14:nvPr/>
            </p14:nvContentPartPr>
            <p14:xfrm>
              <a:off x="1080360" y="3233160"/>
              <a:ext cx="4837680" cy="2237760"/>
            </p14:xfrm>
          </p:contentPart>
        </mc:Choice>
        <mc:Fallback xmlns="">
          <p:pic>
            <p:nvPicPr>
              <p:cNvPr id="5" name="Ink 4"/>
              <p:cNvPicPr/>
              <p:nvPr/>
            </p:nvPicPr>
            <p:blipFill>
              <a:blip r:embed="rId6"/>
              <a:stretch>
                <a:fillRect/>
              </a:stretch>
            </p:blipFill>
            <p:spPr>
              <a:xfrm>
                <a:off x="1071000" y="3223800"/>
                <a:ext cx="4856400" cy="2256480"/>
              </a:xfrm>
              <a:prstGeom prst="rect">
                <a:avLst/>
              </a:prstGeom>
            </p:spPr>
          </p:pic>
        </mc:Fallback>
      </mc:AlternateContent>
    </p:spTree>
    <p:extLst>
      <p:ext uri="{BB962C8B-B14F-4D97-AF65-F5344CB8AC3E}">
        <p14:creationId xmlns:p14="http://schemas.microsoft.com/office/powerpoint/2010/main" val="347620020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7932" y="254000"/>
            <a:ext cx="11271215" cy="6488828"/>
          </a:xfrm>
          <a:prstGeom prst="rect">
            <a:avLst/>
          </a:prstGeom>
        </p:spPr>
        <p:txBody>
          <a:bodyPr wrap="square">
            <a:spAutoFit/>
          </a:bodyPr>
          <a:lstStyle/>
          <a:p>
            <a:pPr marL="342900" indent="-342900" algn="just">
              <a:lnSpc>
                <a:spcPct val="150000"/>
              </a:lnSpc>
            </a:pPr>
            <a:endParaRPr lang="en-US" sz="2800" dirty="0">
              <a:solidFill>
                <a:srgbClr val="000000"/>
              </a:solidFill>
              <a:latin typeface="Book Antiqua" panose="02040602050305030304" pitchFamily="18" charset="0"/>
            </a:endParaRPr>
          </a:p>
          <a:p>
            <a:pPr marL="342900" indent="-342900" algn="just">
              <a:lnSpc>
                <a:spcPct val="150000"/>
              </a:lnSpc>
            </a:pPr>
            <a:r>
              <a:rPr lang="en-US" sz="2800" dirty="0"/>
              <a:t>3.	The carbon atoms of the longest continuous parent chain are numbered using the Arabic numerals i.e. 1, 2, 3, 4 ..., etc. from one end to the other end in such a manner that the carbon of the chain having a substituent gets the </a:t>
            </a:r>
            <a:r>
              <a:rPr lang="en-US" sz="2800" b="1" dirty="0"/>
              <a:t>lowest number</a:t>
            </a:r>
            <a:r>
              <a:rPr lang="en-US" sz="2800" dirty="0"/>
              <a:t>.</a:t>
            </a:r>
            <a:endParaRPr lang="en-US" sz="2800" dirty="0">
              <a:solidFill>
                <a:srgbClr val="000000"/>
              </a:solidFill>
              <a:latin typeface="Book Antiqua" panose="02040602050305030304" pitchFamily="18" charset="0"/>
            </a:endParaRPr>
          </a:p>
          <a:p>
            <a:pPr marL="342900" indent="-342900" algn="just">
              <a:lnSpc>
                <a:spcPct val="150000"/>
              </a:lnSpc>
              <a:buFont typeface="+mj-lt"/>
              <a:buAutoNum type="arabicPeriod" startAt="3"/>
            </a:pPr>
            <a:endParaRPr lang="en-US" sz="2800" dirty="0">
              <a:solidFill>
                <a:srgbClr val="000000"/>
              </a:solidFill>
              <a:latin typeface="Book Antiqua" panose="02040602050305030304" pitchFamily="18" charset="0"/>
            </a:endParaRPr>
          </a:p>
          <a:p>
            <a:pPr marL="342900" indent="-342900" algn="just">
              <a:lnSpc>
                <a:spcPct val="150000"/>
              </a:lnSpc>
              <a:buFont typeface="+mj-lt"/>
              <a:buAutoNum type="arabicPeriod" startAt="3"/>
            </a:pPr>
            <a:endParaRPr lang="en-US" sz="2800" dirty="0">
              <a:solidFill>
                <a:srgbClr val="000000"/>
              </a:solidFill>
              <a:latin typeface="Book Antiqua" panose="02040602050305030304" pitchFamily="18" charset="0"/>
            </a:endParaRPr>
          </a:p>
          <a:p>
            <a:pPr marL="342900" indent="-342900" algn="just">
              <a:lnSpc>
                <a:spcPct val="150000"/>
              </a:lnSpc>
              <a:buFont typeface="+mj-lt"/>
              <a:buAutoNum type="arabicPeriod" startAt="3"/>
            </a:pPr>
            <a:endParaRPr lang="en-US" sz="2800" dirty="0">
              <a:solidFill>
                <a:srgbClr val="000000"/>
              </a:solidFill>
              <a:latin typeface="Book Antiqua" panose="02040602050305030304" pitchFamily="18" charset="0"/>
            </a:endParaRPr>
          </a:p>
          <a:p>
            <a:pPr marL="342900" indent="-342900" algn="just">
              <a:lnSpc>
                <a:spcPct val="150000"/>
              </a:lnSpc>
              <a:buFont typeface="+mj-lt"/>
              <a:buAutoNum type="arabicPeriod" startAt="3"/>
            </a:pPr>
            <a:endParaRPr lang="en-US" sz="2800" dirty="0">
              <a:solidFill>
                <a:srgbClr val="000000"/>
              </a:solidFill>
              <a:latin typeface="Book Antiqua" panose="02040602050305030304" pitchFamily="18" charset="0"/>
            </a:endParaRPr>
          </a:p>
          <a:p>
            <a:pPr marL="342900" indent="-342900" algn="just">
              <a:lnSpc>
                <a:spcPct val="150000"/>
              </a:lnSpc>
              <a:buFont typeface="+mj-lt"/>
              <a:buAutoNum type="arabicPeriod" startAt="3"/>
            </a:pPr>
            <a:endParaRPr lang="en-US" sz="2800" dirty="0"/>
          </a:p>
        </p:txBody>
      </p:sp>
      <p:pic>
        <p:nvPicPr>
          <p:cNvPr id="4" name="Picture 3"/>
          <p:cNvPicPr>
            <a:picLocks noChangeAspect="1"/>
          </p:cNvPicPr>
          <p:nvPr/>
        </p:nvPicPr>
        <p:blipFill rotWithShape="1">
          <a:blip r:embed="rId2"/>
          <a:srcRect l="8980" t="4407" r="15111"/>
          <a:stretch/>
        </p:blipFill>
        <p:spPr>
          <a:xfrm>
            <a:off x="932698" y="3776134"/>
            <a:ext cx="10201685" cy="2855486"/>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p14:cNvContentPartPr/>
              <p14:nvPr/>
            </p14:nvContentPartPr>
            <p14:xfrm>
              <a:off x="766800" y="4759200"/>
              <a:ext cx="5882760" cy="1233360"/>
            </p14:xfrm>
          </p:contentPart>
        </mc:Choice>
        <mc:Fallback xmlns="">
          <p:pic>
            <p:nvPicPr>
              <p:cNvPr id="3" name="Ink 2"/>
              <p:cNvPicPr/>
              <p:nvPr/>
            </p:nvPicPr>
            <p:blipFill>
              <a:blip r:embed="rId4"/>
              <a:stretch>
                <a:fillRect/>
              </a:stretch>
            </p:blipFill>
            <p:spPr>
              <a:xfrm>
                <a:off x="757440" y="4749840"/>
                <a:ext cx="5901480" cy="1252080"/>
              </a:xfrm>
              <a:prstGeom prst="rect">
                <a:avLst/>
              </a:prstGeom>
            </p:spPr>
          </p:pic>
        </mc:Fallback>
      </mc:AlternateContent>
    </p:spTree>
    <p:extLst>
      <p:ext uri="{BB962C8B-B14F-4D97-AF65-F5344CB8AC3E}">
        <p14:creationId xmlns:p14="http://schemas.microsoft.com/office/powerpoint/2010/main" val="412579315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6904" y="423333"/>
            <a:ext cx="11498190" cy="2723823"/>
          </a:xfrm>
          <a:prstGeom prst="rect">
            <a:avLst/>
          </a:prstGeom>
        </p:spPr>
        <p:txBody>
          <a:bodyPr wrap="square">
            <a:spAutoFit/>
          </a:bodyPr>
          <a:lstStyle/>
          <a:p>
            <a:pPr marL="457200" indent="-457200" algn="just">
              <a:lnSpc>
                <a:spcPct val="150000"/>
              </a:lnSpc>
              <a:buFont typeface="+mj-lt"/>
              <a:buAutoNum type="arabicPeriod" startAt="4"/>
            </a:pPr>
            <a:r>
              <a:rPr lang="en-US" sz="2400" dirty="0">
                <a:solidFill>
                  <a:srgbClr val="000000"/>
                </a:solidFill>
                <a:latin typeface="Book Antiqua" panose="02040602050305030304" pitchFamily="18" charset="0"/>
              </a:rPr>
              <a:t>If there are more than one substituent or branch, numbering of the parent chain is done in such a manner that the sum of the numbers given to the carbon atoms of the chains having substituents, is minimum. This is known as the </a:t>
            </a:r>
            <a:r>
              <a:rPr lang="en-US" sz="2400" b="1" dirty="0">
                <a:solidFill>
                  <a:srgbClr val="000000"/>
                </a:solidFill>
                <a:latin typeface="Book Antiqua" panose="02040602050305030304" pitchFamily="18" charset="0"/>
              </a:rPr>
              <a:t>lowest sum rule</a:t>
            </a:r>
            <a:r>
              <a:rPr lang="en-US" sz="2400" dirty="0">
                <a:solidFill>
                  <a:srgbClr val="000000"/>
                </a:solidFill>
                <a:latin typeface="Book Antiqua" panose="02040602050305030304" pitchFamily="18" charset="0"/>
              </a:rPr>
              <a:t>. The numeral that locates the position of a substituent is known as a </a:t>
            </a:r>
            <a:r>
              <a:rPr lang="en-US" sz="2400" b="1" dirty="0" err="1">
                <a:solidFill>
                  <a:srgbClr val="000000"/>
                </a:solidFill>
                <a:latin typeface="Book Antiqua" panose="02040602050305030304" pitchFamily="18" charset="0"/>
              </a:rPr>
              <a:t>locant</a:t>
            </a:r>
            <a:r>
              <a:rPr lang="en-US" sz="2400" dirty="0">
                <a:solidFill>
                  <a:srgbClr val="000000"/>
                </a:solidFill>
                <a:latin typeface="Book Antiqua" panose="02040602050305030304" pitchFamily="18" charset="0"/>
              </a:rPr>
              <a:t>. </a:t>
            </a:r>
          </a:p>
          <a:p>
            <a:pPr marL="342900" indent="-342900" algn="just">
              <a:lnSpc>
                <a:spcPct val="150000"/>
              </a:lnSpc>
              <a:buFont typeface="+mj-lt"/>
              <a:buAutoNum type="arabicPeriod" startAt="4"/>
            </a:pPr>
            <a:endParaRPr lang="en-US" dirty="0"/>
          </a:p>
        </p:txBody>
      </p:sp>
      <p:pic>
        <p:nvPicPr>
          <p:cNvPr id="3" name="Picture 2"/>
          <p:cNvPicPr>
            <a:picLocks noChangeAspect="1"/>
          </p:cNvPicPr>
          <p:nvPr/>
        </p:nvPicPr>
        <p:blipFill rotWithShape="1">
          <a:blip r:embed="rId2"/>
          <a:srcRect l="3697" r="8036" b="8047"/>
          <a:stretch/>
        </p:blipFill>
        <p:spPr>
          <a:xfrm>
            <a:off x="693810" y="3691467"/>
            <a:ext cx="10804379" cy="2743200"/>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Ink 3"/>
              <p14:cNvContentPartPr/>
              <p14:nvPr/>
            </p14:nvContentPartPr>
            <p14:xfrm>
              <a:off x="1252080" y="3658320"/>
              <a:ext cx="8952840" cy="2902680"/>
            </p14:xfrm>
          </p:contentPart>
        </mc:Choice>
        <mc:Fallback xmlns="">
          <p:pic>
            <p:nvPicPr>
              <p:cNvPr id="4" name="Ink 3"/>
              <p:cNvPicPr/>
              <p:nvPr/>
            </p:nvPicPr>
            <p:blipFill>
              <a:blip r:embed="rId4"/>
              <a:stretch>
                <a:fillRect/>
              </a:stretch>
            </p:blipFill>
            <p:spPr>
              <a:xfrm>
                <a:off x="1242720" y="3648960"/>
                <a:ext cx="8971560" cy="29214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p14:cNvContentPartPr/>
              <p14:nvPr/>
            </p14:nvContentPartPr>
            <p14:xfrm>
              <a:off x="1149840" y="2625120"/>
              <a:ext cx="9117000" cy="1162800"/>
            </p14:xfrm>
          </p:contentPart>
        </mc:Choice>
        <mc:Fallback xmlns="">
          <p:pic>
            <p:nvPicPr>
              <p:cNvPr id="5" name="Ink 4"/>
              <p:cNvPicPr/>
              <p:nvPr/>
            </p:nvPicPr>
            <p:blipFill>
              <a:blip r:embed="rId6"/>
              <a:stretch>
                <a:fillRect/>
              </a:stretch>
            </p:blipFill>
            <p:spPr>
              <a:xfrm>
                <a:off x="1140480" y="2615760"/>
                <a:ext cx="9135720" cy="1181520"/>
              </a:xfrm>
              <a:prstGeom prst="rect">
                <a:avLst/>
              </a:prstGeom>
            </p:spPr>
          </p:pic>
        </mc:Fallback>
      </mc:AlternateContent>
    </p:spTree>
    <p:extLst>
      <p:ext uri="{BB962C8B-B14F-4D97-AF65-F5344CB8AC3E}">
        <p14:creationId xmlns:p14="http://schemas.microsoft.com/office/powerpoint/2010/main" val="392304504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srcRect l="9123" t="6025" r="10683"/>
          <a:stretch/>
        </p:blipFill>
        <p:spPr>
          <a:xfrm>
            <a:off x="2895599" y="3655796"/>
            <a:ext cx="6485468" cy="3202204"/>
          </a:xfrm>
          <a:prstGeom prst="rect">
            <a:avLst/>
          </a:prstGeom>
        </p:spPr>
      </p:pic>
      <p:pic>
        <p:nvPicPr>
          <p:cNvPr id="3" name="Picture 2"/>
          <p:cNvPicPr>
            <a:picLocks noChangeAspect="1"/>
          </p:cNvPicPr>
          <p:nvPr/>
        </p:nvPicPr>
        <p:blipFill rotWithShape="1">
          <a:blip r:embed="rId3"/>
          <a:srcRect l="14411" r="13342"/>
          <a:stretch/>
        </p:blipFill>
        <p:spPr>
          <a:xfrm>
            <a:off x="6138333" y="396640"/>
            <a:ext cx="5858935" cy="2517930"/>
          </a:xfrm>
          <a:prstGeom prst="rect">
            <a:avLst/>
          </a:prstGeom>
        </p:spPr>
      </p:pic>
      <p:sp>
        <p:nvSpPr>
          <p:cNvPr id="2" name="Rectangle 1"/>
          <p:cNvSpPr/>
          <p:nvPr/>
        </p:nvSpPr>
        <p:spPr>
          <a:xfrm>
            <a:off x="228600" y="-76200"/>
            <a:ext cx="10827479" cy="4524315"/>
          </a:xfrm>
          <a:prstGeom prst="rect">
            <a:avLst/>
          </a:prstGeom>
        </p:spPr>
        <p:txBody>
          <a:bodyPr wrap="square">
            <a:spAutoFit/>
          </a:bodyPr>
          <a:lstStyle/>
          <a:p>
            <a:pPr marL="457200" indent="-457200" algn="just">
              <a:lnSpc>
                <a:spcPct val="150000"/>
              </a:lnSpc>
              <a:buFont typeface="+mj-lt"/>
              <a:buAutoNum type="arabicPeriod" startAt="5"/>
            </a:pPr>
            <a:r>
              <a:rPr lang="en-US" sz="2400" dirty="0">
                <a:solidFill>
                  <a:srgbClr val="000000"/>
                </a:solidFill>
              </a:rPr>
              <a:t>To name the compound, the name of the substituent preceded by its </a:t>
            </a:r>
            <a:r>
              <a:rPr lang="en-US" sz="2400" dirty="0" err="1">
                <a:solidFill>
                  <a:srgbClr val="000000"/>
                </a:solidFill>
              </a:rPr>
              <a:t>locant</a:t>
            </a:r>
            <a:r>
              <a:rPr lang="en-US" sz="2400" dirty="0">
                <a:solidFill>
                  <a:srgbClr val="000000"/>
                </a:solidFill>
              </a:rPr>
              <a:t> is prefixed to the name of the parent alkane. </a:t>
            </a:r>
          </a:p>
          <a:p>
            <a:pPr algn="just">
              <a:lnSpc>
                <a:spcPct val="150000"/>
              </a:lnSpc>
            </a:pPr>
            <a:endParaRPr lang="en-US" sz="2400" dirty="0">
              <a:solidFill>
                <a:srgbClr val="000000"/>
              </a:solidFill>
            </a:endParaRPr>
          </a:p>
          <a:p>
            <a:pPr algn="just">
              <a:lnSpc>
                <a:spcPct val="150000"/>
              </a:lnSpc>
            </a:pPr>
            <a:endParaRPr lang="en-US" sz="2400" dirty="0">
              <a:solidFill>
                <a:srgbClr val="000000"/>
              </a:solidFill>
            </a:endParaRPr>
          </a:p>
          <a:p>
            <a:pPr algn="just">
              <a:lnSpc>
                <a:spcPct val="150000"/>
              </a:lnSpc>
            </a:pPr>
            <a:endParaRPr lang="en-US" sz="2400" dirty="0">
              <a:solidFill>
                <a:srgbClr val="000000"/>
              </a:solidFill>
            </a:endParaRPr>
          </a:p>
          <a:p>
            <a:pPr marL="457200" indent="-457200" algn="just">
              <a:lnSpc>
                <a:spcPct val="150000"/>
              </a:lnSpc>
              <a:buFont typeface="+mj-lt"/>
              <a:buAutoNum type="arabicPeriod" startAt="6"/>
            </a:pPr>
            <a:r>
              <a:rPr lang="en-US" sz="2400" dirty="0">
                <a:solidFill>
                  <a:srgbClr val="000000"/>
                </a:solidFill>
              </a:rPr>
              <a:t>If there are more than one substituent, then each substituent preceded by its </a:t>
            </a:r>
            <a:r>
              <a:rPr lang="en-US" sz="2400" dirty="0" err="1">
                <a:solidFill>
                  <a:srgbClr val="000000"/>
                </a:solidFill>
              </a:rPr>
              <a:t>locant</a:t>
            </a:r>
            <a:r>
              <a:rPr lang="en-US" sz="2400" dirty="0">
                <a:solidFill>
                  <a:srgbClr val="000000"/>
                </a:solidFill>
              </a:rPr>
              <a:t> is placed in alphabetical order before the name of the parent alkane. </a:t>
            </a:r>
          </a:p>
          <a:p>
            <a:pPr>
              <a:lnSpc>
                <a:spcPct val="150000"/>
              </a:lnSpc>
            </a:pPr>
            <a:endParaRPr lang="en-US" sz="2400" dirty="0">
              <a:solidFill>
                <a:srgbClr val="000000"/>
              </a:solidFill>
            </a:endParaRPr>
          </a:p>
        </p:txBody>
      </p:sp>
      <mc:AlternateContent xmlns:mc="http://schemas.openxmlformats.org/markup-compatibility/2006" xmlns:p14="http://schemas.microsoft.com/office/powerpoint/2010/main">
        <mc:Choice Requires="p14">
          <p:contentPart p14:bwMode="auto" r:id="rId4">
            <p14:nvContentPartPr>
              <p14:cNvPr id="4" name="Ink 3"/>
              <p14:cNvContentPartPr/>
              <p14:nvPr/>
            </p14:nvContentPartPr>
            <p14:xfrm>
              <a:off x="3190320" y="3701880"/>
              <a:ext cx="5931000" cy="3127680"/>
            </p14:xfrm>
          </p:contentPart>
        </mc:Choice>
        <mc:Fallback xmlns="">
          <p:pic>
            <p:nvPicPr>
              <p:cNvPr id="4" name="Ink 3"/>
              <p:cNvPicPr/>
              <p:nvPr/>
            </p:nvPicPr>
            <p:blipFill>
              <a:blip r:embed="rId5"/>
              <a:stretch>
                <a:fillRect/>
              </a:stretch>
            </p:blipFill>
            <p:spPr>
              <a:xfrm>
                <a:off x="3180960" y="3692520"/>
                <a:ext cx="5949720" cy="3146400"/>
              </a:xfrm>
              <a:prstGeom prst="rect">
                <a:avLst/>
              </a:prstGeom>
            </p:spPr>
          </p:pic>
        </mc:Fallback>
      </mc:AlternateContent>
    </p:spTree>
    <p:extLst>
      <p:ext uri="{BB962C8B-B14F-4D97-AF65-F5344CB8AC3E}">
        <p14:creationId xmlns:p14="http://schemas.microsoft.com/office/powerpoint/2010/main" val="366211285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288" y="226958"/>
            <a:ext cx="11552419" cy="2862322"/>
          </a:xfrm>
          <a:prstGeom prst="rect">
            <a:avLst/>
          </a:prstGeom>
        </p:spPr>
        <p:txBody>
          <a:bodyPr wrap="square">
            <a:spAutoFit/>
          </a:bodyPr>
          <a:lstStyle/>
          <a:p>
            <a:pPr marL="342900" indent="-342900" algn="just">
              <a:lnSpc>
                <a:spcPct val="150000"/>
              </a:lnSpc>
              <a:buFont typeface="+mj-lt"/>
              <a:buAutoNum type="arabicPeriod" startAt="7"/>
            </a:pPr>
            <a:r>
              <a:rPr lang="en-US" sz="2400" dirty="0">
                <a:solidFill>
                  <a:srgbClr val="000000"/>
                </a:solidFill>
                <a:latin typeface="Book Antiqua" panose="02040602050305030304" pitchFamily="18" charset="0"/>
              </a:rPr>
              <a:t>In case the same substituent is present two, three or four times then prefix di, tri or tetra is used with the substituent's name in addition to the required locants. </a:t>
            </a:r>
          </a:p>
          <a:p>
            <a:pPr marL="342900" indent="-342900" algn="just">
              <a:lnSpc>
                <a:spcPct val="150000"/>
              </a:lnSpc>
              <a:buFont typeface="+mj-lt"/>
              <a:buAutoNum type="arabicPeriod" startAt="7"/>
            </a:pPr>
            <a:endParaRPr lang="en-US" sz="2400" dirty="0">
              <a:solidFill>
                <a:srgbClr val="000000"/>
              </a:solidFill>
              <a:latin typeface="Book Antiqua" panose="02040602050305030304" pitchFamily="18" charset="0"/>
            </a:endParaRPr>
          </a:p>
          <a:p>
            <a:pPr algn="just">
              <a:lnSpc>
                <a:spcPct val="150000"/>
              </a:lnSpc>
            </a:pPr>
            <a:endParaRPr lang="en-US" sz="2400" dirty="0">
              <a:solidFill>
                <a:srgbClr val="000000"/>
              </a:solidFill>
              <a:latin typeface="Book Antiqua" panose="02040602050305030304" pitchFamily="18" charset="0"/>
            </a:endParaRPr>
          </a:p>
          <a:p>
            <a:pPr algn="just">
              <a:lnSpc>
                <a:spcPct val="150000"/>
              </a:lnSpc>
            </a:pPr>
            <a:endParaRPr lang="en-US" sz="2400" dirty="0">
              <a:solidFill>
                <a:srgbClr val="000000"/>
              </a:solidFill>
              <a:latin typeface="Book Antiqua" panose="02040602050305030304" pitchFamily="18" charset="0"/>
            </a:endParaRPr>
          </a:p>
        </p:txBody>
      </p:sp>
      <p:pic>
        <p:nvPicPr>
          <p:cNvPr id="4" name="Picture 3"/>
          <p:cNvPicPr>
            <a:picLocks noChangeAspect="1"/>
          </p:cNvPicPr>
          <p:nvPr/>
        </p:nvPicPr>
        <p:blipFill rotWithShape="1">
          <a:blip r:embed="rId2"/>
          <a:srcRect l="8656" r="5801"/>
          <a:stretch/>
        </p:blipFill>
        <p:spPr>
          <a:xfrm>
            <a:off x="1490130" y="1383359"/>
            <a:ext cx="9084733" cy="4762608"/>
          </a:xfrm>
          <a:prstGeom prst="rect">
            <a:avLst/>
          </a:prstGeom>
        </p:spPr>
      </p:pic>
      <p:sp>
        <p:nvSpPr>
          <p:cNvPr id="3" name="TextBox 2"/>
          <p:cNvSpPr txBox="1"/>
          <p:nvPr/>
        </p:nvSpPr>
        <p:spPr>
          <a:xfrm>
            <a:off x="2788169" y="6145967"/>
            <a:ext cx="5711253" cy="461665"/>
          </a:xfrm>
          <a:prstGeom prst="rect">
            <a:avLst/>
          </a:prstGeom>
          <a:noFill/>
        </p:spPr>
        <p:txBody>
          <a:bodyPr wrap="square" rtlCol="0">
            <a:spAutoFit/>
          </a:bodyPr>
          <a:lstStyle/>
          <a:p>
            <a:r>
              <a:rPr lang="en-US" sz="2400" b="1" dirty="0">
                <a:solidFill>
                  <a:srgbClr val="C00000"/>
                </a:solidFill>
              </a:rPr>
              <a:t>IUPAC name : 5-ethyl-2,6-dimethyl-octane </a:t>
            </a:r>
          </a:p>
        </p:txBody>
      </p:sp>
      <mc:AlternateContent xmlns:mc="http://schemas.openxmlformats.org/markup-compatibility/2006" xmlns:p14="http://schemas.microsoft.com/office/powerpoint/2010/main">
        <mc:Choice Requires="p14">
          <p:contentPart p14:bwMode="auto" r:id="rId3">
            <p14:nvContentPartPr>
              <p14:cNvPr id="5" name="Ink 4"/>
              <p14:cNvContentPartPr/>
              <p14:nvPr/>
            </p14:nvContentPartPr>
            <p14:xfrm>
              <a:off x="3814920" y="1455480"/>
              <a:ext cx="5024880" cy="1767600"/>
            </p14:xfrm>
          </p:contentPart>
        </mc:Choice>
        <mc:Fallback xmlns="">
          <p:pic>
            <p:nvPicPr>
              <p:cNvPr id="5" name="Ink 4"/>
              <p:cNvPicPr/>
              <p:nvPr/>
            </p:nvPicPr>
            <p:blipFill>
              <a:blip r:embed="rId4"/>
              <a:stretch>
                <a:fillRect/>
              </a:stretch>
            </p:blipFill>
            <p:spPr>
              <a:xfrm>
                <a:off x="3805560" y="1446120"/>
                <a:ext cx="5043600" cy="1786320"/>
              </a:xfrm>
              <a:prstGeom prst="rect">
                <a:avLst/>
              </a:prstGeom>
            </p:spPr>
          </p:pic>
        </mc:Fallback>
      </mc:AlternateContent>
    </p:spTree>
    <p:extLst>
      <p:ext uri="{BB962C8B-B14F-4D97-AF65-F5344CB8AC3E}">
        <p14:creationId xmlns:p14="http://schemas.microsoft.com/office/powerpoint/2010/main" val="263583319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970551" y="84046"/>
            <a:ext cx="6250898" cy="461665"/>
          </a:xfrm>
          <a:prstGeom prst="rect">
            <a:avLst/>
          </a:prstGeom>
        </p:spPr>
        <p:txBody>
          <a:bodyPr wrap="square">
            <a:spAutoFit/>
          </a:bodyPr>
          <a:lstStyle/>
          <a:p>
            <a:pPr algn="ctr"/>
            <a:r>
              <a:rPr lang="en-US" sz="2400" b="1" dirty="0">
                <a:solidFill>
                  <a:srgbClr val="C00000"/>
                </a:solidFill>
              </a:rPr>
              <a:t>Nomenclature of branched chain alkanes</a:t>
            </a:r>
          </a:p>
        </p:txBody>
      </p:sp>
      <p:pic>
        <p:nvPicPr>
          <p:cNvPr id="106498" name="Picture 2"/>
          <p:cNvPicPr>
            <a:picLocks noChangeAspect="1" noChangeArrowheads="1"/>
          </p:cNvPicPr>
          <p:nvPr/>
        </p:nvPicPr>
        <p:blipFill>
          <a:blip r:embed="rId2"/>
          <a:srcRect/>
          <a:stretch>
            <a:fillRect/>
          </a:stretch>
        </p:blipFill>
        <p:spPr bwMode="auto">
          <a:xfrm>
            <a:off x="0" y="727449"/>
            <a:ext cx="12192000" cy="3927969"/>
          </a:xfrm>
          <a:prstGeom prst="rect">
            <a:avLst/>
          </a:prstGeom>
          <a:noFill/>
          <a:ln w="9525">
            <a:noFill/>
            <a:miter lim="800000"/>
            <a:headEnd/>
            <a:tailEnd/>
          </a:ln>
          <a:effectLst/>
        </p:spPr>
      </p:pic>
      <p:pic>
        <p:nvPicPr>
          <p:cNvPr id="106499" name="Picture 3"/>
          <p:cNvPicPr>
            <a:picLocks noChangeAspect="1" noChangeArrowheads="1"/>
          </p:cNvPicPr>
          <p:nvPr/>
        </p:nvPicPr>
        <p:blipFill>
          <a:blip r:embed="rId3"/>
          <a:srcRect/>
          <a:stretch>
            <a:fillRect/>
          </a:stretch>
        </p:blipFill>
        <p:spPr bwMode="auto">
          <a:xfrm>
            <a:off x="0" y="4677634"/>
            <a:ext cx="12192000" cy="1992989"/>
          </a:xfrm>
          <a:prstGeom prst="rect">
            <a:avLst/>
          </a:prstGeom>
          <a:noFill/>
          <a:ln w="9525">
            <a:noFill/>
            <a:miter lim="800000"/>
            <a:headEnd/>
            <a:tailEnd/>
          </a:ln>
          <a:effectLst/>
        </p:spPr>
      </p:pic>
      <mc:AlternateContent xmlns:mc="http://schemas.openxmlformats.org/markup-compatibility/2006" xmlns:p14="http://schemas.microsoft.com/office/powerpoint/2010/main">
        <mc:Choice Requires="p14">
          <p:contentPart p14:bwMode="auto" r:id="rId4">
            <p14:nvContentPartPr>
              <p14:cNvPr id="2" name="Ink 1"/>
              <p14:cNvContentPartPr/>
              <p14:nvPr/>
            </p14:nvContentPartPr>
            <p14:xfrm>
              <a:off x="125640" y="568080"/>
              <a:ext cx="11631240" cy="5780880"/>
            </p14:xfrm>
          </p:contentPart>
        </mc:Choice>
        <mc:Fallback xmlns="">
          <p:pic>
            <p:nvPicPr>
              <p:cNvPr id="2" name="Ink 1"/>
              <p:cNvPicPr/>
              <p:nvPr/>
            </p:nvPicPr>
            <p:blipFill>
              <a:blip r:embed="rId5"/>
              <a:stretch>
                <a:fillRect/>
              </a:stretch>
            </p:blipFill>
            <p:spPr>
              <a:xfrm>
                <a:off x="116280" y="558720"/>
                <a:ext cx="11649960" cy="5799600"/>
              </a:xfrm>
              <a:prstGeom prst="rect">
                <a:avLst/>
              </a:prstGeom>
            </p:spPr>
          </p:pic>
        </mc:Fallback>
      </mc:AlternateContent>
    </p:spTree>
    <p:extLst>
      <p:ext uri="{BB962C8B-B14F-4D97-AF65-F5344CB8AC3E}">
        <p14:creationId xmlns:p14="http://schemas.microsoft.com/office/powerpoint/2010/main" val="347090066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967148" cy="7112845"/>
          </a:xfrm>
          <a:prstGeom prst="rect">
            <a:avLst/>
          </a:prstGeom>
        </p:spPr>
        <p:txBody>
          <a:bodyPr wrap="square">
            <a:spAutoFit/>
          </a:bodyPr>
          <a:lstStyle/>
          <a:p>
            <a:pPr algn="just">
              <a:lnSpc>
                <a:spcPct val="150000"/>
              </a:lnSpc>
            </a:pPr>
            <a:r>
              <a:rPr lang="en-US" sz="2400" b="1" dirty="0">
                <a:solidFill>
                  <a:srgbClr val="C00000"/>
                </a:solidFill>
              </a:rPr>
              <a:t>Alkenes:</a:t>
            </a:r>
            <a:r>
              <a:rPr lang="en-US" sz="2400" b="1" dirty="0">
                <a:solidFill>
                  <a:srgbClr val="000000"/>
                </a:solidFill>
              </a:rPr>
              <a:t> </a:t>
            </a:r>
            <a:r>
              <a:rPr lang="en-US" sz="2400" dirty="0">
                <a:solidFill>
                  <a:srgbClr val="000000"/>
                </a:solidFill>
              </a:rPr>
              <a:t>Acyclic unsaturated compounds containing at least one carbon-carbon double bond are called alkenes. They are also called as </a:t>
            </a:r>
            <a:r>
              <a:rPr lang="en-US" sz="2400" b="1" dirty="0">
                <a:solidFill>
                  <a:srgbClr val="000000"/>
                </a:solidFill>
              </a:rPr>
              <a:t>olefins </a:t>
            </a:r>
            <a:r>
              <a:rPr lang="en-US" sz="2400" dirty="0">
                <a:solidFill>
                  <a:srgbClr val="000000"/>
                </a:solidFill>
              </a:rPr>
              <a:t>(</a:t>
            </a:r>
            <a:r>
              <a:rPr lang="en-US" sz="2400" dirty="0" err="1">
                <a:solidFill>
                  <a:srgbClr val="000000"/>
                </a:solidFill>
              </a:rPr>
              <a:t>olefiant</a:t>
            </a:r>
            <a:r>
              <a:rPr lang="en-US" sz="2400" dirty="0">
                <a:solidFill>
                  <a:srgbClr val="000000"/>
                </a:solidFill>
              </a:rPr>
              <a:t> = oil forming) since the lower members of this class produce oil compounds on reactions with halogens. </a:t>
            </a:r>
          </a:p>
          <a:p>
            <a:pPr algn="just">
              <a:lnSpc>
                <a:spcPct val="150000"/>
              </a:lnSpc>
            </a:pPr>
            <a:r>
              <a:rPr lang="en-US" sz="2400" dirty="0">
                <a:solidFill>
                  <a:srgbClr val="000000"/>
                </a:solidFill>
              </a:rPr>
              <a:t>Their general formula is, </a:t>
            </a:r>
            <a:r>
              <a:rPr lang="en-US" sz="2400" b="1" dirty="0">
                <a:solidFill>
                  <a:srgbClr val="000000"/>
                </a:solidFill>
              </a:rPr>
              <a:t>C</a:t>
            </a:r>
            <a:r>
              <a:rPr lang="en-US" sz="2400" b="1" baseline="-25000" dirty="0">
                <a:solidFill>
                  <a:srgbClr val="000000"/>
                </a:solidFill>
              </a:rPr>
              <a:t>n</a:t>
            </a:r>
            <a:r>
              <a:rPr lang="en-US" sz="2400" b="1" dirty="0">
                <a:solidFill>
                  <a:srgbClr val="000000"/>
                </a:solidFill>
              </a:rPr>
              <a:t>H</a:t>
            </a:r>
            <a:r>
              <a:rPr lang="en-US" sz="2400" b="1" baseline="-25000" dirty="0">
                <a:solidFill>
                  <a:srgbClr val="000000"/>
                </a:solidFill>
              </a:rPr>
              <a:t>2n</a:t>
            </a:r>
            <a:r>
              <a:rPr lang="en-US" sz="2400" b="1" dirty="0">
                <a:solidFill>
                  <a:srgbClr val="000000"/>
                </a:solidFill>
              </a:rPr>
              <a:t> </a:t>
            </a:r>
            <a:r>
              <a:rPr lang="en-US" sz="2400" dirty="0">
                <a:solidFill>
                  <a:srgbClr val="000000"/>
                </a:solidFill>
              </a:rPr>
              <a:t>where n = 2, 3, 4.... </a:t>
            </a:r>
          </a:p>
          <a:p>
            <a:pPr algn="just">
              <a:lnSpc>
                <a:spcPct val="150000"/>
              </a:lnSpc>
            </a:pPr>
            <a:r>
              <a:rPr lang="en-US" sz="2400" dirty="0">
                <a:solidFill>
                  <a:srgbClr val="000000"/>
                </a:solidFill>
              </a:rPr>
              <a:t>Example: C</a:t>
            </a:r>
            <a:r>
              <a:rPr lang="en-US" sz="2400" baseline="-25000" dirty="0">
                <a:solidFill>
                  <a:srgbClr val="000000"/>
                </a:solidFill>
              </a:rPr>
              <a:t>2</a:t>
            </a:r>
            <a:r>
              <a:rPr lang="en-US" sz="2400" dirty="0">
                <a:solidFill>
                  <a:srgbClr val="000000"/>
                </a:solidFill>
              </a:rPr>
              <a:t>H</a:t>
            </a:r>
            <a:r>
              <a:rPr lang="en-US" sz="2400" baseline="-25000" dirty="0">
                <a:solidFill>
                  <a:srgbClr val="000000"/>
                </a:solidFill>
              </a:rPr>
              <a:t>4</a:t>
            </a:r>
            <a:r>
              <a:rPr lang="en-US" sz="2400" dirty="0">
                <a:solidFill>
                  <a:srgbClr val="000000"/>
                </a:solidFill>
              </a:rPr>
              <a:t> (</a:t>
            </a:r>
            <a:r>
              <a:rPr lang="en-US" sz="2400" dirty="0" err="1">
                <a:solidFill>
                  <a:srgbClr val="000000"/>
                </a:solidFill>
              </a:rPr>
              <a:t>ethene</a:t>
            </a:r>
            <a:r>
              <a:rPr lang="en-US" sz="2400" dirty="0">
                <a:solidFill>
                  <a:srgbClr val="000000"/>
                </a:solidFill>
              </a:rPr>
              <a:t> or ethylene), C</a:t>
            </a:r>
            <a:r>
              <a:rPr lang="en-US" sz="2400" baseline="-25000" dirty="0">
                <a:solidFill>
                  <a:srgbClr val="000000"/>
                </a:solidFill>
              </a:rPr>
              <a:t>3</a:t>
            </a:r>
            <a:r>
              <a:rPr lang="en-US" sz="2400" dirty="0">
                <a:solidFill>
                  <a:srgbClr val="000000"/>
                </a:solidFill>
              </a:rPr>
              <a:t>H</a:t>
            </a:r>
            <a:r>
              <a:rPr lang="en-US" sz="2400" baseline="-25000" dirty="0">
                <a:solidFill>
                  <a:srgbClr val="000000"/>
                </a:solidFill>
              </a:rPr>
              <a:t>6</a:t>
            </a:r>
            <a:r>
              <a:rPr lang="en-US" sz="2400" dirty="0">
                <a:solidFill>
                  <a:srgbClr val="000000"/>
                </a:solidFill>
              </a:rPr>
              <a:t> (propene), etc. </a:t>
            </a:r>
          </a:p>
          <a:p>
            <a:pPr algn="just">
              <a:lnSpc>
                <a:spcPct val="150000"/>
              </a:lnSpc>
            </a:pPr>
            <a:r>
              <a:rPr lang="en-US" sz="2400" dirty="0">
                <a:solidFill>
                  <a:srgbClr val="000000"/>
                </a:solidFill>
              </a:rPr>
              <a:t>In </a:t>
            </a:r>
            <a:r>
              <a:rPr lang="en-US" sz="2400" dirty="0" err="1">
                <a:solidFill>
                  <a:srgbClr val="000000"/>
                </a:solidFill>
              </a:rPr>
              <a:t>ethene</a:t>
            </a:r>
            <a:r>
              <a:rPr lang="en-US" sz="2400" dirty="0">
                <a:solidFill>
                  <a:srgbClr val="000000"/>
                </a:solidFill>
              </a:rPr>
              <a:t>, the carbon-carbon bond is a double bond. Propene has one carbon-carbon single bond and one carbon-carbon double bond. </a:t>
            </a:r>
          </a:p>
          <a:p>
            <a:pPr algn="just">
              <a:lnSpc>
                <a:spcPct val="150000"/>
              </a:lnSpc>
            </a:pPr>
            <a:r>
              <a:rPr lang="en-US" sz="2400" b="1" dirty="0">
                <a:solidFill>
                  <a:srgbClr val="C00000"/>
                </a:solidFill>
              </a:rPr>
              <a:t>Alkynes: </a:t>
            </a:r>
            <a:r>
              <a:rPr lang="en-US" sz="2400" dirty="0">
                <a:solidFill>
                  <a:srgbClr val="000000"/>
                </a:solidFill>
              </a:rPr>
              <a:t>Acyclic unsaturated compounds containing at least one carbon-carbon triple bond are called alkynes or acetylenes. Their general formula is </a:t>
            </a:r>
            <a:r>
              <a:rPr lang="en-US" sz="2400" b="1" dirty="0">
                <a:solidFill>
                  <a:srgbClr val="000000"/>
                </a:solidFill>
              </a:rPr>
              <a:t>C</a:t>
            </a:r>
            <a:r>
              <a:rPr lang="en-US" sz="2400" b="1" baseline="-25000" dirty="0">
                <a:solidFill>
                  <a:srgbClr val="000000"/>
                </a:solidFill>
              </a:rPr>
              <a:t>n</a:t>
            </a:r>
            <a:r>
              <a:rPr lang="en-US" sz="2400" b="1" dirty="0">
                <a:solidFill>
                  <a:srgbClr val="000000"/>
                </a:solidFill>
              </a:rPr>
              <a:t>H</a:t>
            </a:r>
            <a:r>
              <a:rPr lang="en-US" sz="2400" b="1" baseline="-25000" dirty="0">
                <a:solidFill>
                  <a:srgbClr val="000000"/>
                </a:solidFill>
              </a:rPr>
              <a:t>2n-2</a:t>
            </a:r>
            <a:r>
              <a:rPr lang="en-US" sz="2400" dirty="0">
                <a:solidFill>
                  <a:srgbClr val="000000"/>
                </a:solidFill>
              </a:rPr>
              <a:t>, where n = 2, 3, 4 ... </a:t>
            </a:r>
          </a:p>
          <a:p>
            <a:pPr algn="just">
              <a:lnSpc>
                <a:spcPct val="150000"/>
              </a:lnSpc>
            </a:pPr>
            <a:r>
              <a:rPr lang="en-US" sz="2400" dirty="0">
                <a:solidFill>
                  <a:srgbClr val="000000"/>
                </a:solidFill>
              </a:rPr>
              <a:t>Example: C</a:t>
            </a:r>
            <a:r>
              <a:rPr lang="en-US" sz="2400" baseline="-25000" dirty="0">
                <a:solidFill>
                  <a:srgbClr val="000000"/>
                </a:solidFill>
              </a:rPr>
              <a:t>2</a:t>
            </a:r>
            <a:r>
              <a:rPr lang="en-US" sz="2400" dirty="0">
                <a:solidFill>
                  <a:srgbClr val="000000"/>
                </a:solidFill>
              </a:rPr>
              <a:t>H</a:t>
            </a:r>
            <a:r>
              <a:rPr lang="en-US" sz="2400" baseline="-25000" dirty="0">
                <a:solidFill>
                  <a:srgbClr val="000000"/>
                </a:solidFill>
              </a:rPr>
              <a:t>2</a:t>
            </a:r>
            <a:r>
              <a:rPr lang="en-US" sz="2400" dirty="0">
                <a:solidFill>
                  <a:srgbClr val="000000"/>
                </a:solidFill>
              </a:rPr>
              <a:t> (</a:t>
            </a:r>
            <a:r>
              <a:rPr lang="en-US" sz="2400" dirty="0" err="1">
                <a:solidFill>
                  <a:srgbClr val="000000"/>
                </a:solidFill>
              </a:rPr>
              <a:t>ethyne</a:t>
            </a:r>
            <a:r>
              <a:rPr lang="en-US" sz="2400" dirty="0">
                <a:solidFill>
                  <a:srgbClr val="000000"/>
                </a:solidFill>
              </a:rPr>
              <a:t> or acetylene), C</a:t>
            </a:r>
            <a:r>
              <a:rPr lang="en-US" sz="2400" baseline="-25000" dirty="0">
                <a:solidFill>
                  <a:srgbClr val="000000"/>
                </a:solidFill>
              </a:rPr>
              <a:t>3</a:t>
            </a:r>
            <a:r>
              <a:rPr lang="en-US" sz="2400" dirty="0">
                <a:solidFill>
                  <a:srgbClr val="000000"/>
                </a:solidFill>
              </a:rPr>
              <a:t>H</a:t>
            </a:r>
            <a:r>
              <a:rPr lang="en-US" sz="2400" baseline="-25000" dirty="0">
                <a:solidFill>
                  <a:srgbClr val="000000"/>
                </a:solidFill>
              </a:rPr>
              <a:t>4</a:t>
            </a:r>
            <a:r>
              <a:rPr lang="en-US" sz="2400" dirty="0">
                <a:solidFill>
                  <a:srgbClr val="000000"/>
                </a:solidFill>
              </a:rPr>
              <a:t> (</a:t>
            </a:r>
            <a:r>
              <a:rPr lang="en-US" sz="2400" dirty="0" err="1">
                <a:solidFill>
                  <a:srgbClr val="000000"/>
                </a:solidFill>
              </a:rPr>
              <a:t>propyne</a:t>
            </a:r>
            <a:r>
              <a:rPr lang="en-US" sz="2400" dirty="0">
                <a:solidFill>
                  <a:srgbClr val="000000"/>
                </a:solidFill>
              </a:rPr>
              <a:t>), etc. </a:t>
            </a:r>
          </a:p>
          <a:p>
            <a:pPr algn="just">
              <a:lnSpc>
                <a:spcPct val="150000"/>
              </a:lnSpc>
            </a:pPr>
            <a:r>
              <a:rPr lang="en-US" sz="2400" dirty="0">
                <a:solidFill>
                  <a:srgbClr val="000000"/>
                </a:solidFill>
              </a:rPr>
              <a:t>In </a:t>
            </a:r>
            <a:r>
              <a:rPr lang="en-US" sz="2400" dirty="0" err="1">
                <a:solidFill>
                  <a:srgbClr val="000000"/>
                </a:solidFill>
              </a:rPr>
              <a:t>ethyne</a:t>
            </a:r>
            <a:r>
              <a:rPr lang="en-US" sz="2400" dirty="0">
                <a:solidFill>
                  <a:srgbClr val="000000"/>
                </a:solidFill>
              </a:rPr>
              <a:t>, the carbon-carbon bond is a triple bond. In </a:t>
            </a:r>
            <a:r>
              <a:rPr lang="en-US" sz="2400" dirty="0" err="1">
                <a:solidFill>
                  <a:srgbClr val="000000"/>
                </a:solidFill>
              </a:rPr>
              <a:t>propyne</a:t>
            </a:r>
            <a:r>
              <a:rPr lang="en-US" sz="2400" dirty="0">
                <a:solidFill>
                  <a:srgbClr val="000000"/>
                </a:solidFill>
              </a:rPr>
              <a:t>, there is one carbon-carbon triple bond and one carbon-carbon single bond. </a:t>
            </a:r>
            <a:endParaRPr lang="en-US" sz="2400" dirty="0"/>
          </a:p>
          <a:p>
            <a:pPr algn="just">
              <a:lnSpc>
                <a:spcPct val="150000"/>
              </a:lnSpc>
            </a:pPr>
            <a:endParaRPr lang="en-US" dirty="0"/>
          </a:p>
        </p:txBody>
      </p:sp>
    </p:spTree>
    <p:extLst>
      <p:ext uri="{BB962C8B-B14F-4D97-AF65-F5344CB8AC3E}">
        <p14:creationId xmlns:p14="http://schemas.microsoft.com/office/powerpoint/2010/main" val="258404829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7067" y="-127005"/>
            <a:ext cx="11755063" cy="2308324"/>
          </a:xfrm>
          <a:prstGeom prst="rect">
            <a:avLst/>
          </a:prstGeom>
        </p:spPr>
        <p:txBody>
          <a:bodyPr wrap="square">
            <a:spAutoFit/>
          </a:bodyPr>
          <a:lstStyle/>
          <a:p>
            <a:pPr algn="just">
              <a:lnSpc>
                <a:spcPct val="150000"/>
              </a:lnSpc>
            </a:pPr>
            <a:r>
              <a:rPr lang="en-US" sz="2400" b="1" dirty="0">
                <a:solidFill>
                  <a:srgbClr val="C00000"/>
                </a:solidFill>
              </a:rPr>
              <a:t>Naming compounds with multiple bonds: </a:t>
            </a:r>
            <a:r>
              <a:rPr lang="en-US" sz="2400" dirty="0">
                <a:solidFill>
                  <a:srgbClr val="000000"/>
                </a:solidFill>
              </a:rPr>
              <a:t>If a double or triple bond is present in the compound, the following additional rules are applicable: </a:t>
            </a:r>
          </a:p>
          <a:p>
            <a:pPr algn="just">
              <a:lnSpc>
                <a:spcPct val="150000"/>
              </a:lnSpc>
            </a:pPr>
            <a:r>
              <a:rPr lang="en-US" sz="2400" dirty="0">
                <a:solidFill>
                  <a:srgbClr val="000000"/>
                </a:solidFill>
              </a:rPr>
              <a:t>(a) The principal chain of carbon atoms is chosen so as to include both the carbons involved in a multiple bond, even if it is not the longest continuous chain. </a:t>
            </a:r>
            <a:endParaRPr lang="en-US" sz="2400" dirty="0"/>
          </a:p>
        </p:txBody>
      </p:sp>
      <p:pic>
        <p:nvPicPr>
          <p:cNvPr id="3" name="Picture 2"/>
          <p:cNvPicPr>
            <a:picLocks noChangeAspect="1"/>
          </p:cNvPicPr>
          <p:nvPr/>
        </p:nvPicPr>
        <p:blipFill>
          <a:blip r:embed="rId2"/>
          <a:stretch>
            <a:fillRect/>
          </a:stretch>
        </p:blipFill>
        <p:spPr>
          <a:xfrm>
            <a:off x="3725874" y="2021193"/>
            <a:ext cx="6390001" cy="1959419"/>
          </a:xfrm>
          <a:prstGeom prst="rect">
            <a:avLst/>
          </a:prstGeom>
        </p:spPr>
      </p:pic>
      <p:sp>
        <p:nvSpPr>
          <p:cNvPr id="4" name="Rectangle 3"/>
          <p:cNvSpPr/>
          <p:nvPr/>
        </p:nvSpPr>
        <p:spPr>
          <a:xfrm>
            <a:off x="237067" y="3833387"/>
            <a:ext cx="11762281" cy="1143070"/>
          </a:xfrm>
          <a:prstGeom prst="rect">
            <a:avLst/>
          </a:prstGeom>
        </p:spPr>
        <p:txBody>
          <a:bodyPr wrap="square">
            <a:spAutoFit/>
          </a:bodyPr>
          <a:lstStyle/>
          <a:p>
            <a:pPr algn="just">
              <a:lnSpc>
                <a:spcPct val="150000"/>
              </a:lnSpc>
            </a:pPr>
            <a:r>
              <a:rPr lang="en-US" sz="2400" dirty="0">
                <a:solidFill>
                  <a:srgbClr val="000000"/>
                </a:solidFill>
              </a:rPr>
              <a:t>(b) The position of a multiple bond is indicated by the number given to the carbon atom preceding the multiple bonds</a:t>
            </a:r>
            <a:r>
              <a:rPr lang="en-US" dirty="0">
                <a:solidFill>
                  <a:srgbClr val="000000"/>
                </a:solidFill>
                <a:latin typeface="Book Antiqua" panose="02040602050305030304" pitchFamily="18" charset="0"/>
              </a:rPr>
              <a:t>. </a:t>
            </a:r>
            <a:endParaRPr lang="en-US" dirty="0"/>
          </a:p>
        </p:txBody>
      </p:sp>
      <p:pic>
        <p:nvPicPr>
          <p:cNvPr id="5" name="Picture 4"/>
          <p:cNvPicPr>
            <a:picLocks noChangeAspect="1"/>
          </p:cNvPicPr>
          <p:nvPr/>
        </p:nvPicPr>
        <p:blipFill rotWithShape="1">
          <a:blip r:embed="rId3"/>
          <a:srcRect l="1586" r="8712"/>
          <a:stretch/>
        </p:blipFill>
        <p:spPr>
          <a:xfrm>
            <a:off x="4182533" y="4586990"/>
            <a:ext cx="7107140" cy="2271010"/>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p14:cNvContentPartPr/>
              <p14:nvPr/>
            </p14:nvContentPartPr>
            <p14:xfrm>
              <a:off x="9378000" y="5760720"/>
              <a:ext cx="28800" cy="4680"/>
            </p14:xfrm>
          </p:contentPart>
        </mc:Choice>
        <mc:Fallback xmlns="">
          <p:pic>
            <p:nvPicPr>
              <p:cNvPr id="6" name="Ink 5"/>
              <p:cNvPicPr/>
              <p:nvPr/>
            </p:nvPicPr>
            <p:blipFill>
              <a:blip r:embed="rId5"/>
              <a:stretch>
                <a:fillRect/>
              </a:stretch>
            </p:blipFill>
            <p:spPr>
              <a:xfrm>
                <a:off x="9368640" y="5751360"/>
                <a:ext cx="47520" cy="23400"/>
              </a:xfrm>
              <a:prstGeom prst="rect">
                <a:avLst/>
              </a:prstGeom>
            </p:spPr>
          </p:pic>
        </mc:Fallback>
      </mc:AlternateContent>
    </p:spTree>
    <p:extLst>
      <p:ext uri="{BB962C8B-B14F-4D97-AF65-F5344CB8AC3E}">
        <p14:creationId xmlns:p14="http://schemas.microsoft.com/office/powerpoint/2010/main" val="267910871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6511" y="127018"/>
            <a:ext cx="11710629" cy="1200329"/>
          </a:xfrm>
          <a:prstGeom prst="rect">
            <a:avLst/>
          </a:prstGeom>
        </p:spPr>
        <p:txBody>
          <a:bodyPr wrap="square">
            <a:spAutoFit/>
          </a:bodyPr>
          <a:lstStyle/>
          <a:p>
            <a:pPr algn="just"/>
            <a:r>
              <a:rPr lang="en-US" sz="2400" dirty="0">
                <a:solidFill>
                  <a:srgbClr val="000000"/>
                </a:solidFill>
              </a:rPr>
              <a:t>(c) </a:t>
            </a:r>
            <a:r>
              <a:rPr lang="en-US" sz="2400" i="1" dirty="0">
                <a:solidFill>
                  <a:srgbClr val="000000"/>
                </a:solidFill>
              </a:rPr>
              <a:t>If the parent carbon chain contains one multiple bond</a:t>
            </a:r>
            <a:r>
              <a:rPr lang="en-US" sz="2400" dirty="0">
                <a:solidFill>
                  <a:srgbClr val="000000"/>
                </a:solidFill>
              </a:rPr>
              <a:t>, the carbon atoms of the principal parent chain are numbered in a manner so as to give the lowest number to the multiple bond even if it violates the lowest sum rule (of sum of position of substituents). </a:t>
            </a:r>
            <a:endParaRPr lang="en-US" sz="2400" dirty="0"/>
          </a:p>
        </p:txBody>
      </p:sp>
      <p:pic>
        <p:nvPicPr>
          <p:cNvPr id="3" name="Picture 2"/>
          <p:cNvPicPr>
            <a:picLocks noChangeAspect="1"/>
          </p:cNvPicPr>
          <p:nvPr/>
        </p:nvPicPr>
        <p:blipFill>
          <a:blip r:embed="rId2"/>
          <a:stretch>
            <a:fillRect/>
          </a:stretch>
        </p:blipFill>
        <p:spPr>
          <a:xfrm>
            <a:off x="2630995" y="1214203"/>
            <a:ext cx="7463025" cy="2300194"/>
          </a:xfrm>
          <a:prstGeom prst="rect">
            <a:avLst/>
          </a:prstGeom>
        </p:spPr>
      </p:pic>
      <p:sp>
        <p:nvSpPr>
          <p:cNvPr id="4" name="Rectangle 3"/>
          <p:cNvSpPr/>
          <p:nvPr/>
        </p:nvSpPr>
        <p:spPr>
          <a:xfrm>
            <a:off x="266511" y="3447420"/>
            <a:ext cx="11553807" cy="2308324"/>
          </a:xfrm>
          <a:prstGeom prst="rect">
            <a:avLst/>
          </a:prstGeom>
        </p:spPr>
        <p:txBody>
          <a:bodyPr wrap="square">
            <a:spAutoFit/>
          </a:bodyPr>
          <a:lstStyle/>
          <a:p>
            <a:pPr algn="just"/>
            <a:r>
              <a:rPr lang="en-US" sz="2400" dirty="0">
                <a:solidFill>
                  <a:srgbClr val="000000"/>
                </a:solidFill>
              </a:rPr>
              <a:t>(d) </a:t>
            </a:r>
            <a:r>
              <a:rPr lang="en-US" sz="2400" i="1" dirty="0">
                <a:solidFill>
                  <a:srgbClr val="000000"/>
                </a:solidFill>
              </a:rPr>
              <a:t>If the parent carbon chain contains </a:t>
            </a:r>
            <a:r>
              <a:rPr lang="en-US" sz="2400" i="1" dirty="0" smtClean="0">
                <a:solidFill>
                  <a:srgbClr val="000000"/>
                </a:solidFill>
              </a:rPr>
              <a:t>more than one </a:t>
            </a:r>
            <a:r>
              <a:rPr lang="en-US" sz="2400" i="1" dirty="0">
                <a:solidFill>
                  <a:srgbClr val="000000"/>
                </a:solidFill>
              </a:rPr>
              <a:t>multiple bond</a:t>
            </a:r>
            <a:r>
              <a:rPr lang="en-US" sz="2400" dirty="0">
                <a:solidFill>
                  <a:srgbClr val="000000"/>
                </a:solidFill>
              </a:rPr>
              <a:t>, first check the lowest sum rule for multiple bonds (both double and triple bond positions added collectively irrespective of which is double and which triple). The numbering is done accordingly. If the sum is same from both the ways of numbering (i.e. from left and from right), then give priority to double bond over triple bond, i.e. that numbering is done which gives a lower position to double bond. </a:t>
            </a:r>
            <a:endParaRPr lang="en-US" sz="2400" dirty="0"/>
          </a:p>
        </p:txBody>
      </p:sp>
      <p:pic>
        <p:nvPicPr>
          <p:cNvPr id="5" name="Picture 4"/>
          <p:cNvPicPr>
            <a:picLocks noChangeAspect="1"/>
          </p:cNvPicPr>
          <p:nvPr/>
        </p:nvPicPr>
        <p:blipFill>
          <a:blip r:embed="rId3"/>
          <a:stretch>
            <a:fillRect/>
          </a:stretch>
        </p:blipFill>
        <p:spPr>
          <a:xfrm>
            <a:off x="2861393" y="5321507"/>
            <a:ext cx="6885001" cy="1536493"/>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p14:cNvContentPartPr/>
              <p14:nvPr/>
            </p14:nvContentPartPr>
            <p14:xfrm>
              <a:off x="2805480" y="5797440"/>
              <a:ext cx="421200" cy="218880"/>
            </p14:xfrm>
          </p:contentPart>
        </mc:Choice>
        <mc:Fallback xmlns="">
          <p:pic>
            <p:nvPicPr>
              <p:cNvPr id="6" name="Ink 5"/>
              <p:cNvPicPr/>
              <p:nvPr/>
            </p:nvPicPr>
            <p:blipFill>
              <a:blip r:embed="rId5"/>
              <a:stretch>
                <a:fillRect/>
              </a:stretch>
            </p:blipFill>
            <p:spPr>
              <a:xfrm>
                <a:off x="2796120" y="5788080"/>
                <a:ext cx="439920" cy="237600"/>
              </a:xfrm>
              <a:prstGeom prst="rect">
                <a:avLst/>
              </a:prstGeom>
            </p:spPr>
          </p:pic>
        </mc:Fallback>
      </mc:AlternateContent>
    </p:spTree>
    <p:extLst>
      <p:ext uri="{BB962C8B-B14F-4D97-AF65-F5344CB8AC3E}">
        <p14:creationId xmlns:p14="http://schemas.microsoft.com/office/powerpoint/2010/main" val="253589293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599" y="188496"/>
            <a:ext cx="11827933" cy="830997"/>
          </a:xfrm>
          <a:prstGeom prst="rect">
            <a:avLst/>
          </a:prstGeom>
        </p:spPr>
        <p:txBody>
          <a:bodyPr wrap="square">
            <a:spAutoFit/>
          </a:bodyPr>
          <a:lstStyle/>
          <a:p>
            <a:pPr algn="just"/>
            <a:r>
              <a:rPr lang="en-US" sz="2400" dirty="0">
                <a:solidFill>
                  <a:srgbClr val="000000"/>
                </a:solidFill>
              </a:rPr>
              <a:t>(e) While writing the IUPAC name, the “en” (for double bond) or “</a:t>
            </a:r>
            <a:r>
              <a:rPr lang="en-US" sz="2400" dirty="0" err="1">
                <a:solidFill>
                  <a:srgbClr val="000000"/>
                </a:solidFill>
              </a:rPr>
              <a:t>yne</a:t>
            </a:r>
            <a:r>
              <a:rPr lang="en-US" sz="2400" dirty="0">
                <a:solidFill>
                  <a:srgbClr val="000000"/>
                </a:solidFill>
              </a:rPr>
              <a:t>” (for triple bond) and “en-</a:t>
            </a:r>
            <a:r>
              <a:rPr lang="en-US" sz="2400" dirty="0" err="1">
                <a:solidFill>
                  <a:srgbClr val="000000"/>
                </a:solidFill>
              </a:rPr>
              <a:t>yne</a:t>
            </a:r>
            <a:r>
              <a:rPr lang="en-US" sz="2400" dirty="0">
                <a:solidFill>
                  <a:srgbClr val="000000"/>
                </a:solidFill>
              </a:rPr>
              <a:t>” (for both double and triple bonds present) is used in place of “</a:t>
            </a:r>
            <a:r>
              <a:rPr lang="en-US" sz="2400" dirty="0" err="1">
                <a:solidFill>
                  <a:srgbClr val="000000"/>
                </a:solidFill>
              </a:rPr>
              <a:t>ane</a:t>
            </a:r>
            <a:r>
              <a:rPr lang="en-US" sz="2400" dirty="0">
                <a:solidFill>
                  <a:srgbClr val="000000"/>
                </a:solidFill>
              </a:rPr>
              <a:t>”. </a:t>
            </a:r>
            <a:endParaRPr lang="en-US" sz="2400" dirty="0"/>
          </a:p>
        </p:txBody>
      </p:sp>
      <p:pic>
        <p:nvPicPr>
          <p:cNvPr id="3" name="Picture 2"/>
          <p:cNvPicPr>
            <a:picLocks noChangeAspect="1"/>
          </p:cNvPicPr>
          <p:nvPr/>
        </p:nvPicPr>
        <p:blipFill rotWithShape="1">
          <a:blip r:embed="rId2"/>
          <a:srcRect l="2593" t="15673" r="1909"/>
          <a:stretch/>
        </p:blipFill>
        <p:spPr>
          <a:xfrm>
            <a:off x="3259666" y="1025869"/>
            <a:ext cx="4992326" cy="1509878"/>
          </a:xfrm>
          <a:prstGeom prst="rect">
            <a:avLst/>
          </a:prstGeom>
        </p:spPr>
      </p:pic>
      <p:grpSp>
        <p:nvGrpSpPr>
          <p:cNvPr id="7" name="Group 6"/>
          <p:cNvGrpSpPr/>
          <p:nvPr/>
        </p:nvGrpSpPr>
        <p:grpSpPr>
          <a:xfrm>
            <a:off x="1374417" y="2475078"/>
            <a:ext cx="9158113" cy="4230521"/>
            <a:chOff x="1848550" y="2492012"/>
            <a:chExt cx="9158113" cy="4230521"/>
          </a:xfrm>
        </p:grpSpPr>
        <p:pic>
          <p:nvPicPr>
            <p:cNvPr id="4" name="Picture 3"/>
            <p:cNvPicPr>
              <a:picLocks noChangeAspect="1"/>
            </p:cNvPicPr>
            <p:nvPr/>
          </p:nvPicPr>
          <p:blipFill rotWithShape="1">
            <a:blip r:embed="rId3"/>
            <a:srcRect r="918" b="3711"/>
            <a:stretch/>
          </p:blipFill>
          <p:spPr>
            <a:xfrm>
              <a:off x="1882420" y="3335762"/>
              <a:ext cx="9081913" cy="2144620"/>
            </a:xfrm>
            <a:prstGeom prst="rect">
              <a:avLst/>
            </a:prstGeom>
          </p:spPr>
        </p:pic>
        <p:pic>
          <p:nvPicPr>
            <p:cNvPr id="5" name="Picture 4"/>
            <p:cNvPicPr>
              <a:picLocks noChangeAspect="1"/>
            </p:cNvPicPr>
            <p:nvPr/>
          </p:nvPicPr>
          <p:blipFill rotWithShape="1">
            <a:blip r:embed="rId4"/>
            <a:srcRect r="1057" b="9834"/>
            <a:stretch/>
          </p:blipFill>
          <p:spPr>
            <a:xfrm>
              <a:off x="1848550" y="5480382"/>
              <a:ext cx="9158113" cy="1242151"/>
            </a:xfrm>
            <a:prstGeom prst="rect">
              <a:avLst/>
            </a:prstGeom>
          </p:spPr>
        </p:pic>
        <p:pic>
          <p:nvPicPr>
            <p:cNvPr id="6" name="Picture 5"/>
            <p:cNvPicPr>
              <a:picLocks noChangeAspect="1"/>
            </p:cNvPicPr>
            <p:nvPr/>
          </p:nvPicPr>
          <p:blipFill rotWithShape="1">
            <a:blip r:embed="rId5"/>
            <a:srcRect t="-10035" r="1472" b="10035"/>
            <a:stretch/>
          </p:blipFill>
          <p:spPr>
            <a:xfrm>
              <a:off x="1890885" y="2492012"/>
              <a:ext cx="9056514" cy="843750"/>
            </a:xfrm>
            <a:prstGeom prst="rect">
              <a:avLst/>
            </a:prstGeom>
          </p:spPr>
        </p:pic>
      </p:grpSp>
      <mc:AlternateContent xmlns:mc="http://schemas.openxmlformats.org/markup-compatibility/2006" xmlns:p14="http://schemas.microsoft.com/office/powerpoint/2010/main">
        <mc:Choice Requires="p14">
          <p:contentPart p14:bwMode="auto" r:id="rId6">
            <p14:nvContentPartPr>
              <p14:cNvPr id="8" name="Ink 7"/>
              <p14:cNvContentPartPr/>
              <p14:nvPr/>
            </p14:nvContentPartPr>
            <p14:xfrm>
              <a:off x="1301400" y="1653120"/>
              <a:ext cx="10624320" cy="5000040"/>
            </p14:xfrm>
          </p:contentPart>
        </mc:Choice>
        <mc:Fallback xmlns="">
          <p:pic>
            <p:nvPicPr>
              <p:cNvPr id="8" name="Ink 7"/>
              <p:cNvPicPr/>
              <p:nvPr/>
            </p:nvPicPr>
            <p:blipFill>
              <a:blip r:embed="rId7"/>
              <a:stretch>
                <a:fillRect/>
              </a:stretch>
            </p:blipFill>
            <p:spPr>
              <a:xfrm>
                <a:off x="1292040" y="1643760"/>
                <a:ext cx="10643040" cy="5018760"/>
              </a:xfrm>
              <a:prstGeom prst="rect">
                <a:avLst/>
              </a:prstGeom>
            </p:spPr>
          </p:pic>
        </mc:Fallback>
      </mc:AlternateContent>
    </p:spTree>
    <p:extLst>
      <p:ext uri="{BB962C8B-B14F-4D97-AF65-F5344CB8AC3E}">
        <p14:creationId xmlns:p14="http://schemas.microsoft.com/office/powerpoint/2010/main" val="243559432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400110"/>
          </a:xfrm>
          <a:prstGeom prst="rect">
            <a:avLst/>
          </a:prstGeom>
        </p:spPr>
        <p:txBody>
          <a:bodyPr wrap="square">
            <a:spAutoFit/>
          </a:bodyPr>
          <a:lstStyle/>
          <a:p>
            <a:pPr algn="just"/>
            <a:r>
              <a:rPr lang="en-US" b="1" dirty="0">
                <a:solidFill>
                  <a:srgbClr val="C00000"/>
                </a:solidFill>
                <a:latin typeface="Book Antiqua" panose="02040602050305030304" pitchFamily="18" charset="0"/>
              </a:rPr>
              <a:t>B. </a:t>
            </a:r>
            <a:r>
              <a:rPr lang="en-US" sz="2000" b="1" dirty="0">
                <a:solidFill>
                  <a:srgbClr val="C00000"/>
                </a:solidFill>
              </a:rPr>
              <a:t>Nomenclature of Compounds having Functional Groups (when more than one functional groups are present </a:t>
            </a:r>
            <a:endParaRPr lang="en-US" sz="2000" dirty="0">
              <a:solidFill>
                <a:srgbClr val="C00000"/>
              </a:solidFill>
            </a:endParaRPr>
          </a:p>
        </p:txBody>
      </p:sp>
      <p:sp>
        <p:nvSpPr>
          <p:cNvPr id="4" name="Rectangle 3"/>
          <p:cNvSpPr/>
          <p:nvPr/>
        </p:nvSpPr>
        <p:spPr>
          <a:xfrm>
            <a:off x="134910" y="440456"/>
            <a:ext cx="7809875" cy="646331"/>
          </a:xfrm>
          <a:prstGeom prst="rect">
            <a:avLst/>
          </a:prstGeom>
        </p:spPr>
        <p:txBody>
          <a:bodyPr wrap="square">
            <a:spAutoFit/>
          </a:bodyPr>
          <a:lstStyle/>
          <a:p>
            <a:r>
              <a:rPr lang="en-US" dirty="0">
                <a:latin typeface="Times New Roman" panose="02020603050405020304" pitchFamily="18" charset="0"/>
              </a:rPr>
              <a:t>Priorities of Substituents and Functional Groups</a:t>
            </a:r>
          </a:p>
          <a:p>
            <a:r>
              <a:rPr lang="en-US" dirty="0">
                <a:latin typeface="Times New Roman" panose="02020603050405020304" pitchFamily="18" charset="0"/>
              </a:rPr>
              <a:t>LISTED HERE FROM HIGHEST TO LOWEST PRIORITY</a:t>
            </a:r>
            <a:endParaRPr lang="en-US" dirty="0"/>
          </a:p>
        </p:txBody>
      </p:sp>
      <p:sp>
        <p:nvSpPr>
          <p:cNvPr id="5" name="Rectangle 4"/>
          <p:cNvSpPr/>
          <p:nvPr/>
        </p:nvSpPr>
        <p:spPr>
          <a:xfrm>
            <a:off x="2937965" y="1028728"/>
            <a:ext cx="5006820" cy="369332"/>
          </a:xfrm>
          <a:prstGeom prst="rect">
            <a:avLst/>
          </a:prstGeom>
        </p:spPr>
        <p:txBody>
          <a:bodyPr wrap="none">
            <a:spAutoFit/>
          </a:bodyPr>
          <a:lstStyle/>
          <a:p>
            <a:r>
              <a:rPr lang="en-US" b="1" dirty="0">
                <a:latin typeface="Times New Roman" panose="02020603050405020304" pitchFamily="18" charset="0"/>
              </a:rPr>
              <a:t>Functional Groups Indicated By Prefix Or Suffix</a:t>
            </a:r>
            <a:endParaRPr lang="en-US" dirty="0"/>
          </a:p>
        </p:txBody>
      </p:sp>
      <p:grpSp>
        <p:nvGrpSpPr>
          <p:cNvPr id="3" name="Group 2"/>
          <p:cNvGrpSpPr/>
          <p:nvPr/>
        </p:nvGrpSpPr>
        <p:grpSpPr>
          <a:xfrm>
            <a:off x="1259452" y="997358"/>
            <a:ext cx="8655014" cy="6012111"/>
            <a:chOff x="1259452" y="997358"/>
            <a:chExt cx="8655014" cy="6012111"/>
          </a:xfrm>
        </p:grpSpPr>
        <p:pic>
          <p:nvPicPr>
            <p:cNvPr id="6" name="Picture 5"/>
            <p:cNvPicPr>
              <a:picLocks noChangeAspect="1"/>
            </p:cNvPicPr>
            <p:nvPr/>
          </p:nvPicPr>
          <p:blipFill>
            <a:blip r:embed="rId2"/>
            <a:stretch>
              <a:fillRect/>
            </a:stretch>
          </p:blipFill>
          <p:spPr>
            <a:xfrm>
              <a:off x="1417125" y="997358"/>
              <a:ext cx="8497341" cy="3924327"/>
            </a:xfrm>
            <a:prstGeom prst="rect">
              <a:avLst/>
            </a:prstGeom>
          </p:spPr>
        </p:pic>
        <p:pic>
          <p:nvPicPr>
            <p:cNvPr id="7" name="Picture 6"/>
            <p:cNvPicPr>
              <a:picLocks noChangeAspect="1"/>
            </p:cNvPicPr>
            <p:nvPr/>
          </p:nvPicPr>
          <p:blipFill>
            <a:blip r:embed="rId3"/>
            <a:stretch>
              <a:fillRect/>
            </a:stretch>
          </p:blipFill>
          <p:spPr>
            <a:xfrm>
              <a:off x="1259452" y="4879034"/>
              <a:ext cx="8005269" cy="1199106"/>
            </a:xfrm>
            <a:prstGeom prst="rect">
              <a:avLst/>
            </a:prstGeom>
          </p:spPr>
        </p:pic>
        <p:pic>
          <p:nvPicPr>
            <p:cNvPr id="8" name="Picture 7"/>
            <p:cNvPicPr>
              <a:picLocks noChangeAspect="1"/>
            </p:cNvPicPr>
            <p:nvPr/>
          </p:nvPicPr>
          <p:blipFill>
            <a:blip r:embed="rId4"/>
            <a:stretch>
              <a:fillRect/>
            </a:stretch>
          </p:blipFill>
          <p:spPr>
            <a:xfrm>
              <a:off x="1349391" y="5968069"/>
              <a:ext cx="8000151" cy="1041400"/>
            </a:xfrm>
            <a:prstGeom prst="rect">
              <a:avLst/>
            </a:prstGeom>
          </p:spPr>
        </p:pic>
      </p:grpSp>
      <mc:AlternateContent xmlns:mc="http://schemas.openxmlformats.org/markup-compatibility/2006" xmlns:p14="http://schemas.microsoft.com/office/powerpoint/2010/main">
        <mc:Choice Requires="p14">
          <p:contentPart p14:bwMode="auto" r:id="rId5">
            <p14:nvContentPartPr>
              <p14:cNvPr id="9" name="Ink 8"/>
              <p14:cNvContentPartPr/>
              <p14:nvPr/>
            </p14:nvContentPartPr>
            <p14:xfrm>
              <a:off x="1140120" y="1764720"/>
              <a:ext cx="4477680" cy="4374000"/>
            </p14:xfrm>
          </p:contentPart>
        </mc:Choice>
        <mc:Fallback xmlns="">
          <p:pic>
            <p:nvPicPr>
              <p:cNvPr id="9" name="Ink 8"/>
              <p:cNvPicPr/>
              <p:nvPr/>
            </p:nvPicPr>
            <p:blipFill>
              <a:blip r:embed="rId6"/>
              <a:stretch>
                <a:fillRect/>
              </a:stretch>
            </p:blipFill>
            <p:spPr>
              <a:xfrm>
                <a:off x="1130760" y="1755360"/>
                <a:ext cx="4496400" cy="4392720"/>
              </a:xfrm>
              <a:prstGeom prst="rect">
                <a:avLst/>
              </a:prstGeom>
            </p:spPr>
          </p:pic>
        </mc:Fallback>
      </mc:AlternateContent>
    </p:spTree>
    <p:extLst>
      <p:ext uri="{BB962C8B-B14F-4D97-AF65-F5344CB8AC3E}">
        <p14:creationId xmlns:p14="http://schemas.microsoft.com/office/powerpoint/2010/main" val="223888207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78130"/>
            <a:ext cx="12192000" cy="6186309"/>
          </a:xfrm>
          <a:prstGeom prst="rect">
            <a:avLst/>
          </a:prstGeom>
        </p:spPr>
        <p:txBody>
          <a:bodyPr wrap="square">
            <a:spAutoFit/>
          </a:bodyPr>
          <a:lstStyle/>
          <a:p>
            <a:pPr marL="285750" indent="-285750">
              <a:lnSpc>
                <a:spcPct val="150000"/>
              </a:lnSpc>
              <a:buFont typeface="Arial" panose="020B0604020202020204" pitchFamily="34" charset="0"/>
              <a:buChar char="•"/>
            </a:pPr>
            <a:r>
              <a:rPr lang="en-US" sz="2400" dirty="0"/>
              <a:t>Step 1. Find the highest priority functional group. Determine and name the longest</a:t>
            </a:r>
          </a:p>
          <a:p>
            <a:pPr>
              <a:lnSpc>
                <a:spcPct val="150000"/>
              </a:lnSpc>
            </a:pPr>
            <a:r>
              <a:rPr lang="en-US" sz="2400" dirty="0"/>
              <a:t>    continuous carbon chain that includes this group.</a:t>
            </a:r>
          </a:p>
          <a:p>
            <a:pPr marL="342900" indent="-342900">
              <a:lnSpc>
                <a:spcPct val="150000"/>
              </a:lnSpc>
              <a:buFont typeface="Arial" panose="020B0604020202020204" pitchFamily="34" charset="0"/>
              <a:buChar char="•"/>
            </a:pPr>
            <a:r>
              <a:rPr lang="en-US" sz="2400" dirty="0"/>
              <a:t>Step 2. Number the chain so that the highest priority functional group is assigned the</a:t>
            </a:r>
          </a:p>
          <a:p>
            <a:pPr>
              <a:lnSpc>
                <a:spcPct val="150000"/>
              </a:lnSpc>
            </a:pPr>
            <a:r>
              <a:rPr lang="en-US" sz="2400" dirty="0"/>
              <a:t>     lower number.</a:t>
            </a:r>
          </a:p>
          <a:p>
            <a:pPr marL="342900" indent="-342900">
              <a:lnSpc>
                <a:spcPct val="150000"/>
              </a:lnSpc>
              <a:buFont typeface="Arial" panose="020B0604020202020204" pitchFamily="34" charset="0"/>
              <a:buChar char="•"/>
            </a:pPr>
            <a:r>
              <a:rPr lang="en-US" sz="2400" dirty="0"/>
              <a:t>Step 3. If the carbon chain includes multiple bonds, replace “</a:t>
            </a:r>
            <a:r>
              <a:rPr lang="en-US" sz="2400" dirty="0" err="1"/>
              <a:t>ane</a:t>
            </a:r>
            <a:r>
              <a:rPr lang="en-US" sz="2400" dirty="0"/>
              <a:t>” with “</a:t>
            </a:r>
            <a:r>
              <a:rPr lang="en-US" sz="2400" dirty="0" err="1"/>
              <a:t>ene</a:t>
            </a:r>
            <a:r>
              <a:rPr lang="en-US" sz="2400" dirty="0"/>
              <a:t>” for an alkene or “</a:t>
            </a:r>
            <a:r>
              <a:rPr lang="en-US" sz="2400" dirty="0" err="1"/>
              <a:t>yne</a:t>
            </a:r>
            <a:r>
              <a:rPr lang="en-US" sz="2400" dirty="0"/>
              <a:t>” for an alkyne. Designate the position of the multiple bond with the number of the first carbon of the multiple bond.</a:t>
            </a:r>
          </a:p>
          <a:p>
            <a:pPr marL="342900" indent="-342900">
              <a:lnSpc>
                <a:spcPct val="150000"/>
              </a:lnSpc>
              <a:buFont typeface="Arial" panose="020B0604020202020204" pitchFamily="34" charset="0"/>
              <a:buChar char="•"/>
            </a:pPr>
            <a:r>
              <a:rPr lang="en-US" sz="2400" dirty="0"/>
              <a:t>Step 4. If the molecule includes functional groups, replace the last “e” with the suffix of the highest priority functional group, and include its position number.</a:t>
            </a:r>
          </a:p>
          <a:p>
            <a:pPr marL="342900" indent="-342900">
              <a:lnSpc>
                <a:spcPct val="150000"/>
              </a:lnSpc>
              <a:buFont typeface="Arial" panose="020B0604020202020204" pitchFamily="34" charset="0"/>
              <a:buChar char="•"/>
            </a:pPr>
            <a:r>
              <a:rPr lang="en-US" sz="2400" dirty="0"/>
              <a:t>Step 5. Indicate all substituents, and functional groups of lower priority, with a prefix. Place the prefixes, with appropriate position numbers, in alphabetical order before the root name.</a:t>
            </a:r>
          </a:p>
        </p:txBody>
      </p:sp>
    </p:spTree>
    <p:extLst>
      <p:ext uri="{BB962C8B-B14F-4D97-AF65-F5344CB8AC3E}">
        <p14:creationId xmlns:p14="http://schemas.microsoft.com/office/powerpoint/2010/main" val="333118376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92000" cy="5186595"/>
          </a:xfrm>
          <a:prstGeom prst="rect">
            <a:avLst/>
          </a:prstGeom>
        </p:spPr>
      </p:pic>
      <p:pic>
        <p:nvPicPr>
          <p:cNvPr id="3" name="Picture 2"/>
          <p:cNvPicPr>
            <a:picLocks noChangeAspect="1"/>
          </p:cNvPicPr>
          <p:nvPr/>
        </p:nvPicPr>
        <p:blipFill>
          <a:blip r:embed="rId3"/>
          <a:stretch>
            <a:fillRect/>
          </a:stretch>
        </p:blipFill>
        <p:spPr>
          <a:xfrm>
            <a:off x="165253" y="5186595"/>
            <a:ext cx="6257582" cy="1558979"/>
          </a:xfrm>
          <a:prstGeom prst="rect">
            <a:avLst/>
          </a:prstGeom>
        </p:spPr>
      </p:pic>
      <p:pic>
        <p:nvPicPr>
          <p:cNvPr id="5" name="Picture 4"/>
          <p:cNvPicPr>
            <a:picLocks noChangeAspect="1"/>
          </p:cNvPicPr>
          <p:nvPr/>
        </p:nvPicPr>
        <p:blipFill>
          <a:blip r:embed="rId4"/>
          <a:stretch>
            <a:fillRect/>
          </a:stretch>
        </p:blipFill>
        <p:spPr>
          <a:xfrm>
            <a:off x="6252261" y="5269040"/>
            <a:ext cx="5939739" cy="1154243"/>
          </a:xfrm>
          <a:prstGeom prst="rect">
            <a:avLst/>
          </a:prstGeom>
        </p:spPr>
      </p:pic>
    </p:spTree>
    <p:extLst>
      <p:ext uri="{BB962C8B-B14F-4D97-AF65-F5344CB8AC3E}">
        <p14:creationId xmlns:p14="http://schemas.microsoft.com/office/powerpoint/2010/main" val="338932058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34716" y="0"/>
            <a:ext cx="11232831" cy="2548328"/>
          </a:xfrm>
          <a:prstGeom prst="rect">
            <a:avLst/>
          </a:prstGeom>
        </p:spPr>
      </p:pic>
      <p:pic>
        <p:nvPicPr>
          <p:cNvPr id="3" name="Picture 2"/>
          <p:cNvPicPr>
            <a:picLocks noChangeAspect="1"/>
          </p:cNvPicPr>
          <p:nvPr/>
        </p:nvPicPr>
        <p:blipFill>
          <a:blip r:embed="rId3"/>
          <a:stretch>
            <a:fillRect/>
          </a:stretch>
        </p:blipFill>
        <p:spPr>
          <a:xfrm>
            <a:off x="584616" y="2403000"/>
            <a:ext cx="10523095" cy="4455000"/>
          </a:xfrm>
          <a:prstGeom prst="rect">
            <a:avLst/>
          </a:prstGeom>
        </p:spPr>
      </p:pic>
    </p:spTree>
    <p:extLst>
      <p:ext uri="{BB962C8B-B14F-4D97-AF65-F5344CB8AC3E}">
        <p14:creationId xmlns:p14="http://schemas.microsoft.com/office/powerpoint/2010/main" val="117218243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200" y="601134"/>
            <a:ext cx="11370733" cy="1466235"/>
          </a:xfrm>
          <a:prstGeom prst="rect">
            <a:avLst/>
          </a:prstGeom>
        </p:spPr>
        <p:txBody>
          <a:bodyPr wrap="square">
            <a:spAutoFit/>
          </a:bodyPr>
          <a:lstStyle/>
          <a:p>
            <a:pPr algn="just">
              <a:lnSpc>
                <a:spcPct val="200000"/>
              </a:lnSpc>
            </a:pPr>
            <a:r>
              <a:rPr lang="en-US" sz="2400" dirty="0">
                <a:solidFill>
                  <a:srgbClr val="000000"/>
                </a:solidFill>
              </a:rPr>
              <a:t>Halo, </a:t>
            </a:r>
            <a:r>
              <a:rPr lang="en-US" sz="2400" dirty="0" err="1">
                <a:solidFill>
                  <a:srgbClr val="000000"/>
                </a:solidFill>
              </a:rPr>
              <a:t>alkoxy</a:t>
            </a:r>
            <a:r>
              <a:rPr lang="en-US" sz="2400" dirty="0">
                <a:solidFill>
                  <a:srgbClr val="000000"/>
                </a:solidFill>
              </a:rPr>
              <a:t> groups form only prefix names and are put in an alphabetical order preceded by their locants, just like the other substituents. </a:t>
            </a:r>
            <a:endParaRPr lang="en-US" sz="2400" dirty="0"/>
          </a:p>
        </p:txBody>
      </p:sp>
      <p:pic>
        <p:nvPicPr>
          <p:cNvPr id="4" name="Picture 3"/>
          <p:cNvPicPr>
            <a:picLocks noChangeAspect="1"/>
          </p:cNvPicPr>
          <p:nvPr/>
        </p:nvPicPr>
        <p:blipFill rotWithShape="1">
          <a:blip r:embed="rId2"/>
          <a:srcRect l="746" b="2388"/>
          <a:stretch/>
        </p:blipFill>
        <p:spPr>
          <a:xfrm>
            <a:off x="999067" y="2887364"/>
            <a:ext cx="9693084" cy="3030836"/>
          </a:xfrm>
          <a:prstGeom prst="rect">
            <a:avLst/>
          </a:prstGeom>
        </p:spPr>
      </p:pic>
    </p:spTree>
    <p:extLst>
      <p:ext uri="{BB962C8B-B14F-4D97-AF65-F5344CB8AC3E}">
        <p14:creationId xmlns:p14="http://schemas.microsoft.com/office/powerpoint/2010/main" val="428339291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346538" y="0"/>
            <a:ext cx="9069049" cy="6822118"/>
            <a:chOff x="1244938" y="1"/>
            <a:chExt cx="9069049" cy="6822118"/>
          </a:xfrm>
        </p:grpSpPr>
        <p:pic>
          <p:nvPicPr>
            <p:cNvPr id="4" name="Picture 3"/>
            <p:cNvPicPr>
              <a:picLocks noChangeAspect="1"/>
            </p:cNvPicPr>
            <p:nvPr/>
          </p:nvPicPr>
          <p:blipFill rotWithShape="1">
            <a:blip r:embed="rId2"/>
            <a:srcRect l="1486"/>
            <a:stretch/>
          </p:blipFill>
          <p:spPr>
            <a:xfrm>
              <a:off x="1312333" y="1"/>
              <a:ext cx="8934260" cy="4392118"/>
            </a:xfrm>
            <a:prstGeom prst="rect">
              <a:avLst/>
            </a:prstGeom>
          </p:spPr>
        </p:pic>
        <p:pic>
          <p:nvPicPr>
            <p:cNvPr id="5" name="Picture 4"/>
            <p:cNvPicPr>
              <a:picLocks noChangeAspect="1"/>
            </p:cNvPicPr>
            <p:nvPr/>
          </p:nvPicPr>
          <p:blipFill>
            <a:blip r:embed="rId3"/>
            <a:stretch>
              <a:fillRect/>
            </a:stretch>
          </p:blipFill>
          <p:spPr>
            <a:xfrm>
              <a:off x="1244938" y="4392119"/>
              <a:ext cx="9069049" cy="2430000"/>
            </a:xfrm>
            <a:prstGeom prst="rect">
              <a:avLst/>
            </a:prstGeom>
          </p:spPr>
        </p:pic>
      </p:grpSp>
    </p:spTree>
    <p:extLst>
      <p:ext uri="{BB962C8B-B14F-4D97-AF65-F5344CB8AC3E}">
        <p14:creationId xmlns:p14="http://schemas.microsoft.com/office/powerpoint/2010/main" val="12381369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30506" y="1123529"/>
            <a:ext cx="9323069" cy="4793976"/>
            <a:chOff x="1530506" y="1123529"/>
            <a:chExt cx="9323069" cy="4793976"/>
          </a:xfrm>
        </p:grpSpPr>
        <p:pic>
          <p:nvPicPr>
            <p:cNvPr id="3" name="Picture 2"/>
            <p:cNvPicPr>
              <a:picLocks noChangeAspect="1"/>
            </p:cNvPicPr>
            <p:nvPr/>
          </p:nvPicPr>
          <p:blipFill>
            <a:blip r:embed="rId2"/>
            <a:stretch>
              <a:fillRect/>
            </a:stretch>
          </p:blipFill>
          <p:spPr>
            <a:xfrm>
              <a:off x="1530506" y="1967279"/>
              <a:ext cx="6452449" cy="1581780"/>
            </a:xfrm>
            <a:prstGeom prst="rect">
              <a:avLst/>
            </a:prstGeom>
          </p:spPr>
        </p:pic>
        <p:pic>
          <p:nvPicPr>
            <p:cNvPr id="4" name="Picture 3"/>
            <p:cNvPicPr>
              <a:picLocks noChangeAspect="1"/>
            </p:cNvPicPr>
            <p:nvPr/>
          </p:nvPicPr>
          <p:blipFill>
            <a:blip r:embed="rId3"/>
            <a:stretch>
              <a:fillRect/>
            </a:stretch>
          </p:blipFill>
          <p:spPr>
            <a:xfrm>
              <a:off x="1530506" y="3549059"/>
              <a:ext cx="9150679" cy="2368446"/>
            </a:xfrm>
            <a:prstGeom prst="rect">
              <a:avLst/>
            </a:prstGeom>
          </p:spPr>
        </p:pic>
        <p:pic>
          <p:nvPicPr>
            <p:cNvPr id="5" name="Picture 4"/>
            <p:cNvPicPr>
              <a:picLocks noChangeAspect="1"/>
            </p:cNvPicPr>
            <p:nvPr/>
          </p:nvPicPr>
          <p:blipFill>
            <a:blip r:embed="rId4"/>
            <a:stretch>
              <a:fillRect/>
            </a:stretch>
          </p:blipFill>
          <p:spPr>
            <a:xfrm>
              <a:off x="1530506" y="1123529"/>
              <a:ext cx="9323069" cy="843750"/>
            </a:xfrm>
            <a:prstGeom prst="rect">
              <a:avLst/>
            </a:prstGeom>
          </p:spPr>
        </p:pic>
      </p:grpSp>
    </p:spTree>
    <p:extLst>
      <p:ext uri="{BB962C8B-B14F-4D97-AF65-F5344CB8AC3E}">
        <p14:creationId xmlns:p14="http://schemas.microsoft.com/office/powerpoint/2010/main" val="356458101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24469" y="76200"/>
            <a:ext cx="11106614" cy="1143000"/>
          </a:xfrm>
        </p:spPr>
        <p:txBody>
          <a:bodyPr/>
          <a:lstStyle/>
          <a:p>
            <a:pPr algn="ctr" eaLnBrk="1" hangingPunct="1"/>
            <a:r>
              <a:rPr lang="en-US" sz="3200" b="1" dirty="0">
                <a:solidFill>
                  <a:srgbClr val="C00000"/>
                </a:solidFill>
                <a:latin typeface="Times New Roman" pitchFamily="36" charset="0"/>
                <a:cs typeface="Times New Roman" pitchFamily="36" charset="0"/>
              </a:rPr>
              <a:t>IUPAC naming rules for alkanes, alkenes and alkynes</a:t>
            </a:r>
          </a:p>
        </p:txBody>
      </p:sp>
      <p:sp>
        <p:nvSpPr>
          <p:cNvPr id="3" name="Content Placeholder 2"/>
          <p:cNvSpPr>
            <a:spLocks noGrp="1"/>
          </p:cNvSpPr>
          <p:nvPr>
            <p:ph idx="1"/>
          </p:nvPr>
        </p:nvSpPr>
        <p:spPr>
          <a:xfrm>
            <a:off x="838200" y="1304693"/>
            <a:ext cx="10515600" cy="4872270"/>
          </a:xfrm>
        </p:spPr>
        <p:txBody>
          <a:bodyPr/>
          <a:lstStyle/>
          <a:p>
            <a:pPr marL="0" indent="0" algn="just">
              <a:lnSpc>
                <a:spcPct val="150000"/>
              </a:lnSpc>
              <a:buNone/>
            </a:pPr>
            <a:r>
              <a:rPr lang="en-US" dirty="0"/>
              <a:t>Examples:</a:t>
            </a:r>
          </a:p>
          <a:p>
            <a:pPr marL="0" indent="0" algn="just">
              <a:lnSpc>
                <a:spcPct val="150000"/>
              </a:lnSpc>
              <a:buNone/>
            </a:pPr>
            <a:r>
              <a:rPr lang="en-US" dirty="0"/>
              <a:t>CH</a:t>
            </a:r>
            <a:r>
              <a:rPr lang="en-US" b="1" baseline="-25000" dirty="0"/>
              <a:t>2</a:t>
            </a:r>
            <a:r>
              <a:rPr lang="en-US" dirty="0"/>
              <a:t>=C(CH</a:t>
            </a:r>
            <a:r>
              <a:rPr lang="en-US" baseline="-25000" dirty="0"/>
              <a:t>3</a:t>
            </a:r>
            <a:r>
              <a:rPr lang="en-US" dirty="0"/>
              <a:t>)−CH=CH</a:t>
            </a:r>
            <a:r>
              <a:rPr lang="en-US" b="1" baseline="-25000" dirty="0"/>
              <a:t>2</a:t>
            </a:r>
            <a:endParaRPr lang="en-US" baseline="-25000" dirty="0"/>
          </a:p>
        </p:txBody>
      </p:sp>
      <p:sp>
        <p:nvSpPr>
          <p:cNvPr id="2" name="TextBox 1"/>
          <p:cNvSpPr txBox="1"/>
          <p:nvPr/>
        </p:nvSpPr>
        <p:spPr>
          <a:xfrm>
            <a:off x="1115122" y="2798957"/>
            <a:ext cx="2410916" cy="369332"/>
          </a:xfrm>
          <a:prstGeom prst="rect">
            <a:avLst/>
          </a:prstGeom>
          <a:noFill/>
        </p:spPr>
        <p:txBody>
          <a:bodyPr wrap="none" rtlCol="0">
            <a:spAutoFit/>
          </a:bodyPr>
          <a:lstStyle/>
          <a:p>
            <a:r>
              <a:rPr lang="en-US" dirty="0"/>
              <a:t>2-methyl-1,3-butadiene</a:t>
            </a:r>
          </a:p>
        </p:txBody>
      </p:sp>
      <p:pic>
        <p:nvPicPr>
          <p:cNvPr id="5122" name="Picture 2" descr="Image result for but-1-en-3-yne">
            <a:hlinkClick r:id="rId2"/>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65901" y="1640068"/>
            <a:ext cx="1958085" cy="138517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5965901" y="2983623"/>
            <a:ext cx="1603324" cy="369332"/>
          </a:xfrm>
          <a:prstGeom prst="rect">
            <a:avLst/>
          </a:prstGeom>
          <a:noFill/>
        </p:spPr>
        <p:txBody>
          <a:bodyPr wrap="none" rtlCol="0">
            <a:spAutoFit/>
          </a:bodyPr>
          <a:lstStyle/>
          <a:p>
            <a:r>
              <a:rPr lang="en-US" dirty="0"/>
              <a:t>But-1-en-3-yne</a:t>
            </a:r>
          </a:p>
        </p:txBody>
      </p:sp>
      <p:pic>
        <p:nvPicPr>
          <p:cNvPr id="7" name="Picture 2" descr="Image result for but-1-en-3-yne">
            <a:hlinkClick r:id="rId2"/>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43452" y="3888898"/>
            <a:ext cx="1958085" cy="1385179"/>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5553309" y="3881462"/>
            <a:ext cx="579863" cy="3811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NO</a:t>
            </a:r>
            <a:r>
              <a:rPr lang="en-US" baseline="-25000" dirty="0">
                <a:solidFill>
                  <a:schemeClr val="tx1"/>
                </a:solidFill>
              </a:rPr>
              <a:t>2</a:t>
            </a:r>
          </a:p>
        </p:txBody>
      </p:sp>
      <p:sp>
        <p:nvSpPr>
          <p:cNvPr id="10" name="TextBox 9"/>
          <p:cNvSpPr txBox="1"/>
          <p:nvPr/>
        </p:nvSpPr>
        <p:spPr>
          <a:xfrm>
            <a:off x="4020832" y="5389539"/>
            <a:ext cx="2290499" cy="369332"/>
          </a:xfrm>
          <a:prstGeom prst="rect">
            <a:avLst/>
          </a:prstGeom>
          <a:noFill/>
        </p:spPr>
        <p:txBody>
          <a:bodyPr wrap="none" rtlCol="0">
            <a:spAutoFit/>
          </a:bodyPr>
          <a:lstStyle/>
          <a:p>
            <a:r>
              <a:rPr lang="en-US" dirty="0"/>
              <a:t>4-nitro but-1-en-3-yne</a:t>
            </a:r>
          </a:p>
        </p:txBody>
      </p:sp>
      <p:pic>
        <p:nvPicPr>
          <p:cNvPr id="5124" name="Picture 4" descr="Image result for 2 3-dimethylbutane">
            <a:hlinkClick r:id="rId4"/>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96868" y="3881462"/>
            <a:ext cx="1825779" cy="129487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8575288" y="5274077"/>
            <a:ext cx="2032608" cy="369332"/>
          </a:xfrm>
          <a:prstGeom prst="rect">
            <a:avLst/>
          </a:prstGeom>
          <a:noFill/>
        </p:spPr>
        <p:txBody>
          <a:bodyPr wrap="none" rtlCol="0">
            <a:spAutoFit/>
          </a:bodyPr>
          <a:lstStyle/>
          <a:p>
            <a:r>
              <a:rPr lang="en-US" dirty="0"/>
              <a:t>2,3-dimethylbutane</a:t>
            </a:r>
          </a:p>
        </p:txBody>
      </p:sp>
      <p:pic>
        <p:nvPicPr>
          <p:cNvPr id="5126" name="Picture 6" descr="Image result for 2-bromo-3-methylbutane">
            <a:hlinkClick r:id="rId6"/>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3568" y="3925072"/>
            <a:ext cx="2415316" cy="1207658"/>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p:cNvSpPr txBox="1"/>
          <p:nvPr/>
        </p:nvSpPr>
        <p:spPr>
          <a:xfrm>
            <a:off x="779604" y="5327473"/>
            <a:ext cx="2572307" cy="369332"/>
          </a:xfrm>
          <a:prstGeom prst="rect">
            <a:avLst/>
          </a:prstGeom>
          <a:noFill/>
        </p:spPr>
        <p:txBody>
          <a:bodyPr wrap="none" rtlCol="0">
            <a:spAutoFit/>
          </a:bodyPr>
          <a:lstStyle/>
          <a:p>
            <a:r>
              <a:rPr lang="en-US" dirty="0"/>
              <a:t>2-bromo-3-methylbutane</a:t>
            </a:r>
          </a:p>
        </p:txBody>
      </p:sp>
      <p:sp>
        <p:nvSpPr>
          <p:cNvPr id="6" name="Slide Number Placeholder 5"/>
          <p:cNvSpPr>
            <a:spLocks noGrp="1"/>
          </p:cNvSpPr>
          <p:nvPr>
            <p:ph type="sldNum" sz="quarter" idx="12"/>
          </p:nvPr>
        </p:nvSpPr>
        <p:spPr/>
        <p:txBody>
          <a:bodyPr/>
          <a:lstStyle/>
          <a:p>
            <a:fld id="{5776AC22-00B8-47A7-833D-F03A60546104}" type="slidenum">
              <a:rPr lang="en-US" smtClean="0"/>
              <a:t>27</a:t>
            </a:fld>
            <a:endParaRPr lang="en-US"/>
          </a:p>
        </p:txBody>
      </p:sp>
      <mc:AlternateContent xmlns:mc="http://schemas.openxmlformats.org/markup-compatibility/2006" xmlns:p14="http://schemas.microsoft.com/office/powerpoint/2010/main">
        <mc:Choice Requires="p14">
          <p:contentPart p14:bwMode="auto" r:id="rId8">
            <p14:nvContentPartPr>
              <p14:cNvPr id="11" name="Ink 10"/>
              <p14:cNvContentPartPr/>
              <p14:nvPr/>
            </p14:nvContentPartPr>
            <p14:xfrm>
              <a:off x="2842200" y="693720"/>
              <a:ext cx="4840560" cy="2709720"/>
            </p14:xfrm>
          </p:contentPart>
        </mc:Choice>
        <mc:Fallback xmlns="">
          <p:pic>
            <p:nvPicPr>
              <p:cNvPr id="11" name="Ink 10"/>
              <p:cNvPicPr/>
              <p:nvPr/>
            </p:nvPicPr>
            <p:blipFill>
              <a:blip r:embed="rId9"/>
              <a:stretch>
                <a:fillRect/>
              </a:stretch>
            </p:blipFill>
            <p:spPr>
              <a:xfrm>
                <a:off x="2832840" y="684360"/>
                <a:ext cx="4859280" cy="2728440"/>
              </a:xfrm>
              <a:prstGeom prst="rect">
                <a:avLst/>
              </a:prstGeom>
            </p:spPr>
          </p:pic>
        </mc:Fallback>
      </mc:AlternateContent>
    </p:spTree>
    <p:extLst>
      <p:ext uri="{BB962C8B-B14F-4D97-AF65-F5344CB8AC3E}">
        <p14:creationId xmlns:p14="http://schemas.microsoft.com/office/powerpoint/2010/main" val="381043028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24469" y="76200"/>
            <a:ext cx="11106614" cy="1143000"/>
          </a:xfrm>
        </p:spPr>
        <p:txBody>
          <a:bodyPr/>
          <a:lstStyle/>
          <a:p>
            <a:pPr algn="ctr" eaLnBrk="1" hangingPunct="1"/>
            <a:r>
              <a:rPr lang="en-US" sz="3200" b="1" dirty="0">
                <a:solidFill>
                  <a:srgbClr val="C00000"/>
                </a:solidFill>
                <a:latin typeface="Times New Roman" pitchFamily="36" charset="0"/>
                <a:cs typeface="Times New Roman" pitchFamily="36" charset="0"/>
              </a:rPr>
              <a:t>IUPAC naming rules for benzene derivatives</a:t>
            </a:r>
          </a:p>
        </p:txBody>
      </p:sp>
      <p:sp>
        <p:nvSpPr>
          <p:cNvPr id="3" name="Content Placeholder 2"/>
          <p:cNvSpPr>
            <a:spLocks noGrp="1"/>
          </p:cNvSpPr>
          <p:nvPr>
            <p:ph idx="1"/>
          </p:nvPr>
        </p:nvSpPr>
        <p:spPr>
          <a:xfrm>
            <a:off x="838200" y="1304693"/>
            <a:ext cx="10515600" cy="4872270"/>
          </a:xfrm>
        </p:spPr>
        <p:txBody>
          <a:bodyPr/>
          <a:lstStyle/>
          <a:p>
            <a:pPr algn="just">
              <a:lnSpc>
                <a:spcPct val="150000"/>
              </a:lnSpc>
            </a:pPr>
            <a:r>
              <a:rPr lang="en-US" b="1" dirty="0" err="1"/>
              <a:t>Monosubstituted</a:t>
            </a:r>
            <a:r>
              <a:rPr lang="en-US" b="1" dirty="0"/>
              <a:t> Benzene: </a:t>
            </a:r>
            <a:r>
              <a:rPr lang="en-US" dirty="0"/>
              <a:t>When one of the positions on the ring has been substituted with another atom or group of atoms, the compound is a </a:t>
            </a:r>
            <a:r>
              <a:rPr lang="en-US" dirty="0" err="1"/>
              <a:t>monosubstituted</a:t>
            </a:r>
            <a:r>
              <a:rPr lang="en-US" dirty="0"/>
              <a:t> benzene. </a:t>
            </a:r>
          </a:p>
          <a:p>
            <a:pPr algn="just">
              <a:lnSpc>
                <a:spcPct val="150000"/>
              </a:lnSpc>
            </a:pPr>
            <a:r>
              <a:rPr lang="en-US" dirty="0"/>
              <a:t>If two positions are replaced, then it's a </a:t>
            </a:r>
            <a:r>
              <a:rPr lang="en-US" dirty="0" err="1"/>
              <a:t>disubstituted</a:t>
            </a:r>
            <a:r>
              <a:rPr lang="en-US" dirty="0"/>
              <a:t>, &amp; so on. </a:t>
            </a:r>
          </a:p>
          <a:p>
            <a:pPr algn="just">
              <a:lnSpc>
                <a:spcPct val="150000"/>
              </a:lnSpc>
            </a:pPr>
            <a:r>
              <a:rPr lang="en-US" dirty="0"/>
              <a:t>Many of the </a:t>
            </a:r>
            <a:r>
              <a:rPr lang="en-US" dirty="0" err="1"/>
              <a:t>monosubstituted</a:t>
            </a:r>
            <a:r>
              <a:rPr lang="en-US" dirty="0"/>
              <a:t> compounds have their own name.</a:t>
            </a:r>
          </a:p>
        </p:txBody>
      </p:sp>
      <p:sp>
        <p:nvSpPr>
          <p:cNvPr id="2" name="Slide Number Placeholder 1"/>
          <p:cNvSpPr>
            <a:spLocks noGrp="1"/>
          </p:cNvSpPr>
          <p:nvPr>
            <p:ph type="sldNum" sz="quarter" idx="12"/>
          </p:nvPr>
        </p:nvSpPr>
        <p:spPr/>
        <p:txBody>
          <a:bodyPr/>
          <a:lstStyle/>
          <a:p>
            <a:fld id="{5776AC22-00B8-47A7-833D-F03A60546104}" type="slidenum">
              <a:rPr lang="en-US" smtClean="0"/>
              <a:t>28</a:t>
            </a:fld>
            <a:endParaRPr lang="en-US"/>
          </a:p>
        </p:txBody>
      </p:sp>
      <mc:AlternateContent xmlns:mc="http://schemas.openxmlformats.org/markup-compatibility/2006" xmlns:p14="http://schemas.microsoft.com/office/powerpoint/2010/main">
        <mc:Choice Requires="p14">
          <p:contentPart p14:bwMode="auto" r:id="rId2">
            <p14:nvContentPartPr>
              <p14:cNvPr id="5" name="Ink 4"/>
              <p14:cNvContentPartPr/>
              <p14:nvPr/>
            </p14:nvContentPartPr>
            <p14:xfrm>
              <a:off x="1013760" y="1963800"/>
              <a:ext cx="10769400" cy="4805280"/>
            </p14:xfrm>
          </p:contentPart>
        </mc:Choice>
        <mc:Fallback xmlns="">
          <p:pic>
            <p:nvPicPr>
              <p:cNvPr id="5" name="Ink 4"/>
              <p:cNvPicPr/>
              <p:nvPr/>
            </p:nvPicPr>
            <p:blipFill>
              <a:blip r:embed="rId3"/>
              <a:stretch>
                <a:fillRect/>
              </a:stretch>
            </p:blipFill>
            <p:spPr>
              <a:xfrm>
                <a:off x="1004400" y="1954440"/>
                <a:ext cx="10788120" cy="4824000"/>
              </a:xfrm>
              <a:prstGeom prst="rect">
                <a:avLst/>
              </a:prstGeom>
            </p:spPr>
          </p:pic>
        </mc:Fallback>
      </mc:AlternateContent>
    </p:spTree>
    <p:extLst>
      <p:ext uri="{BB962C8B-B14F-4D97-AF65-F5344CB8AC3E}">
        <p14:creationId xmlns:p14="http://schemas.microsoft.com/office/powerpoint/2010/main" val="83818077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24469" y="76200"/>
            <a:ext cx="11106614" cy="1143000"/>
          </a:xfrm>
        </p:spPr>
        <p:txBody>
          <a:bodyPr/>
          <a:lstStyle/>
          <a:p>
            <a:pPr algn="ctr" eaLnBrk="1" hangingPunct="1"/>
            <a:r>
              <a:rPr lang="en-US" sz="3200" b="1" dirty="0">
                <a:solidFill>
                  <a:srgbClr val="C00000"/>
                </a:solidFill>
                <a:latin typeface="Times New Roman" pitchFamily="36" charset="0"/>
                <a:cs typeface="Times New Roman" pitchFamily="36" charset="0"/>
              </a:rPr>
              <a:t>IUPAC naming rules for benzene derivatives</a:t>
            </a:r>
          </a:p>
        </p:txBody>
      </p:sp>
      <p:sp>
        <p:nvSpPr>
          <p:cNvPr id="3" name="Content Placeholder 2"/>
          <p:cNvSpPr>
            <a:spLocks noGrp="1"/>
          </p:cNvSpPr>
          <p:nvPr>
            <p:ph idx="1"/>
          </p:nvPr>
        </p:nvSpPr>
        <p:spPr>
          <a:xfrm>
            <a:off x="838200" y="1304693"/>
            <a:ext cx="10515600" cy="4872270"/>
          </a:xfrm>
        </p:spPr>
        <p:txBody>
          <a:bodyPr/>
          <a:lstStyle/>
          <a:p>
            <a:pPr algn="just">
              <a:lnSpc>
                <a:spcPct val="150000"/>
              </a:lnSpc>
            </a:pPr>
            <a:r>
              <a:rPr lang="en-US" dirty="0"/>
              <a:t>Examples of </a:t>
            </a:r>
            <a:r>
              <a:rPr lang="en-US" dirty="0" err="1"/>
              <a:t>monosubstituted</a:t>
            </a:r>
            <a:r>
              <a:rPr lang="en-US" dirty="0"/>
              <a:t> benzenes:</a:t>
            </a:r>
          </a:p>
        </p:txBody>
      </p:sp>
      <p:pic>
        <p:nvPicPr>
          <p:cNvPr id="12290" name="Picture 2" descr="http://colapret.cm.utexas.edu/courses/Nomenclature_files/Benzen4.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994" y="2208835"/>
            <a:ext cx="714375" cy="1247775"/>
          </a:xfrm>
          <a:prstGeom prst="rect">
            <a:avLst/>
          </a:prstGeom>
          <a:noFill/>
          <a:extLst>
            <a:ext uri="{909E8E84-426E-40DD-AFC4-6F175D3DCCD1}">
              <a14:hiddenFill xmlns:a14="http://schemas.microsoft.com/office/drawing/2010/main">
                <a:solidFill>
                  <a:srgbClr val="FFFFFF"/>
                </a:solidFill>
              </a14:hiddenFill>
            </a:ext>
          </a:extLst>
        </p:spPr>
      </p:pic>
      <p:pic>
        <p:nvPicPr>
          <p:cNvPr id="12293" name="Picture 5" descr="http://colapret.cm.utexas.edu/courses/Nomenclature_files/Benzen6.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3994" y="2099419"/>
            <a:ext cx="895350" cy="1247775"/>
          </a:xfrm>
          <a:prstGeom prst="rect">
            <a:avLst/>
          </a:prstGeom>
          <a:noFill/>
          <a:extLst>
            <a:ext uri="{909E8E84-426E-40DD-AFC4-6F175D3DCCD1}">
              <a14:hiddenFill xmlns:a14="http://schemas.microsoft.com/office/drawing/2010/main">
                <a:solidFill>
                  <a:srgbClr val="FFFFFF"/>
                </a:solidFill>
              </a14:hiddenFill>
            </a:ext>
          </a:extLst>
        </p:spPr>
      </p:pic>
      <p:pic>
        <p:nvPicPr>
          <p:cNvPr id="12294" name="Picture 6" descr="http://colapret.cm.utexas.edu/courses/Nomenclature_files/Benzen7.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6618" y="4224899"/>
            <a:ext cx="962025" cy="1476375"/>
          </a:xfrm>
          <a:prstGeom prst="rect">
            <a:avLst/>
          </a:prstGeom>
          <a:noFill/>
          <a:extLst>
            <a:ext uri="{909E8E84-426E-40DD-AFC4-6F175D3DCCD1}">
              <a14:hiddenFill xmlns:a14="http://schemas.microsoft.com/office/drawing/2010/main">
                <a:solidFill>
                  <a:srgbClr val="FFFFFF"/>
                </a:solidFill>
              </a14:hiddenFill>
            </a:ext>
          </a:extLst>
        </p:spPr>
      </p:pic>
      <p:pic>
        <p:nvPicPr>
          <p:cNvPr id="12295" name="Picture 7" descr="http://colapret.cm.utexas.edu/courses/Nomenclature_files/Benzen8.gif"/>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50589" y="4470194"/>
            <a:ext cx="714375" cy="1247775"/>
          </a:xfrm>
          <a:prstGeom prst="rect">
            <a:avLst/>
          </a:prstGeom>
          <a:noFill/>
          <a:extLst>
            <a:ext uri="{909E8E84-426E-40DD-AFC4-6F175D3DCCD1}">
              <a14:hiddenFill xmlns:a14="http://schemas.microsoft.com/office/drawing/2010/main">
                <a:solidFill>
                  <a:srgbClr val="FFFFFF"/>
                </a:solidFill>
              </a14:hiddenFill>
            </a:ext>
          </a:extLst>
        </p:spPr>
      </p:pic>
      <p:pic>
        <p:nvPicPr>
          <p:cNvPr id="12296" name="Picture 8" descr="http://colapret.cm.utexas.edu/courses/Nomenclature_files/Benzen9.gif"/>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8993" y="4517931"/>
            <a:ext cx="714375" cy="1247775"/>
          </a:xfrm>
          <a:prstGeom prst="rect">
            <a:avLst/>
          </a:prstGeom>
          <a:noFill/>
          <a:extLst>
            <a:ext uri="{909E8E84-426E-40DD-AFC4-6F175D3DCCD1}">
              <a14:hiddenFill xmlns:a14="http://schemas.microsoft.com/office/drawing/2010/main">
                <a:solidFill>
                  <a:srgbClr val="FFFFFF"/>
                </a:solidFill>
              </a14:hiddenFill>
            </a:ext>
          </a:extLst>
        </p:spPr>
      </p:pic>
      <p:pic>
        <p:nvPicPr>
          <p:cNvPr id="12297" name="Picture 9" descr="http://colapret.cm.utexas.edu/courses/Nomenclature_files/Benzen10.gif"/>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550654" y="4434928"/>
            <a:ext cx="714375" cy="1247775"/>
          </a:xfrm>
          <a:prstGeom prst="rect">
            <a:avLst/>
          </a:prstGeom>
          <a:noFill/>
          <a:extLst>
            <a:ext uri="{909E8E84-426E-40DD-AFC4-6F175D3DCCD1}">
              <a14:hiddenFill xmlns:a14="http://schemas.microsoft.com/office/drawing/2010/main">
                <a:solidFill>
                  <a:srgbClr val="FFFFFF"/>
                </a:solidFill>
              </a14:hiddenFill>
            </a:ext>
          </a:extLst>
        </p:spPr>
      </p:pic>
      <p:pic>
        <p:nvPicPr>
          <p:cNvPr id="12298" name="Picture 10" descr="http://colapret.cm.utexas.edu/courses/Nomenclature_files/Benzen11.gif"/>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75963" y="2072502"/>
            <a:ext cx="781050" cy="1247775"/>
          </a:xfrm>
          <a:prstGeom prst="rect">
            <a:avLst/>
          </a:prstGeom>
          <a:noFill/>
          <a:extLst>
            <a:ext uri="{909E8E84-426E-40DD-AFC4-6F175D3DCCD1}">
              <a14:hiddenFill xmlns:a14="http://schemas.microsoft.com/office/drawing/2010/main">
                <a:solidFill>
                  <a:srgbClr val="FFFFFF"/>
                </a:solidFill>
              </a14:hiddenFill>
            </a:ext>
          </a:extLst>
        </p:spPr>
      </p:pic>
      <p:pic>
        <p:nvPicPr>
          <p:cNvPr id="12299" name="Picture 11" descr="http://colapret.cm.utexas.edu/courses/Nomenclature_files/Benzen12.gif"/>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110221" y="1370855"/>
            <a:ext cx="838200" cy="1247775"/>
          </a:xfrm>
          <a:prstGeom prst="rect">
            <a:avLst/>
          </a:prstGeom>
          <a:noFill/>
          <a:extLst>
            <a:ext uri="{909E8E84-426E-40DD-AFC4-6F175D3DCCD1}">
              <a14:hiddenFill xmlns:a14="http://schemas.microsoft.com/office/drawing/2010/main">
                <a:solidFill>
                  <a:srgbClr val="FFFFFF"/>
                </a:solidFill>
              </a14:hiddenFill>
            </a:ext>
          </a:extLst>
        </p:spPr>
      </p:pic>
      <p:pic>
        <p:nvPicPr>
          <p:cNvPr id="12300" name="Picture 12" descr="http://colapret.cm.utexas.edu/courses/Nomenclature_files/Benzen13.gif"/>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41189" y="3456262"/>
            <a:ext cx="723900" cy="1247775"/>
          </a:xfrm>
          <a:prstGeom prst="rect">
            <a:avLst/>
          </a:prstGeom>
          <a:noFill/>
          <a:extLst>
            <a:ext uri="{909E8E84-426E-40DD-AFC4-6F175D3DCCD1}">
              <a14:hiddenFill xmlns:a14="http://schemas.microsoft.com/office/drawing/2010/main">
                <a:solidFill>
                  <a:srgbClr val="FFFFFF"/>
                </a:solidFill>
              </a14:hiddenFill>
            </a:ext>
          </a:extLst>
        </p:spPr>
      </p:pic>
      <p:pic>
        <p:nvPicPr>
          <p:cNvPr id="12301" name="Picture 13" descr="http://colapret.cm.utexas.edu/courses/Nomenclature_files/Benzen14.gif"/>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843511" y="4450256"/>
            <a:ext cx="714375" cy="1247775"/>
          </a:xfrm>
          <a:prstGeom prst="rect">
            <a:avLst/>
          </a:prstGeom>
          <a:noFill/>
          <a:extLst>
            <a:ext uri="{909E8E84-426E-40DD-AFC4-6F175D3DCCD1}">
              <a14:hiddenFill xmlns:a14="http://schemas.microsoft.com/office/drawing/2010/main">
                <a:solidFill>
                  <a:srgbClr val="FFFFFF"/>
                </a:solidFill>
              </a14:hiddenFill>
            </a:ext>
          </a:extLst>
        </p:spPr>
      </p:pic>
      <p:pic>
        <p:nvPicPr>
          <p:cNvPr id="12302" name="Picture 14" descr="http://colapret.cm.utexas.edu/courses/Nomenclature_files/Benzen15.gif"/>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843511" y="2128611"/>
            <a:ext cx="952500" cy="124777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345688" y="3626588"/>
            <a:ext cx="1698414" cy="369332"/>
          </a:xfrm>
          <a:prstGeom prst="rect">
            <a:avLst/>
          </a:prstGeom>
          <a:noFill/>
        </p:spPr>
        <p:txBody>
          <a:bodyPr wrap="none" rtlCol="0">
            <a:spAutoFit/>
          </a:bodyPr>
          <a:lstStyle/>
          <a:p>
            <a:r>
              <a:rPr lang="en-US" dirty="0"/>
              <a:t>Methyl benzene</a:t>
            </a:r>
          </a:p>
        </p:txBody>
      </p:sp>
      <p:sp>
        <p:nvSpPr>
          <p:cNvPr id="19" name="TextBox 18"/>
          <p:cNvSpPr txBox="1"/>
          <p:nvPr/>
        </p:nvSpPr>
        <p:spPr>
          <a:xfrm>
            <a:off x="2223387" y="3626588"/>
            <a:ext cx="1496564" cy="369332"/>
          </a:xfrm>
          <a:prstGeom prst="rect">
            <a:avLst/>
          </a:prstGeom>
          <a:noFill/>
        </p:spPr>
        <p:txBody>
          <a:bodyPr wrap="none" rtlCol="0">
            <a:spAutoFit/>
          </a:bodyPr>
          <a:lstStyle/>
          <a:p>
            <a:r>
              <a:rPr lang="en-US" dirty="0"/>
              <a:t>Ethyl benzene</a:t>
            </a:r>
          </a:p>
        </p:txBody>
      </p:sp>
      <p:sp>
        <p:nvSpPr>
          <p:cNvPr id="20" name="TextBox 19"/>
          <p:cNvSpPr txBox="1"/>
          <p:nvPr/>
        </p:nvSpPr>
        <p:spPr>
          <a:xfrm>
            <a:off x="4153189" y="3579173"/>
            <a:ext cx="2407647" cy="646331"/>
          </a:xfrm>
          <a:prstGeom prst="rect">
            <a:avLst/>
          </a:prstGeom>
          <a:noFill/>
        </p:spPr>
        <p:txBody>
          <a:bodyPr wrap="none" rtlCol="0">
            <a:spAutoFit/>
          </a:bodyPr>
          <a:lstStyle/>
          <a:p>
            <a:r>
              <a:rPr lang="en-US" dirty="0"/>
              <a:t>Benzene carboxylic acid</a:t>
            </a:r>
          </a:p>
          <a:p>
            <a:r>
              <a:rPr lang="en-US" dirty="0"/>
              <a:t>OR Benzoic acid</a:t>
            </a:r>
          </a:p>
        </p:txBody>
      </p:sp>
      <p:sp>
        <p:nvSpPr>
          <p:cNvPr id="21" name="TextBox 20"/>
          <p:cNvSpPr txBox="1"/>
          <p:nvPr/>
        </p:nvSpPr>
        <p:spPr>
          <a:xfrm>
            <a:off x="6675165" y="3544670"/>
            <a:ext cx="2852236" cy="646331"/>
          </a:xfrm>
          <a:prstGeom prst="rect">
            <a:avLst/>
          </a:prstGeom>
          <a:noFill/>
        </p:spPr>
        <p:txBody>
          <a:bodyPr wrap="square" rtlCol="0">
            <a:spAutoFit/>
          </a:bodyPr>
          <a:lstStyle/>
          <a:p>
            <a:r>
              <a:rPr lang="en-US" dirty="0"/>
              <a:t>Methyl </a:t>
            </a:r>
            <a:r>
              <a:rPr lang="en-US" dirty="0" err="1"/>
              <a:t>benzenecarboxylate</a:t>
            </a:r>
            <a:endParaRPr lang="en-US" dirty="0"/>
          </a:p>
          <a:p>
            <a:r>
              <a:rPr lang="en-US" dirty="0"/>
              <a:t>OR Methyl benzoate</a:t>
            </a:r>
          </a:p>
        </p:txBody>
      </p:sp>
      <p:sp>
        <p:nvSpPr>
          <p:cNvPr id="22" name="TextBox 21"/>
          <p:cNvSpPr txBox="1"/>
          <p:nvPr/>
        </p:nvSpPr>
        <p:spPr>
          <a:xfrm>
            <a:off x="9623598" y="2661377"/>
            <a:ext cx="2244782" cy="646331"/>
          </a:xfrm>
          <a:prstGeom prst="rect">
            <a:avLst/>
          </a:prstGeom>
          <a:noFill/>
        </p:spPr>
        <p:txBody>
          <a:bodyPr wrap="none" rtlCol="0">
            <a:spAutoFit/>
          </a:bodyPr>
          <a:lstStyle/>
          <a:p>
            <a:r>
              <a:rPr lang="en-US" dirty="0"/>
              <a:t>Benzene </a:t>
            </a:r>
            <a:r>
              <a:rPr lang="en-US" dirty="0" err="1"/>
              <a:t>carboxamide</a:t>
            </a:r>
            <a:endParaRPr lang="en-US" dirty="0"/>
          </a:p>
          <a:p>
            <a:r>
              <a:rPr lang="en-US" dirty="0"/>
              <a:t>OR </a:t>
            </a:r>
            <a:r>
              <a:rPr lang="en-US" dirty="0" err="1"/>
              <a:t>Benzamide</a:t>
            </a:r>
            <a:endParaRPr lang="en-US" dirty="0"/>
          </a:p>
        </p:txBody>
      </p:sp>
      <p:sp>
        <p:nvSpPr>
          <p:cNvPr id="23" name="TextBox 22"/>
          <p:cNvSpPr txBox="1"/>
          <p:nvPr/>
        </p:nvSpPr>
        <p:spPr>
          <a:xfrm>
            <a:off x="189570" y="5810026"/>
            <a:ext cx="1926746" cy="923330"/>
          </a:xfrm>
          <a:prstGeom prst="rect">
            <a:avLst/>
          </a:prstGeom>
          <a:noFill/>
        </p:spPr>
        <p:txBody>
          <a:bodyPr wrap="none" rtlCol="0">
            <a:spAutoFit/>
          </a:bodyPr>
          <a:lstStyle/>
          <a:p>
            <a:r>
              <a:rPr lang="en-US" dirty="0" err="1"/>
              <a:t>Benzenamine</a:t>
            </a:r>
            <a:endParaRPr lang="en-US" dirty="0"/>
          </a:p>
          <a:p>
            <a:r>
              <a:rPr lang="en-US" dirty="0"/>
              <a:t>OR Aniline</a:t>
            </a:r>
          </a:p>
          <a:p>
            <a:r>
              <a:rPr lang="en-US" dirty="0"/>
              <a:t>OR </a:t>
            </a:r>
            <a:r>
              <a:rPr lang="en-US" dirty="0" err="1"/>
              <a:t>Aminobenzene</a:t>
            </a:r>
            <a:endParaRPr lang="en-US" dirty="0"/>
          </a:p>
        </p:txBody>
      </p:sp>
      <p:sp>
        <p:nvSpPr>
          <p:cNvPr id="24" name="TextBox 23"/>
          <p:cNvSpPr txBox="1"/>
          <p:nvPr/>
        </p:nvSpPr>
        <p:spPr>
          <a:xfrm>
            <a:off x="2044102" y="5810026"/>
            <a:ext cx="1733808" cy="369332"/>
          </a:xfrm>
          <a:prstGeom prst="rect">
            <a:avLst/>
          </a:prstGeom>
          <a:noFill/>
        </p:spPr>
        <p:txBody>
          <a:bodyPr wrap="none" rtlCol="0">
            <a:spAutoFit/>
          </a:bodyPr>
          <a:lstStyle/>
          <a:p>
            <a:r>
              <a:rPr lang="en-US" dirty="0" err="1"/>
              <a:t>Ethenyl</a:t>
            </a:r>
            <a:r>
              <a:rPr lang="en-US" dirty="0"/>
              <a:t> benzene</a:t>
            </a:r>
          </a:p>
        </p:txBody>
      </p:sp>
      <p:sp>
        <p:nvSpPr>
          <p:cNvPr id="25" name="TextBox 24"/>
          <p:cNvSpPr txBox="1"/>
          <p:nvPr/>
        </p:nvSpPr>
        <p:spPr>
          <a:xfrm>
            <a:off x="4085043" y="5767697"/>
            <a:ext cx="2077748" cy="923330"/>
          </a:xfrm>
          <a:prstGeom prst="rect">
            <a:avLst/>
          </a:prstGeom>
          <a:noFill/>
        </p:spPr>
        <p:txBody>
          <a:bodyPr wrap="none" rtlCol="0">
            <a:spAutoFit/>
          </a:bodyPr>
          <a:lstStyle/>
          <a:p>
            <a:r>
              <a:rPr lang="en-US" dirty="0" err="1"/>
              <a:t>Benzenol</a:t>
            </a:r>
            <a:endParaRPr lang="en-US" dirty="0"/>
          </a:p>
          <a:p>
            <a:r>
              <a:rPr lang="en-US" dirty="0"/>
              <a:t>OR Phenol</a:t>
            </a:r>
          </a:p>
          <a:p>
            <a:r>
              <a:rPr lang="en-US" dirty="0"/>
              <a:t>OR </a:t>
            </a:r>
            <a:r>
              <a:rPr lang="en-US" dirty="0" err="1"/>
              <a:t>Hydroxybenzene</a:t>
            </a:r>
            <a:endParaRPr lang="en-US" dirty="0"/>
          </a:p>
        </p:txBody>
      </p:sp>
      <p:sp>
        <p:nvSpPr>
          <p:cNvPr id="26" name="TextBox 25"/>
          <p:cNvSpPr txBox="1"/>
          <p:nvPr/>
        </p:nvSpPr>
        <p:spPr>
          <a:xfrm>
            <a:off x="6315616" y="5772620"/>
            <a:ext cx="1612044" cy="369332"/>
          </a:xfrm>
          <a:prstGeom prst="rect">
            <a:avLst/>
          </a:prstGeom>
          <a:noFill/>
        </p:spPr>
        <p:txBody>
          <a:bodyPr wrap="none" rtlCol="0">
            <a:spAutoFit/>
          </a:bodyPr>
          <a:lstStyle/>
          <a:p>
            <a:r>
              <a:rPr lang="en-US" dirty="0" err="1"/>
              <a:t>Bromobenzene</a:t>
            </a:r>
            <a:endParaRPr lang="en-US" dirty="0"/>
          </a:p>
        </p:txBody>
      </p:sp>
      <p:sp>
        <p:nvSpPr>
          <p:cNvPr id="27" name="TextBox 26"/>
          <p:cNvSpPr txBox="1"/>
          <p:nvPr/>
        </p:nvSpPr>
        <p:spPr>
          <a:xfrm>
            <a:off x="8174143" y="5642759"/>
            <a:ext cx="2634376" cy="1200329"/>
          </a:xfrm>
          <a:prstGeom prst="rect">
            <a:avLst/>
          </a:prstGeom>
          <a:noFill/>
        </p:spPr>
        <p:txBody>
          <a:bodyPr wrap="none" rtlCol="0">
            <a:spAutoFit/>
          </a:bodyPr>
          <a:lstStyle/>
          <a:p>
            <a:r>
              <a:rPr lang="en-US" dirty="0" err="1"/>
              <a:t>Benzenal</a:t>
            </a:r>
            <a:endParaRPr lang="en-US" dirty="0"/>
          </a:p>
          <a:p>
            <a:r>
              <a:rPr lang="en-US" dirty="0"/>
              <a:t>OR Benzene </a:t>
            </a:r>
            <a:r>
              <a:rPr lang="en-US" dirty="0" err="1"/>
              <a:t>carbaldehyde</a:t>
            </a:r>
            <a:endParaRPr lang="en-US" dirty="0"/>
          </a:p>
          <a:p>
            <a:r>
              <a:rPr lang="en-US" dirty="0"/>
              <a:t>OR Benzaldehyde</a:t>
            </a:r>
          </a:p>
          <a:p>
            <a:r>
              <a:rPr lang="en-US" dirty="0"/>
              <a:t>OR Formyl benzene</a:t>
            </a:r>
          </a:p>
        </p:txBody>
      </p:sp>
      <p:sp>
        <p:nvSpPr>
          <p:cNvPr id="6" name="TextBox 5"/>
          <p:cNvSpPr txBox="1"/>
          <p:nvPr/>
        </p:nvSpPr>
        <p:spPr>
          <a:xfrm>
            <a:off x="9879683" y="4647693"/>
            <a:ext cx="2122747" cy="646331"/>
          </a:xfrm>
          <a:prstGeom prst="rect">
            <a:avLst/>
          </a:prstGeom>
          <a:noFill/>
        </p:spPr>
        <p:txBody>
          <a:bodyPr wrap="square" rtlCol="0">
            <a:spAutoFit/>
          </a:bodyPr>
          <a:lstStyle/>
          <a:p>
            <a:r>
              <a:rPr lang="en-US" dirty="0"/>
              <a:t>Methyl phenyl ether</a:t>
            </a:r>
          </a:p>
          <a:p>
            <a:r>
              <a:rPr lang="en-US" dirty="0"/>
              <a:t>OR Anisole</a:t>
            </a:r>
          </a:p>
        </p:txBody>
      </p:sp>
      <p:sp>
        <p:nvSpPr>
          <p:cNvPr id="7" name="Slide Number Placeholder 6"/>
          <p:cNvSpPr>
            <a:spLocks noGrp="1"/>
          </p:cNvSpPr>
          <p:nvPr>
            <p:ph type="sldNum" sz="quarter" idx="12"/>
          </p:nvPr>
        </p:nvSpPr>
        <p:spPr/>
        <p:txBody>
          <a:bodyPr/>
          <a:lstStyle/>
          <a:p>
            <a:fld id="{5776AC22-00B8-47A7-833D-F03A60546104}" type="slidenum">
              <a:rPr lang="en-US" smtClean="0"/>
              <a:t>29</a:t>
            </a:fld>
            <a:endParaRPr lang="en-US"/>
          </a:p>
        </p:txBody>
      </p:sp>
      <mc:AlternateContent xmlns:mc="http://schemas.openxmlformats.org/markup-compatibility/2006" xmlns:p14="http://schemas.microsoft.com/office/powerpoint/2010/main">
        <mc:Choice Requires="p14">
          <p:contentPart p14:bwMode="auto" r:id="rId13">
            <p14:nvContentPartPr>
              <p14:cNvPr id="2" name="Ink 1"/>
              <p14:cNvContentPartPr/>
              <p14:nvPr/>
            </p14:nvContentPartPr>
            <p14:xfrm>
              <a:off x="407520" y="3887640"/>
              <a:ext cx="8677080" cy="2706120"/>
            </p14:xfrm>
          </p:contentPart>
        </mc:Choice>
        <mc:Fallback xmlns="">
          <p:pic>
            <p:nvPicPr>
              <p:cNvPr id="2" name="Ink 1"/>
              <p:cNvPicPr/>
              <p:nvPr/>
            </p:nvPicPr>
            <p:blipFill>
              <a:blip r:embed="rId14"/>
              <a:stretch>
                <a:fillRect/>
              </a:stretch>
            </p:blipFill>
            <p:spPr>
              <a:xfrm>
                <a:off x="398160" y="3878280"/>
                <a:ext cx="8695800" cy="2724840"/>
              </a:xfrm>
              <a:prstGeom prst="rect">
                <a:avLst/>
              </a:prstGeom>
            </p:spPr>
          </p:pic>
        </mc:Fallback>
      </mc:AlternateContent>
    </p:spTree>
    <p:extLst>
      <p:ext uri="{BB962C8B-B14F-4D97-AF65-F5344CB8AC3E}">
        <p14:creationId xmlns:p14="http://schemas.microsoft.com/office/powerpoint/2010/main" val="284606483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24469" y="76200"/>
            <a:ext cx="11106614" cy="1143000"/>
          </a:xfrm>
        </p:spPr>
        <p:txBody>
          <a:bodyPr/>
          <a:lstStyle/>
          <a:p>
            <a:pPr algn="ctr" eaLnBrk="1" hangingPunct="1"/>
            <a:r>
              <a:rPr lang="en-US" sz="3200" b="1" dirty="0">
                <a:solidFill>
                  <a:srgbClr val="C00000"/>
                </a:solidFill>
                <a:latin typeface="Times New Roman" pitchFamily="36" charset="0"/>
                <a:cs typeface="Times New Roman" pitchFamily="36" charset="0"/>
              </a:rPr>
              <a:t>IUPAC naming rules for benzene derivatives</a:t>
            </a:r>
          </a:p>
        </p:txBody>
      </p:sp>
      <p:sp>
        <p:nvSpPr>
          <p:cNvPr id="3" name="Content Placeholder 2"/>
          <p:cNvSpPr>
            <a:spLocks noGrp="1"/>
          </p:cNvSpPr>
          <p:nvPr>
            <p:ph idx="1"/>
          </p:nvPr>
        </p:nvSpPr>
        <p:spPr>
          <a:xfrm>
            <a:off x="838200" y="1304693"/>
            <a:ext cx="10515600" cy="5397190"/>
          </a:xfrm>
        </p:spPr>
        <p:txBody>
          <a:bodyPr>
            <a:normAutofit lnSpcReduction="10000"/>
          </a:bodyPr>
          <a:lstStyle/>
          <a:p>
            <a:pPr algn="just">
              <a:lnSpc>
                <a:spcPct val="150000"/>
              </a:lnSpc>
            </a:pPr>
            <a:r>
              <a:rPr lang="en-US" b="1" dirty="0" err="1"/>
              <a:t>Disubstituted</a:t>
            </a:r>
            <a:r>
              <a:rPr lang="en-US" b="1" dirty="0"/>
              <a:t> Benzenes: </a:t>
            </a:r>
            <a:r>
              <a:rPr lang="en-US" dirty="0"/>
              <a:t>When two of the positions on the ring has been substituted with another atom or group of atoms, the compound is a </a:t>
            </a:r>
            <a:r>
              <a:rPr lang="en-US" dirty="0" err="1"/>
              <a:t>disubstituted</a:t>
            </a:r>
            <a:r>
              <a:rPr lang="en-US" dirty="0"/>
              <a:t> benzene. </a:t>
            </a:r>
          </a:p>
          <a:p>
            <a:pPr algn="just">
              <a:lnSpc>
                <a:spcPct val="150000"/>
              </a:lnSpc>
            </a:pPr>
            <a:r>
              <a:rPr lang="en-US" dirty="0"/>
              <a:t>There is a separate nomenclature to describe the relative positions. Using methyl benzene as the example, the </a:t>
            </a:r>
            <a:r>
              <a:rPr lang="en-US" b="1" dirty="0" err="1"/>
              <a:t>ortho</a:t>
            </a:r>
            <a:r>
              <a:rPr lang="en-US" dirty="0"/>
              <a:t> orientation is the 1,2 relationship;  the </a:t>
            </a:r>
            <a:r>
              <a:rPr lang="en-US" b="1" dirty="0"/>
              <a:t>meta</a:t>
            </a:r>
            <a:r>
              <a:rPr lang="en-US" dirty="0"/>
              <a:t> is 1,3 and the </a:t>
            </a:r>
            <a:r>
              <a:rPr lang="en-US" b="1" dirty="0"/>
              <a:t>para</a:t>
            </a:r>
            <a:r>
              <a:rPr lang="en-US" dirty="0"/>
              <a:t> is 1,4. </a:t>
            </a:r>
          </a:p>
          <a:p>
            <a:pPr algn="just">
              <a:lnSpc>
                <a:spcPct val="150000"/>
              </a:lnSpc>
            </a:pPr>
            <a:r>
              <a:rPr lang="en-US" dirty="0"/>
              <a:t>Note that there are two </a:t>
            </a:r>
            <a:r>
              <a:rPr lang="en-US" dirty="0" err="1"/>
              <a:t>ortho</a:t>
            </a:r>
            <a:r>
              <a:rPr lang="en-US" dirty="0"/>
              <a:t> and two meta positions, but only one para.</a:t>
            </a:r>
          </a:p>
        </p:txBody>
      </p:sp>
      <p:sp>
        <p:nvSpPr>
          <p:cNvPr id="2" name="Slide Number Placeholder 1"/>
          <p:cNvSpPr>
            <a:spLocks noGrp="1"/>
          </p:cNvSpPr>
          <p:nvPr>
            <p:ph type="sldNum" sz="quarter" idx="12"/>
          </p:nvPr>
        </p:nvSpPr>
        <p:spPr/>
        <p:txBody>
          <a:bodyPr/>
          <a:lstStyle/>
          <a:p>
            <a:fld id="{5776AC22-00B8-47A7-833D-F03A60546104}" type="slidenum">
              <a:rPr lang="en-US" smtClean="0"/>
              <a:t>30</a:t>
            </a:fld>
            <a:endParaRPr lang="en-US"/>
          </a:p>
        </p:txBody>
      </p:sp>
      <mc:AlternateContent xmlns:mc="http://schemas.openxmlformats.org/markup-compatibility/2006" xmlns:p14="http://schemas.microsoft.com/office/powerpoint/2010/main">
        <mc:Choice Requires="p14">
          <p:contentPart p14:bwMode="auto" r:id="rId2">
            <p14:nvContentPartPr>
              <p14:cNvPr id="5" name="Ink 4"/>
              <p14:cNvContentPartPr/>
              <p14:nvPr/>
            </p14:nvContentPartPr>
            <p14:xfrm>
              <a:off x="7471080" y="4409280"/>
              <a:ext cx="1161720" cy="28080"/>
            </p14:xfrm>
          </p:contentPart>
        </mc:Choice>
        <mc:Fallback xmlns="">
          <p:pic>
            <p:nvPicPr>
              <p:cNvPr id="5" name="Ink 4"/>
              <p:cNvPicPr/>
              <p:nvPr/>
            </p:nvPicPr>
            <p:blipFill>
              <a:blip r:embed="rId3"/>
              <a:stretch>
                <a:fillRect/>
              </a:stretch>
            </p:blipFill>
            <p:spPr>
              <a:xfrm>
                <a:off x="7461720" y="4399920"/>
                <a:ext cx="1180440" cy="46800"/>
              </a:xfrm>
              <a:prstGeom prst="rect">
                <a:avLst/>
              </a:prstGeom>
            </p:spPr>
          </p:pic>
        </mc:Fallback>
      </mc:AlternateContent>
    </p:spTree>
    <p:extLst>
      <p:ext uri="{BB962C8B-B14F-4D97-AF65-F5344CB8AC3E}">
        <p14:creationId xmlns:p14="http://schemas.microsoft.com/office/powerpoint/2010/main" val="380986229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24469" y="76200"/>
            <a:ext cx="11106614" cy="1143000"/>
          </a:xfrm>
        </p:spPr>
        <p:txBody>
          <a:bodyPr/>
          <a:lstStyle/>
          <a:p>
            <a:pPr algn="ctr" eaLnBrk="1" hangingPunct="1"/>
            <a:r>
              <a:rPr lang="en-US" sz="3200" b="1" dirty="0">
                <a:solidFill>
                  <a:srgbClr val="C00000"/>
                </a:solidFill>
                <a:latin typeface="Times New Roman" pitchFamily="36" charset="0"/>
                <a:cs typeface="Times New Roman" pitchFamily="36" charset="0"/>
              </a:rPr>
              <a:t>IUPAC naming rules for benzene derivatives</a:t>
            </a:r>
          </a:p>
        </p:txBody>
      </p:sp>
      <p:sp>
        <p:nvSpPr>
          <p:cNvPr id="3" name="Content Placeholder 2"/>
          <p:cNvSpPr>
            <a:spLocks noGrp="1"/>
          </p:cNvSpPr>
          <p:nvPr>
            <p:ph idx="1"/>
          </p:nvPr>
        </p:nvSpPr>
        <p:spPr>
          <a:xfrm>
            <a:off x="838200" y="1304693"/>
            <a:ext cx="10515600" cy="4872270"/>
          </a:xfrm>
        </p:spPr>
        <p:txBody>
          <a:bodyPr/>
          <a:lstStyle/>
          <a:p>
            <a:pPr algn="just">
              <a:lnSpc>
                <a:spcPct val="150000"/>
              </a:lnSpc>
            </a:pPr>
            <a:r>
              <a:rPr lang="en-US" b="1" dirty="0" err="1"/>
              <a:t>Disubstituted</a:t>
            </a:r>
            <a:r>
              <a:rPr lang="en-US" b="1" dirty="0"/>
              <a:t> Benzenes:</a:t>
            </a:r>
            <a:endParaRPr lang="en-US" dirty="0"/>
          </a:p>
        </p:txBody>
      </p:sp>
      <p:grpSp>
        <p:nvGrpSpPr>
          <p:cNvPr id="12" name="Group 11"/>
          <p:cNvGrpSpPr/>
          <p:nvPr/>
        </p:nvGrpSpPr>
        <p:grpSpPr>
          <a:xfrm>
            <a:off x="3066346" y="1876425"/>
            <a:ext cx="6059308" cy="3728806"/>
            <a:chOff x="2876472" y="2448157"/>
            <a:chExt cx="6059308" cy="3728806"/>
          </a:xfrm>
        </p:grpSpPr>
        <p:pic>
          <p:nvPicPr>
            <p:cNvPr id="14338" name="Picture 2" descr="http://colapret.cm.utexas.edu/courses/Nomenclature_files/Benzen16.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76472" y="2448157"/>
              <a:ext cx="6059308" cy="372880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5945157" y="3100040"/>
              <a:ext cx="301686" cy="369332"/>
            </a:xfrm>
            <a:prstGeom prst="rect">
              <a:avLst/>
            </a:prstGeom>
            <a:noFill/>
          </p:spPr>
          <p:txBody>
            <a:bodyPr wrap="none" rtlCol="0">
              <a:spAutoFit/>
            </a:bodyPr>
            <a:lstStyle/>
            <a:p>
              <a:r>
                <a:rPr lang="en-US" dirty="0"/>
                <a:t>1</a:t>
              </a:r>
            </a:p>
          </p:txBody>
        </p:sp>
        <p:sp>
          <p:nvSpPr>
            <p:cNvPr id="6" name="TextBox 5"/>
            <p:cNvSpPr txBox="1"/>
            <p:nvPr/>
          </p:nvSpPr>
          <p:spPr>
            <a:xfrm>
              <a:off x="4882074" y="3740828"/>
              <a:ext cx="301686" cy="369332"/>
            </a:xfrm>
            <a:prstGeom prst="rect">
              <a:avLst/>
            </a:prstGeom>
            <a:noFill/>
          </p:spPr>
          <p:txBody>
            <a:bodyPr wrap="none" rtlCol="0">
              <a:spAutoFit/>
            </a:bodyPr>
            <a:lstStyle/>
            <a:p>
              <a:r>
                <a:rPr lang="en-US" dirty="0"/>
                <a:t>2</a:t>
              </a:r>
            </a:p>
          </p:txBody>
        </p:sp>
        <p:sp>
          <p:nvSpPr>
            <p:cNvPr id="8" name="TextBox 7"/>
            <p:cNvSpPr txBox="1"/>
            <p:nvPr/>
          </p:nvSpPr>
          <p:spPr>
            <a:xfrm>
              <a:off x="6607241" y="3740828"/>
              <a:ext cx="301686" cy="369332"/>
            </a:xfrm>
            <a:prstGeom prst="rect">
              <a:avLst/>
            </a:prstGeom>
            <a:noFill/>
          </p:spPr>
          <p:txBody>
            <a:bodyPr wrap="none" rtlCol="0">
              <a:spAutoFit/>
            </a:bodyPr>
            <a:lstStyle/>
            <a:p>
              <a:r>
                <a:rPr lang="en-US" dirty="0"/>
                <a:t>2</a:t>
              </a:r>
            </a:p>
          </p:txBody>
        </p:sp>
        <p:sp>
          <p:nvSpPr>
            <p:cNvPr id="9" name="TextBox 8"/>
            <p:cNvSpPr txBox="1"/>
            <p:nvPr/>
          </p:nvSpPr>
          <p:spPr>
            <a:xfrm>
              <a:off x="6607241" y="4312560"/>
              <a:ext cx="301686" cy="369332"/>
            </a:xfrm>
            <a:prstGeom prst="rect">
              <a:avLst/>
            </a:prstGeom>
            <a:noFill/>
          </p:spPr>
          <p:txBody>
            <a:bodyPr wrap="none" rtlCol="0">
              <a:spAutoFit/>
            </a:bodyPr>
            <a:lstStyle/>
            <a:p>
              <a:r>
                <a:rPr lang="en-US" dirty="0"/>
                <a:t>3</a:t>
              </a:r>
            </a:p>
          </p:txBody>
        </p:sp>
        <p:sp>
          <p:nvSpPr>
            <p:cNvPr id="10" name="TextBox 9"/>
            <p:cNvSpPr txBox="1"/>
            <p:nvPr/>
          </p:nvSpPr>
          <p:spPr>
            <a:xfrm>
              <a:off x="4897385" y="4375752"/>
              <a:ext cx="301686" cy="369332"/>
            </a:xfrm>
            <a:prstGeom prst="rect">
              <a:avLst/>
            </a:prstGeom>
            <a:noFill/>
          </p:spPr>
          <p:txBody>
            <a:bodyPr wrap="none" rtlCol="0">
              <a:spAutoFit/>
            </a:bodyPr>
            <a:lstStyle/>
            <a:p>
              <a:r>
                <a:rPr lang="en-US" dirty="0"/>
                <a:t>3</a:t>
              </a:r>
            </a:p>
          </p:txBody>
        </p:sp>
        <p:sp>
          <p:nvSpPr>
            <p:cNvPr id="11" name="TextBox 10"/>
            <p:cNvSpPr txBox="1"/>
            <p:nvPr/>
          </p:nvSpPr>
          <p:spPr>
            <a:xfrm>
              <a:off x="5919574" y="4974196"/>
              <a:ext cx="301686" cy="369332"/>
            </a:xfrm>
            <a:prstGeom prst="rect">
              <a:avLst/>
            </a:prstGeom>
            <a:noFill/>
          </p:spPr>
          <p:txBody>
            <a:bodyPr wrap="none" rtlCol="0">
              <a:spAutoFit/>
            </a:bodyPr>
            <a:lstStyle/>
            <a:p>
              <a:r>
                <a:rPr lang="en-US" dirty="0"/>
                <a:t>4</a:t>
              </a:r>
            </a:p>
          </p:txBody>
        </p:sp>
      </p:grpSp>
      <p:sp>
        <p:nvSpPr>
          <p:cNvPr id="5" name="TextBox 4"/>
          <p:cNvSpPr txBox="1"/>
          <p:nvPr/>
        </p:nvSpPr>
        <p:spPr>
          <a:xfrm>
            <a:off x="4993469" y="5896452"/>
            <a:ext cx="2584810" cy="523220"/>
          </a:xfrm>
          <a:prstGeom prst="rect">
            <a:avLst/>
          </a:prstGeom>
          <a:noFill/>
        </p:spPr>
        <p:txBody>
          <a:bodyPr wrap="none" rtlCol="0">
            <a:spAutoFit/>
          </a:bodyPr>
          <a:lstStyle/>
          <a:p>
            <a:r>
              <a:rPr lang="en-US" sz="2800" b="1" dirty="0"/>
              <a:t>Methyl benzene</a:t>
            </a:r>
          </a:p>
        </p:txBody>
      </p:sp>
      <p:sp>
        <p:nvSpPr>
          <p:cNvPr id="13" name="Slide Number Placeholder 12"/>
          <p:cNvSpPr>
            <a:spLocks noGrp="1"/>
          </p:cNvSpPr>
          <p:nvPr>
            <p:ph type="sldNum" sz="quarter" idx="12"/>
          </p:nvPr>
        </p:nvSpPr>
        <p:spPr/>
        <p:txBody>
          <a:bodyPr/>
          <a:lstStyle/>
          <a:p>
            <a:fld id="{5776AC22-00B8-47A7-833D-F03A60546104}" type="slidenum">
              <a:rPr lang="en-US" smtClean="0"/>
              <a:t>31</a:t>
            </a:fld>
            <a:endParaRPr lang="en-US"/>
          </a:p>
        </p:txBody>
      </p:sp>
      <mc:AlternateContent xmlns:mc="http://schemas.openxmlformats.org/markup-compatibility/2006" xmlns:p14="http://schemas.microsoft.com/office/powerpoint/2010/main">
        <mc:Choice Requires="p14">
          <p:contentPart p14:bwMode="auto" r:id="rId3">
            <p14:nvContentPartPr>
              <p14:cNvPr id="7" name="Ink 6"/>
              <p14:cNvContentPartPr/>
              <p14:nvPr/>
            </p14:nvContentPartPr>
            <p14:xfrm>
              <a:off x="5630400" y="1578600"/>
              <a:ext cx="1436760" cy="3571200"/>
            </p14:xfrm>
          </p:contentPart>
        </mc:Choice>
        <mc:Fallback xmlns="">
          <p:pic>
            <p:nvPicPr>
              <p:cNvPr id="7" name="Ink 6"/>
              <p:cNvPicPr/>
              <p:nvPr/>
            </p:nvPicPr>
            <p:blipFill>
              <a:blip r:embed="rId4"/>
              <a:stretch>
                <a:fillRect/>
              </a:stretch>
            </p:blipFill>
            <p:spPr>
              <a:xfrm>
                <a:off x="5621040" y="1569240"/>
                <a:ext cx="1455480" cy="3589920"/>
              </a:xfrm>
              <a:prstGeom prst="rect">
                <a:avLst/>
              </a:prstGeom>
            </p:spPr>
          </p:pic>
        </mc:Fallback>
      </mc:AlternateContent>
    </p:spTree>
    <p:extLst>
      <p:ext uri="{BB962C8B-B14F-4D97-AF65-F5344CB8AC3E}">
        <p14:creationId xmlns:p14="http://schemas.microsoft.com/office/powerpoint/2010/main" val="326782723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24469" y="76200"/>
            <a:ext cx="11106614" cy="1143000"/>
          </a:xfrm>
        </p:spPr>
        <p:txBody>
          <a:bodyPr/>
          <a:lstStyle/>
          <a:p>
            <a:pPr algn="ctr" eaLnBrk="1" hangingPunct="1"/>
            <a:r>
              <a:rPr lang="en-US" sz="3200" b="1" dirty="0">
                <a:solidFill>
                  <a:srgbClr val="C00000"/>
                </a:solidFill>
                <a:latin typeface="Times New Roman" pitchFamily="36" charset="0"/>
                <a:cs typeface="Times New Roman" pitchFamily="36" charset="0"/>
              </a:rPr>
              <a:t>IUPAC naming rules for benzene derivatives</a:t>
            </a:r>
          </a:p>
        </p:txBody>
      </p:sp>
      <p:sp>
        <p:nvSpPr>
          <p:cNvPr id="3" name="Content Placeholder 2"/>
          <p:cNvSpPr>
            <a:spLocks noGrp="1"/>
          </p:cNvSpPr>
          <p:nvPr>
            <p:ph idx="1"/>
          </p:nvPr>
        </p:nvSpPr>
        <p:spPr>
          <a:xfrm>
            <a:off x="838200" y="1304693"/>
            <a:ext cx="8825357" cy="5452946"/>
          </a:xfrm>
        </p:spPr>
        <p:txBody>
          <a:bodyPr>
            <a:normAutofit lnSpcReduction="10000"/>
          </a:bodyPr>
          <a:lstStyle/>
          <a:p>
            <a:pPr algn="just">
              <a:lnSpc>
                <a:spcPct val="150000"/>
              </a:lnSpc>
            </a:pPr>
            <a:r>
              <a:rPr lang="en-US" dirty="0"/>
              <a:t>The highest priority functional group should get the least possible number on the ring</a:t>
            </a:r>
          </a:p>
          <a:p>
            <a:pPr algn="just">
              <a:lnSpc>
                <a:spcPct val="150000"/>
              </a:lnSpc>
            </a:pPr>
            <a:r>
              <a:rPr lang="en-US" dirty="0"/>
              <a:t>Substituents should be arranged in the alphabetical order while naming.</a:t>
            </a:r>
          </a:p>
          <a:p>
            <a:pPr algn="just">
              <a:lnSpc>
                <a:spcPct val="150000"/>
              </a:lnSpc>
            </a:pPr>
            <a:r>
              <a:rPr lang="en-US" dirty="0"/>
              <a:t>Where one group imparts a special name, the compound can be named as a derivative of that molecule.</a:t>
            </a:r>
          </a:p>
          <a:p>
            <a:pPr algn="just">
              <a:lnSpc>
                <a:spcPct val="150000"/>
              </a:lnSpc>
            </a:pPr>
            <a:r>
              <a:rPr lang="en-US" dirty="0"/>
              <a:t>If  neither group imparts a special name, locate the groups &amp; alphabetize.</a:t>
            </a:r>
          </a:p>
          <a:p>
            <a:pPr algn="just">
              <a:lnSpc>
                <a:spcPct val="150000"/>
              </a:lnSpc>
            </a:pPr>
            <a:endParaRPr lang="en-US" dirty="0"/>
          </a:p>
          <a:p>
            <a:pPr algn="just">
              <a:lnSpc>
                <a:spcPct val="150000"/>
              </a:lnSpc>
            </a:pPr>
            <a:endParaRPr lang="en-US" dirty="0"/>
          </a:p>
        </p:txBody>
      </p:sp>
      <p:grpSp>
        <p:nvGrpSpPr>
          <p:cNvPr id="2" name="Group 1"/>
          <p:cNvGrpSpPr/>
          <p:nvPr/>
        </p:nvGrpSpPr>
        <p:grpSpPr>
          <a:xfrm>
            <a:off x="9803921" y="1956370"/>
            <a:ext cx="2076783" cy="2532667"/>
            <a:chOff x="4897385" y="2948829"/>
            <a:chExt cx="2076783" cy="2532667"/>
          </a:xfrm>
        </p:grpSpPr>
        <p:pic>
          <p:nvPicPr>
            <p:cNvPr id="5" name="Picture 2" descr="http://colapret.cm.utexas.edu/courses/Nomenclature_files/Benzen16.gif"/>
            <p:cNvPicPr>
              <a:picLocks noChangeAspect="1" noChangeArrowheads="1"/>
            </p:cNvPicPr>
            <p:nvPr/>
          </p:nvPicPr>
          <p:blipFill rotWithShape="1">
            <a:blip r:embed="rId2">
              <a:extLst>
                <a:ext uri="{28A0092B-C50C-407E-A947-70E740481C1C}">
                  <a14:useLocalDpi xmlns:a14="http://schemas.microsoft.com/office/drawing/2010/main" val="0"/>
                </a:ext>
              </a:extLst>
            </a:blip>
            <a:srcRect l="38104" t="22865" r="37603" b="28987"/>
            <a:stretch/>
          </p:blipFill>
          <p:spPr bwMode="auto">
            <a:xfrm>
              <a:off x="5185317" y="3300762"/>
              <a:ext cx="1471961" cy="179534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5770454" y="2948829"/>
              <a:ext cx="301686" cy="369332"/>
            </a:xfrm>
            <a:prstGeom prst="rect">
              <a:avLst/>
            </a:prstGeom>
            <a:noFill/>
          </p:spPr>
          <p:txBody>
            <a:bodyPr wrap="none" rtlCol="0">
              <a:spAutoFit/>
            </a:bodyPr>
            <a:lstStyle/>
            <a:p>
              <a:r>
                <a:rPr lang="en-US" dirty="0"/>
                <a:t>1</a:t>
              </a:r>
            </a:p>
          </p:txBody>
        </p:sp>
        <p:sp>
          <p:nvSpPr>
            <p:cNvPr id="7" name="TextBox 6"/>
            <p:cNvSpPr txBox="1"/>
            <p:nvPr/>
          </p:nvSpPr>
          <p:spPr>
            <a:xfrm>
              <a:off x="4926343" y="3561331"/>
              <a:ext cx="243770" cy="369332"/>
            </a:xfrm>
            <a:prstGeom prst="rect">
              <a:avLst/>
            </a:prstGeom>
            <a:noFill/>
          </p:spPr>
          <p:txBody>
            <a:bodyPr wrap="square" rtlCol="0">
              <a:spAutoFit/>
            </a:bodyPr>
            <a:lstStyle/>
            <a:p>
              <a:r>
                <a:rPr lang="en-US" dirty="0"/>
                <a:t>6</a:t>
              </a:r>
            </a:p>
          </p:txBody>
        </p:sp>
        <p:sp>
          <p:nvSpPr>
            <p:cNvPr id="8" name="TextBox 7"/>
            <p:cNvSpPr txBox="1"/>
            <p:nvPr/>
          </p:nvSpPr>
          <p:spPr>
            <a:xfrm>
              <a:off x="6636426" y="3561331"/>
              <a:ext cx="301686" cy="369332"/>
            </a:xfrm>
            <a:prstGeom prst="rect">
              <a:avLst/>
            </a:prstGeom>
            <a:noFill/>
          </p:spPr>
          <p:txBody>
            <a:bodyPr wrap="none" rtlCol="0">
              <a:spAutoFit/>
            </a:bodyPr>
            <a:lstStyle/>
            <a:p>
              <a:r>
                <a:rPr lang="en-US" dirty="0"/>
                <a:t>2</a:t>
              </a:r>
            </a:p>
          </p:txBody>
        </p:sp>
        <p:sp>
          <p:nvSpPr>
            <p:cNvPr id="9" name="TextBox 8"/>
            <p:cNvSpPr txBox="1"/>
            <p:nvPr/>
          </p:nvSpPr>
          <p:spPr>
            <a:xfrm>
              <a:off x="6672482" y="4497226"/>
              <a:ext cx="301686" cy="369332"/>
            </a:xfrm>
            <a:prstGeom prst="rect">
              <a:avLst/>
            </a:prstGeom>
            <a:noFill/>
          </p:spPr>
          <p:txBody>
            <a:bodyPr wrap="none" rtlCol="0">
              <a:spAutoFit/>
            </a:bodyPr>
            <a:lstStyle/>
            <a:p>
              <a:r>
                <a:rPr lang="en-US" dirty="0"/>
                <a:t>3</a:t>
              </a:r>
            </a:p>
          </p:txBody>
        </p:sp>
        <p:sp>
          <p:nvSpPr>
            <p:cNvPr id="10" name="TextBox 9"/>
            <p:cNvSpPr txBox="1"/>
            <p:nvPr/>
          </p:nvSpPr>
          <p:spPr>
            <a:xfrm>
              <a:off x="4897385" y="4497226"/>
              <a:ext cx="301686" cy="369332"/>
            </a:xfrm>
            <a:prstGeom prst="rect">
              <a:avLst/>
            </a:prstGeom>
            <a:noFill/>
          </p:spPr>
          <p:txBody>
            <a:bodyPr wrap="none" rtlCol="0">
              <a:spAutoFit/>
            </a:bodyPr>
            <a:lstStyle/>
            <a:p>
              <a:r>
                <a:rPr lang="en-US" dirty="0"/>
                <a:t>5</a:t>
              </a:r>
            </a:p>
          </p:txBody>
        </p:sp>
        <p:sp>
          <p:nvSpPr>
            <p:cNvPr id="11" name="TextBox 10"/>
            <p:cNvSpPr txBox="1"/>
            <p:nvPr/>
          </p:nvSpPr>
          <p:spPr>
            <a:xfrm>
              <a:off x="5867098" y="5112164"/>
              <a:ext cx="301686" cy="369332"/>
            </a:xfrm>
            <a:prstGeom prst="rect">
              <a:avLst/>
            </a:prstGeom>
            <a:noFill/>
          </p:spPr>
          <p:txBody>
            <a:bodyPr wrap="none" rtlCol="0">
              <a:spAutoFit/>
            </a:bodyPr>
            <a:lstStyle/>
            <a:p>
              <a:r>
                <a:rPr lang="en-US" dirty="0"/>
                <a:t>4</a:t>
              </a:r>
            </a:p>
          </p:txBody>
        </p:sp>
      </p:grpSp>
      <p:sp>
        <p:nvSpPr>
          <p:cNvPr id="12" name="Slide Number Placeholder 11"/>
          <p:cNvSpPr>
            <a:spLocks noGrp="1"/>
          </p:cNvSpPr>
          <p:nvPr>
            <p:ph type="sldNum" sz="quarter" idx="12"/>
          </p:nvPr>
        </p:nvSpPr>
        <p:spPr/>
        <p:txBody>
          <a:bodyPr/>
          <a:lstStyle/>
          <a:p>
            <a:fld id="{5776AC22-00B8-47A7-833D-F03A60546104}" type="slidenum">
              <a:rPr lang="en-US" smtClean="0"/>
              <a:t>32</a:t>
            </a:fld>
            <a:endParaRPr lang="en-US"/>
          </a:p>
        </p:txBody>
      </p:sp>
    </p:spTree>
    <p:extLst>
      <p:ext uri="{BB962C8B-B14F-4D97-AF65-F5344CB8AC3E}">
        <p14:creationId xmlns:p14="http://schemas.microsoft.com/office/powerpoint/2010/main" val="78030054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24469" y="76200"/>
            <a:ext cx="11106614" cy="1143000"/>
          </a:xfrm>
        </p:spPr>
        <p:txBody>
          <a:bodyPr/>
          <a:lstStyle/>
          <a:p>
            <a:pPr algn="ctr" eaLnBrk="1" hangingPunct="1"/>
            <a:r>
              <a:rPr lang="en-US" sz="3200" b="1" dirty="0">
                <a:solidFill>
                  <a:srgbClr val="C00000"/>
                </a:solidFill>
                <a:latin typeface="Times New Roman" pitchFamily="36" charset="0"/>
                <a:cs typeface="Times New Roman" pitchFamily="36" charset="0"/>
              </a:rPr>
              <a:t>IUPAC naming rules for benzene derivatives</a:t>
            </a:r>
          </a:p>
        </p:txBody>
      </p:sp>
      <p:sp>
        <p:nvSpPr>
          <p:cNvPr id="3" name="Content Placeholder 2"/>
          <p:cNvSpPr>
            <a:spLocks noGrp="1"/>
          </p:cNvSpPr>
          <p:nvPr>
            <p:ph idx="1"/>
          </p:nvPr>
        </p:nvSpPr>
        <p:spPr>
          <a:xfrm>
            <a:off x="838200" y="1304693"/>
            <a:ext cx="10515600" cy="4872270"/>
          </a:xfrm>
        </p:spPr>
        <p:txBody>
          <a:bodyPr/>
          <a:lstStyle/>
          <a:p>
            <a:pPr algn="just">
              <a:lnSpc>
                <a:spcPct val="150000"/>
              </a:lnSpc>
            </a:pPr>
            <a:r>
              <a:rPr lang="en-US" dirty="0"/>
              <a:t>Examples of </a:t>
            </a:r>
            <a:r>
              <a:rPr lang="en-US" dirty="0" err="1"/>
              <a:t>disubstituted</a:t>
            </a:r>
            <a:r>
              <a:rPr lang="en-US" dirty="0"/>
              <a:t> benzenes:</a:t>
            </a:r>
          </a:p>
        </p:txBody>
      </p:sp>
      <p:grpSp>
        <p:nvGrpSpPr>
          <p:cNvPr id="13" name="Group 12"/>
          <p:cNvGrpSpPr/>
          <p:nvPr/>
        </p:nvGrpSpPr>
        <p:grpSpPr>
          <a:xfrm>
            <a:off x="334537" y="2082405"/>
            <a:ext cx="11260856" cy="5007523"/>
            <a:chOff x="334537" y="2082405"/>
            <a:chExt cx="11260856" cy="5007523"/>
          </a:xfrm>
        </p:grpSpPr>
        <p:pic>
          <p:nvPicPr>
            <p:cNvPr id="14" name="Picture 3" descr="3-Brombenzaldehyd.svg">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0160" y="2463141"/>
              <a:ext cx="1273967" cy="1528762"/>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5" descr="4-Chloranilin.svg">
              <a:hlinkClick r:id="rId4"/>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71305" y="2290760"/>
              <a:ext cx="762000" cy="1914525"/>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9" descr="Skeletal formula">
              <a:hlinkClick r:id="rId6" tooltip="Skeletal formula"/>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87648" y="2340184"/>
              <a:ext cx="1355904" cy="1368232"/>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1" descr="Skeletal formula of 2-nitrobenzaldehyde">
              <a:hlinkClick r:id="rId8" tooltip="Skeletal formula of 2-nitrobenzaldehyde"/>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896514" y="2082405"/>
              <a:ext cx="1457286" cy="1480604"/>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p:cNvSpPr txBox="1"/>
            <p:nvPr/>
          </p:nvSpPr>
          <p:spPr>
            <a:xfrm>
              <a:off x="334537" y="4195409"/>
              <a:ext cx="2355004" cy="369332"/>
            </a:xfrm>
            <a:prstGeom prst="rect">
              <a:avLst/>
            </a:prstGeom>
            <a:noFill/>
          </p:spPr>
          <p:txBody>
            <a:bodyPr wrap="none" rtlCol="0">
              <a:spAutoFit/>
            </a:bodyPr>
            <a:lstStyle/>
            <a:p>
              <a:r>
                <a:rPr lang="en-US" dirty="0"/>
                <a:t>3-bromo benzaldehyde</a:t>
              </a:r>
            </a:p>
          </p:txBody>
        </p:sp>
        <p:sp>
          <p:nvSpPr>
            <p:cNvPr id="19" name="TextBox 18"/>
            <p:cNvSpPr txBox="1"/>
            <p:nvPr/>
          </p:nvSpPr>
          <p:spPr>
            <a:xfrm>
              <a:off x="3691054" y="4204206"/>
              <a:ext cx="1646092" cy="369332"/>
            </a:xfrm>
            <a:prstGeom prst="rect">
              <a:avLst/>
            </a:prstGeom>
            <a:noFill/>
          </p:spPr>
          <p:txBody>
            <a:bodyPr wrap="none" rtlCol="0">
              <a:spAutoFit/>
            </a:bodyPr>
            <a:lstStyle/>
            <a:p>
              <a:r>
                <a:rPr lang="en-US" dirty="0"/>
                <a:t>4-chloro aniline</a:t>
              </a:r>
            </a:p>
          </p:txBody>
        </p:sp>
        <p:sp>
          <p:nvSpPr>
            <p:cNvPr id="20" name="TextBox 19"/>
            <p:cNvSpPr txBox="1"/>
            <p:nvPr/>
          </p:nvSpPr>
          <p:spPr>
            <a:xfrm>
              <a:off x="6300433" y="3807237"/>
              <a:ext cx="2028953" cy="369332"/>
            </a:xfrm>
            <a:prstGeom prst="rect">
              <a:avLst/>
            </a:prstGeom>
            <a:noFill/>
          </p:spPr>
          <p:txBody>
            <a:bodyPr wrap="none" rtlCol="0">
              <a:spAutoFit/>
            </a:bodyPr>
            <a:lstStyle/>
            <a:p>
              <a:r>
                <a:rPr lang="en-US" dirty="0"/>
                <a:t>3-nitro benzoic acid</a:t>
              </a:r>
            </a:p>
          </p:txBody>
        </p:sp>
        <p:sp>
          <p:nvSpPr>
            <p:cNvPr id="21" name="TextBox 20"/>
            <p:cNvSpPr txBox="1"/>
            <p:nvPr/>
          </p:nvSpPr>
          <p:spPr>
            <a:xfrm>
              <a:off x="9416720" y="3740828"/>
              <a:ext cx="2178673" cy="369332"/>
            </a:xfrm>
            <a:prstGeom prst="rect">
              <a:avLst/>
            </a:prstGeom>
            <a:noFill/>
          </p:spPr>
          <p:txBody>
            <a:bodyPr wrap="none" rtlCol="0">
              <a:spAutoFit/>
            </a:bodyPr>
            <a:lstStyle/>
            <a:p>
              <a:r>
                <a:rPr lang="en-US" dirty="0"/>
                <a:t>2-nitro benzaldehyde</a:t>
              </a:r>
            </a:p>
          </p:txBody>
        </p:sp>
        <p:pic>
          <p:nvPicPr>
            <p:cNvPr id="22" name="Picture 12" descr="http://colapret.cm.utexas.edu/courses/Nomenclature_files/Benzen21.gif"/>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32208" y="5030941"/>
              <a:ext cx="1552575" cy="1247775"/>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13" descr="http://colapret.cm.utexas.edu/courses/Nomenclature_files/Benzen22.gif"/>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24083" y="5096182"/>
              <a:ext cx="1276350" cy="1247775"/>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14" descr="http://colapret.cm.utexas.edu/courses/Nomenclature_files/Benzen23.gif"/>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956436" y="4638614"/>
              <a:ext cx="714375" cy="1714500"/>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p:cNvSpPr txBox="1"/>
            <p:nvPr/>
          </p:nvSpPr>
          <p:spPr>
            <a:xfrm>
              <a:off x="551341" y="6443597"/>
              <a:ext cx="2723823" cy="369332"/>
            </a:xfrm>
            <a:prstGeom prst="rect">
              <a:avLst/>
            </a:prstGeom>
            <a:noFill/>
          </p:spPr>
          <p:txBody>
            <a:bodyPr wrap="none" rtlCol="0">
              <a:spAutoFit/>
            </a:bodyPr>
            <a:lstStyle/>
            <a:p>
              <a:r>
                <a:rPr lang="en-US" dirty="0">
                  <a:latin typeface="Arial" panose="020B0604020202020204" pitchFamily="34" charset="0"/>
                </a:rPr>
                <a:t>1-Bromo-2-ethylbenzene</a:t>
              </a:r>
              <a:endParaRPr lang="en-US" dirty="0"/>
            </a:p>
          </p:txBody>
        </p:sp>
        <p:sp>
          <p:nvSpPr>
            <p:cNvPr id="26" name="TextBox 25"/>
            <p:cNvSpPr txBox="1"/>
            <p:nvPr/>
          </p:nvSpPr>
          <p:spPr>
            <a:xfrm>
              <a:off x="4319582" y="6443597"/>
              <a:ext cx="2685351" cy="646331"/>
            </a:xfrm>
            <a:prstGeom prst="rect">
              <a:avLst/>
            </a:prstGeom>
            <a:noFill/>
          </p:spPr>
          <p:txBody>
            <a:bodyPr wrap="none" rtlCol="0">
              <a:spAutoFit/>
            </a:bodyPr>
            <a:lstStyle/>
            <a:p>
              <a:r>
                <a:rPr lang="en-US" dirty="0">
                  <a:latin typeface="Arial" panose="020B0604020202020204" pitchFamily="34" charset="0"/>
                </a:rPr>
                <a:t>1-Bromo-2-nitrobenzene</a:t>
              </a:r>
              <a:endParaRPr lang="en-US" dirty="0"/>
            </a:p>
            <a:p>
              <a:endParaRPr lang="en-US" dirty="0"/>
            </a:p>
          </p:txBody>
        </p:sp>
        <p:sp>
          <p:nvSpPr>
            <p:cNvPr id="27" name="TextBox 26"/>
            <p:cNvSpPr txBox="1"/>
            <p:nvPr/>
          </p:nvSpPr>
          <p:spPr>
            <a:xfrm>
              <a:off x="8329386" y="6409637"/>
              <a:ext cx="2716417" cy="646331"/>
            </a:xfrm>
            <a:prstGeom prst="rect">
              <a:avLst/>
            </a:prstGeom>
            <a:noFill/>
          </p:spPr>
          <p:txBody>
            <a:bodyPr wrap="square" rtlCol="0">
              <a:spAutoFit/>
            </a:bodyPr>
            <a:lstStyle/>
            <a:p>
              <a:r>
                <a:rPr lang="en-US" dirty="0">
                  <a:latin typeface="Arial" panose="020B0604020202020204" pitchFamily="34" charset="0"/>
                </a:rPr>
                <a:t>1-Bromo-4-nitrobenzene</a:t>
              </a:r>
              <a:endParaRPr lang="en-US" dirty="0"/>
            </a:p>
            <a:p>
              <a:endParaRPr lang="en-US" dirty="0"/>
            </a:p>
          </p:txBody>
        </p:sp>
      </p:grpSp>
      <p:sp>
        <p:nvSpPr>
          <p:cNvPr id="7" name="Slide Number Placeholder 6"/>
          <p:cNvSpPr>
            <a:spLocks noGrp="1"/>
          </p:cNvSpPr>
          <p:nvPr>
            <p:ph type="sldNum" sz="quarter" idx="12"/>
          </p:nvPr>
        </p:nvSpPr>
        <p:spPr/>
        <p:txBody>
          <a:bodyPr/>
          <a:lstStyle/>
          <a:p>
            <a:fld id="{5776AC22-00B8-47A7-833D-F03A60546104}" type="slidenum">
              <a:rPr lang="en-US" smtClean="0"/>
              <a:t>33</a:t>
            </a:fld>
            <a:endParaRPr lang="en-US"/>
          </a:p>
        </p:txBody>
      </p:sp>
      <mc:AlternateContent xmlns:mc="http://schemas.openxmlformats.org/markup-compatibility/2006" xmlns:p14="http://schemas.microsoft.com/office/powerpoint/2010/main">
        <mc:Choice Requires="p14">
          <p:contentPart p14:bwMode="auto" r:id="rId13">
            <p14:nvContentPartPr>
              <p14:cNvPr id="2" name="Ink 1"/>
              <p14:cNvContentPartPr/>
              <p14:nvPr/>
            </p14:nvContentPartPr>
            <p14:xfrm>
              <a:off x="646560" y="2052720"/>
              <a:ext cx="5589360" cy="4118760"/>
            </p14:xfrm>
          </p:contentPart>
        </mc:Choice>
        <mc:Fallback xmlns="">
          <p:pic>
            <p:nvPicPr>
              <p:cNvPr id="2" name="Ink 1"/>
              <p:cNvPicPr/>
              <p:nvPr/>
            </p:nvPicPr>
            <p:blipFill>
              <a:blip r:embed="rId14"/>
              <a:stretch>
                <a:fillRect/>
              </a:stretch>
            </p:blipFill>
            <p:spPr>
              <a:xfrm>
                <a:off x="637200" y="2043360"/>
                <a:ext cx="5608080" cy="4137480"/>
              </a:xfrm>
              <a:prstGeom prst="rect">
                <a:avLst/>
              </a:prstGeom>
            </p:spPr>
          </p:pic>
        </mc:Fallback>
      </mc:AlternateContent>
    </p:spTree>
    <p:extLst>
      <p:ext uri="{BB962C8B-B14F-4D97-AF65-F5344CB8AC3E}">
        <p14:creationId xmlns:p14="http://schemas.microsoft.com/office/powerpoint/2010/main" val="322077808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3166" y="2561916"/>
            <a:ext cx="10515600" cy="1325563"/>
          </a:xfrm>
        </p:spPr>
        <p:txBody>
          <a:bodyPr>
            <a:normAutofit/>
          </a:bodyPr>
          <a:lstStyle/>
          <a:p>
            <a:pPr algn="ctr"/>
            <a:r>
              <a:rPr lang="en-US" sz="7200" b="1" dirty="0">
                <a:solidFill>
                  <a:srgbClr val="C00000"/>
                </a:solidFill>
                <a:latin typeface="+mn-lt"/>
              </a:rPr>
              <a:t>Concept of Hybridization </a:t>
            </a:r>
          </a:p>
        </p:txBody>
      </p:sp>
      <p:sp>
        <p:nvSpPr>
          <p:cNvPr id="4" name="Slide Number Placeholder 3"/>
          <p:cNvSpPr>
            <a:spLocks noGrp="1"/>
          </p:cNvSpPr>
          <p:nvPr>
            <p:ph type="sldNum" sz="quarter" idx="12"/>
          </p:nvPr>
        </p:nvSpPr>
        <p:spPr/>
        <p:txBody>
          <a:bodyPr/>
          <a:lstStyle/>
          <a:p>
            <a:fld id="{5776AC22-00B8-47A7-833D-F03A60546104}" type="slidenum">
              <a:rPr lang="en-US" smtClean="0"/>
              <a:t>34</a:t>
            </a:fld>
            <a:endParaRPr lang="en-US"/>
          </a:p>
        </p:txBody>
      </p:sp>
    </p:spTree>
    <p:extLst>
      <p:ext uri="{BB962C8B-B14F-4D97-AF65-F5344CB8AC3E}">
        <p14:creationId xmlns:p14="http://schemas.microsoft.com/office/powerpoint/2010/main" val="34404731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3244" y="242935"/>
            <a:ext cx="8839200" cy="5334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r>
              <a:rPr lang="en-US" b="1" dirty="0">
                <a:solidFill>
                  <a:srgbClr val="C00000"/>
                </a:solidFill>
                <a:latin typeface="+mn-lt"/>
              </a:rPr>
              <a:t>Hybrid Orbitals</a:t>
            </a:r>
          </a:p>
        </p:txBody>
      </p:sp>
      <p:sp>
        <p:nvSpPr>
          <p:cNvPr id="3" name="Rectangle 3"/>
          <p:cNvSpPr txBox="1">
            <a:spLocks noChangeArrowheads="1"/>
          </p:cNvSpPr>
          <p:nvPr/>
        </p:nvSpPr>
        <p:spPr>
          <a:xfrm>
            <a:off x="297255" y="1153563"/>
            <a:ext cx="11580891" cy="55626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defRPr/>
            </a:pPr>
            <a:r>
              <a:rPr lang="en-US" sz="2400" dirty="0"/>
              <a:t>Hybridization of orbitals (L. Pauling)</a:t>
            </a:r>
          </a:p>
          <a:p>
            <a:pPr lvl="1" algn="just">
              <a:lnSpc>
                <a:spcPct val="100000"/>
              </a:lnSpc>
              <a:defRPr/>
            </a:pPr>
            <a:r>
              <a:rPr lang="en-US" dirty="0"/>
              <a:t>The combination of two or more atomic orbitals forms a new set of atomic orbitals, called hybrid orbitals</a:t>
            </a:r>
          </a:p>
          <a:p>
            <a:pPr algn="just">
              <a:lnSpc>
                <a:spcPct val="100000"/>
              </a:lnSpc>
              <a:defRPr/>
            </a:pPr>
            <a:r>
              <a:rPr lang="en-US" sz="2400" dirty="0"/>
              <a:t>We deal with three types of hybrid orbitals</a:t>
            </a:r>
          </a:p>
          <a:p>
            <a:pPr lvl="1" algn="just">
              <a:lnSpc>
                <a:spcPct val="100000"/>
              </a:lnSpc>
              <a:buFont typeface="Helvetica" panose="020B0604020202020204" pitchFamily="34" charset="0"/>
              <a:buNone/>
              <a:defRPr/>
            </a:pPr>
            <a:r>
              <a:rPr lang="en-US" i="1" dirty="0">
                <a:solidFill>
                  <a:srgbClr val="1184AD"/>
                </a:solidFill>
                <a:effectLst>
                  <a:outerShdw blurRad="38100" dist="38100" dir="2700000" algn="tl">
                    <a:srgbClr val="C0C0C0"/>
                  </a:outerShdw>
                </a:effectLst>
              </a:rPr>
              <a:t>sp</a:t>
            </a:r>
            <a:r>
              <a:rPr lang="en-US" baseline="25000" dirty="0">
                <a:solidFill>
                  <a:srgbClr val="1184AD"/>
                </a:solidFill>
                <a:effectLst>
                  <a:outerShdw blurRad="38100" dist="38100" dir="2700000" algn="tl">
                    <a:srgbClr val="C0C0C0"/>
                  </a:outerShdw>
                </a:effectLst>
              </a:rPr>
              <a:t>3</a:t>
            </a:r>
            <a:r>
              <a:rPr lang="en-US" baseline="25000" dirty="0">
                <a:solidFill>
                  <a:schemeClr val="accent2"/>
                </a:solidFill>
              </a:rPr>
              <a:t> </a:t>
            </a:r>
            <a:r>
              <a:rPr lang="en-US" baseline="25000" dirty="0"/>
              <a:t>   </a:t>
            </a:r>
            <a:r>
              <a:rPr lang="en-US" dirty="0"/>
              <a:t>(one </a:t>
            </a:r>
            <a:r>
              <a:rPr lang="en-US" i="1" dirty="0"/>
              <a:t>s</a:t>
            </a:r>
            <a:r>
              <a:rPr lang="en-US" dirty="0"/>
              <a:t> orbital + three </a:t>
            </a:r>
            <a:r>
              <a:rPr lang="en-US" i="1" dirty="0"/>
              <a:t>p</a:t>
            </a:r>
            <a:r>
              <a:rPr lang="en-US" dirty="0"/>
              <a:t> orbitals)</a:t>
            </a:r>
          </a:p>
          <a:p>
            <a:pPr lvl="1" algn="just">
              <a:lnSpc>
                <a:spcPct val="100000"/>
              </a:lnSpc>
              <a:buFont typeface="Helvetica" panose="020B0604020202020204" pitchFamily="34" charset="0"/>
              <a:buNone/>
              <a:defRPr/>
            </a:pPr>
            <a:r>
              <a:rPr lang="en-US" i="1" dirty="0">
                <a:solidFill>
                  <a:srgbClr val="1184AD"/>
                </a:solidFill>
                <a:effectLst>
                  <a:outerShdw blurRad="38100" dist="38100" dir="2700000" algn="tl">
                    <a:srgbClr val="C0C0C0"/>
                  </a:outerShdw>
                </a:effectLst>
              </a:rPr>
              <a:t>sp</a:t>
            </a:r>
            <a:r>
              <a:rPr lang="en-US" baseline="25000" dirty="0">
                <a:solidFill>
                  <a:srgbClr val="1184AD"/>
                </a:solidFill>
                <a:effectLst>
                  <a:outerShdw blurRad="38100" dist="38100" dir="2700000" algn="tl">
                    <a:srgbClr val="C0C0C0"/>
                  </a:outerShdw>
                </a:effectLst>
              </a:rPr>
              <a:t>2</a:t>
            </a:r>
            <a:r>
              <a:rPr lang="en-US" baseline="25000" dirty="0"/>
              <a:t>   </a:t>
            </a:r>
            <a:r>
              <a:rPr lang="en-US" dirty="0"/>
              <a:t> (one </a:t>
            </a:r>
            <a:r>
              <a:rPr lang="en-US" i="1" dirty="0"/>
              <a:t>s</a:t>
            </a:r>
            <a:r>
              <a:rPr lang="en-US" dirty="0"/>
              <a:t> orbital + two </a:t>
            </a:r>
            <a:r>
              <a:rPr lang="en-US" i="1" dirty="0"/>
              <a:t>p</a:t>
            </a:r>
            <a:r>
              <a:rPr lang="en-US" dirty="0"/>
              <a:t> orbitals)</a:t>
            </a:r>
          </a:p>
          <a:p>
            <a:pPr lvl="1" algn="just">
              <a:lnSpc>
                <a:spcPct val="100000"/>
              </a:lnSpc>
              <a:buFont typeface="Helvetica" panose="020B0604020202020204" pitchFamily="34" charset="0"/>
              <a:buNone/>
              <a:defRPr/>
            </a:pPr>
            <a:r>
              <a:rPr lang="en-US" i="1" dirty="0" err="1">
                <a:solidFill>
                  <a:srgbClr val="1184AD"/>
                </a:solidFill>
                <a:effectLst>
                  <a:outerShdw blurRad="38100" dist="38100" dir="2700000" algn="tl">
                    <a:srgbClr val="C0C0C0"/>
                  </a:outerShdw>
                </a:effectLst>
              </a:rPr>
              <a:t>sp</a:t>
            </a:r>
            <a:r>
              <a:rPr lang="en-US" dirty="0"/>
              <a:t>    (one </a:t>
            </a:r>
            <a:r>
              <a:rPr lang="en-US" i="1" dirty="0"/>
              <a:t>s</a:t>
            </a:r>
            <a:r>
              <a:rPr lang="en-US" dirty="0"/>
              <a:t> orbital + one </a:t>
            </a:r>
            <a:r>
              <a:rPr lang="en-US" i="1" dirty="0"/>
              <a:t>p</a:t>
            </a:r>
            <a:r>
              <a:rPr lang="en-US" dirty="0"/>
              <a:t> orbital)</a:t>
            </a:r>
          </a:p>
          <a:p>
            <a:pPr algn="just">
              <a:lnSpc>
                <a:spcPct val="100000"/>
              </a:lnSpc>
              <a:defRPr/>
            </a:pPr>
            <a:r>
              <a:rPr lang="en-US" sz="2400" dirty="0"/>
              <a:t>Overlap of hybrid orbitals can form two types of bonds depending on the geometry of overlap</a:t>
            </a:r>
          </a:p>
          <a:p>
            <a:pPr lvl="1" algn="just">
              <a:lnSpc>
                <a:spcPct val="100000"/>
              </a:lnSpc>
              <a:buFont typeface="Helvetica" panose="020B0604020202020204" pitchFamily="34" charset="0"/>
              <a:buNone/>
              <a:defRPr/>
            </a:pPr>
            <a:r>
              <a:rPr lang="en-US" dirty="0">
                <a:solidFill>
                  <a:srgbClr val="1184AD"/>
                </a:solidFill>
                <a:effectLst>
                  <a:outerShdw blurRad="38100" dist="38100" dir="2700000" algn="tl">
                    <a:srgbClr val="C0C0C0"/>
                  </a:outerShdw>
                </a:effectLst>
                <a:latin typeface="Symbol" panose="05050102010706020507" pitchFamily="18" charset="2"/>
              </a:rPr>
              <a:t></a:t>
            </a:r>
            <a:r>
              <a:rPr lang="en-US" dirty="0">
                <a:solidFill>
                  <a:srgbClr val="1184AD"/>
                </a:solidFill>
                <a:effectLst>
                  <a:outerShdw blurRad="38100" dist="38100" dir="2700000" algn="tl">
                    <a:srgbClr val="C0C0C0"/>
                  </a:outerShdw>
                </a:effectLst>
              </a:rPr>
              <a:t> bonds</a:t>
            </a:r>
            <a:r>
              <a:rPr lang="en-US" dirty="0">
                <a:solidFill>
                  <a:schemeClr val="accent2"/>
                </a:solidFill>
              </a:rPr>
              <a:t> </a:t>
            </a:r>
            <a:r>
              <a:rPr lang="en-US" dirty="0"/>
              <a:t>are formed by “direct” or head-on overlap</a:t>
            </a:r>
          </a:p>
          <a:p>
            <a:pPr lvl="1" algn="just">
              <a:lnSpc>
                <a:spcPct val="100000"/>
              </a:lnSpc>
              <a:buFont typeface="Helvetica" panose="020B0604020202020204" pitchFamily="34" charset="0"/>
              <a:buNone/>
              <a:defRPr/>
            </a:pPr>
            <a:r>
              <a:rPr lang="en-US" dirty="0">
                <a:solidFill>
                  <a:srgbClr val="1184AD"/>
                </a:solidFill>
                <a:effectLst>
                  <a:outerShdw blurRad="38100" dist="38100" dir="2700000" algn="tl">
                    <a:srgbClr val="C0C0C0"/>
                  </a:outerShdw>
                </a:effectLst>
                <a:latin typeface="Symbol" panose="05050102010706020507" pitchFamily="18" charset="2"/>
              </a:rPr>
              <a:t></a:t>
            </a:r>
            <a:r>
              <a:rPr lang="en-US" dirty="0">
                <a:solidFill>
                  <a:srgbClr val="1184AD"/>
                </a:solidFill>
                <a:effectLst>
                  <a:outerShdw blurRad="38100" dist="38100" dir="2700000" algn="tl">
                    <a:srgbClr val="C0C0C0"/>
                  </a:outerShdw>
                </a:effectLst>
              </a:rPr>
              <a:t> bonds</a:t>
            </a:r>
            <a:r>
              <a:rPr lang="en-US" dirty="0">
                <a:solidFill>
                  <a:schemeClr val="accent2"/>
                </a:solidFill>
              </a:rPr>
              <a:t> </a:t>
            </a:r>
            <a:r>
              <a:rPr lang="en-US" dirty="0"/>
              <a:t>are formed by “parallel” or sideways overlap</a:t>
            </a:r>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802080" y="2639160"/>
              <a:ext cx="10675800" cy="1535760"/>
            </p14:xfrm>
          </p:contentPart>
        </mc:Choice>
        <mc:Fallback xmlns="">
          <p:pic>
            <p:nvPicPr>
              <p:cNvPr id="4" name="Ink 3"/>
              <p:cNvPicPr/>
              <p:nvPr/>
            </p:nvPicPr>
            <p:blipFill>
              <a:blip r:embed="rId3"/>
              <a:stretch>
                <a:fillRect/>
              </a:stretch>
            </p:blipFill>
            <p:spPr>
              <a:xfrm>
                <a:off x="792720" y="2629800"/>
                <a:ext cx="10694520" cy="155448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 name="Ink 4"/>
              <p14:cNvContentPartPr/>
              <p14:nvPr/>
            </p14:nvContentPartPr>
            <p14:xfrm>
              <a:off x="285480" y="107640"/>
              <a:ext cx="11820960" cy="6387480"/>
            </p14:xfrm>
          </p:contentPart>
        </mc:Choice>
        <mc:Fallback>
          <p:pic>
            <p:nvPicPr>
              <p:cNvPr id="5" name="Ink 4"/>
              <p:cNvPicPr/>
              <p:nvPr/>
            </p:nvPicPr>
            <p:blipFill>
              <a:blip r:embed="rId5"/>
              <a:stretch>
                <a:fillRect/>
              </a:stretch>
            </p:blipFill>
            <p:spPr>
              <a:xfrm>
                <a:off x="276120" y="98280"/>
                <a:ext cx="11839680" cy="6406200"/>
              </a:xfrm>
              <a:prstGeom prst="rect">
                <a:avLst/>
              </a:prstGeom>
            </p:spPr>
          </p:pic>
        </mc:Fallback>
      </mc:AlternateContent>
    </p:spTree>
    <p:extLst>
      <p:ext uri="{BB962C8B-B14F-4D97-AF65-F5344CB8AC3E}">
        <p14:creationId xmlns:p14="http://schemas.microsoft.com/office/powerpoint/2010/main" val="349607240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1314" name="Picture 2" descr="FG01_08-03UN"/>
          <p:cNvPicPr>
            <a:picLocks noChangeAspect="1" noChangeArrowheads="1"/>
          </p:cNvPicPr>
          <p:nvPr/>
        </p:nvPicPr>
        <p:blipFill rotWithShape="1">
          <a:blip r:embed="rId3">
            <a:extLst>
              <a:ext uri="{28A0092B-C50C-407E-A947-70E740481C1C}">
                <a14:useLocalDpi xmlns:a14="http://schemas.microsoft.com/office/drawing/2010/main" val="0"/>
              </a:ext>
            </a:extLst>
          </a:blip>
          <a:srcRect b="13727"/>
          <a:stretch/>
        </p:blipFill>
        <p:spPr bwMode="auto">
          <a:xfrm>
            <a:off x="1054820" y="2212910"/>
            <a:ext cx="10223401" cy="23256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p:cNvSpPr>
            <a:spLocks noGrp="1"/>
          </p:cNvSpPr>
          <p:nvPr>
            <p:ph type="sldNum" sz="quarter" idx="12"/>
          </p:nvPr>
        </p:nvSpPr>
        <p:spPr/>
        <p:txBody>
          <a:bodyPr/>
          <a:lstStyle/>
          <a:p>
            <a:fld id="{5776AC22-00B8-47A7-833D-F03A60546104}" type="slidenum">
              <a:rPr lang="en-US" smtClean="0"/>
              <a:t>36</a:t>
            </a:fld>
            <a:endParaRPr lang="en-US"/>
          </a:p>
        </p:txBody>
      </p:sp>
      <p:sp>
        <p:nvSpPr>
          <p:cNvPr id="4" name="Rectangle 3"/>
          <p:cNvSpPr/>
          <p:nvPr/>
        </p:nvSpPr>
        <p:spPr>
          <a:xfrm>
            <a:off x="1378253" y="210018"/>
            <a:ext cx="8536080" cy="523220"/>
          </a:xfrm>
          <a:prstGeom prst="rect">
            <a:avLst/>
          </a:prstGeom>
        </p:spPr>
        <p:txBody>
          <a:bodyPr wrap="square">
            <a:spAutoFit/>
          </a:bodyPr>
          <a:lstStyle/>
          <a:p>
            <a:pPr algn="ctr"/>
            <a:r>
              <a:rPr lang="en-US" sz="2800" b="1" i="1" dirty="0">
                <a:solidFill>
                  <a:srgbClr val="C00000"/>
                </a:solidFill>
              </a:rPr>
              <a:t>sp</a:t>
            </a:r>
            <a:r>
              <a:rPr lang="en-US" sz="2800" b="1" baseline="30000" dirty="0">
                <a:solidFill>
                  <a:srgbClr val="C00000"/>
                </a:solidFill>
              </a:rPr>
              <a:t>3</a:t>
            </a:r>
            <a:r>
              <a:rPr lang="en-US" sz="2800" b="1" dirty="0">
                <a:solidFill>
                  <a:srgbClr val="C00000"/>
                </a:solidFill>
              </a:rPr>
              <a:t> Hybridization</a:t>
            </a:r>
          </a:p>
        </p:txBody>
      </p:sp>
    </p:spTree>
    <p:extLst>
      <p:ext uri="{BB962C8B-B14F-4D97-AF65-F5344CB8AC3E}">
        <p14:creationId xmlns:p14="http://schemas.microsoft.com/office/powerpoint/2010/main" val="133588491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62" name="Picture 2" descr="FG01_08-04UN"/>
          <p:cNvPicPr>
            <a:picLocks noChangeAspect="1" noChangeArrowheads="1"/>
          </p:cNvPicPr>
          <p:nvPr/>
        </p:nvPicPr>
        <p:blipFill rotWithShape="1">
          <a:blip r:embed="rId3">
            <a:extLst>
              <a:ext uri="{28A0092B-C50C-407E-A947-70E740481C1C}">
                <a14:useLocalDpi xmlns:a14="http://schemas.microsoft.com/office/drawing/2010/main" val="0"/>
              </a:ext>
            </a:extLst>
          </a:blip>
          <a:srcRect b="13292"/>
          <a:stretch/>
        </p:blipFill>
        <p:spPr bwMode="auto">
          <a:xfrm>
            <a:off x="912074" y="2383322"/>
            <a:ext cx="10477659" cy="23670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p:cNvSpPr>
            <a:spLocks noGrp="1"/>
          </p:cNvSpPr>
          <p:nvPr>
            <p:ph type="sldNum" sz="quarter" idx="12"/>
          </p:nvPr>
        </p:nvSpPr>
        <p:spPr/>
        <p:txBody>
          <a:bodyPr/>
          <a:lstStyle/>
          <a:p>
            <a:fld id="{5776AC22-00B8-47A7-833D-F03A60546104}" type="slidenum">
              <a:rPr lang="en-US" smtClean="0"/>
              <a:t>37</a:t>
            </a:fld>
            <a:endParaRPr lang="en-US"/>
          </a:p>
        </p:txBody>
      </p:sp>
      <p:sp>
        <p:nvSpPr>
          <p:cNvPr id="4" name="Rectangle 3"/>
          <p:cNvSpPr/>
          <p:nvPr/>
        </p:nvSpPr>
        <p:spPr>
          <a:xfrm>
            <a:off x="1378253" y="210018"/>
            <a:ext cx="8536080" cy="523220"/>
          </a:xfrm>
          <a:prstGeom prst="rect">
            <a:avLst/>
          </a:prstGeom>
        </p:spPr>
        <p:txBody>
          <a:bodyPr wrap="square">
            <a:spAutoFit/>
          </a:bodyPr>
          <a:lstStyle/>
          <a:p>
            <a:pPr algn="ctr"/>
            <a:r>
              <a:rPr lang="en-US" sz="2800" b="1" i="1" dirty="0">
                <a:solidFill>
                  <a:srgbClr val="C00000"/>
                </a:solidFill>
              </a:rPr>
              <a:t>sp</a:t>
            </a:r>
            <a:r>
              <a:rPr lang="en-US" sz="2800" b="1" baseline="30000" dirty="0">
                <a:solidFill>
                  <a:srgbClr val="C00000"/>
                </a:solidFill>
              </a:rPr>
              <a:t>3</a:t>
            </a:r>
            <a:r>
              <a:rPr lang="en-US" sz="2800" b="1" dirty="0">
                <a:solidFill>
                  <a:srgbClr val="C00000"/>
                </a:solidFill>
              </a:rPr>
              <a:t> Hybridization</a:t>
            </a:r>
          </a:p>
        </p:txBody>
      </p:sp>
    </p:spTree>
    <p:extLst>
      <p:ext uri="{BB962C8B-B14F-4D97-AF65-F5344CB8AC3E}">
        <p14:creationId xmlns:p14="http://schemas.microsoft.com/office/powerpoint/2010/main" val="123735389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5410" name="Picture 2" descr="FG01_09"/>
          <p:cNvPicPr>
            <a:picLocks noChangeAspect="1" noChangeArrowheads="1"/>
          </p:cNvPicPr>
          <p:nvPr/>
        </p:nvPicPr>
        <p:blipFill rotWithShape="1">
          <a:blip r:embed="rId3">
            <a:extLst>
              <a:ext uri="{28A0092B-C50C-407E-A947-70E740481C1C}">
                <a14:useLocalDpi xmlns:a14="http://schemas.microsoft.com/office/drawing/2010/main" val="0"/>
              </a:ext>
            </a:extLst>
          </a:blip>
          <a:srcRect b="5937"/>
          <a:stretch/>
        </p:blipFill>
        <p:spPr bwMode="auto">
          <a:xfrm>
            <a:off x="1027776" y="684952"/>
            <a:ext cx="10116631" cy="58050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p:cNvSpPr>
            <a:spLocks noGrp="1"/>
          </p:cNvSpPr>
          <p:nvPr>
            <p:ph type="sldNum" sz="quarter" idx="12"/>
          </p:nvPr>
        </p:nvSpPr>
        <p:spPr/>
        <p:txBody>
          <a:bodyPr/>
          <a:lstStyle/>
          <a:p>
            <a:fld id="{5776AC22-00B8-47A7-833D-F03A60546104}" type="slidenum">
              <a:rPr lang="en-US" smtClean="0"/>
              <a:t>38</a:t>
            </a:fld>
            <a:endParaRPr lang="en-US"/>
          </a:p>
        </p:txBody>
      </p:sp>
      <p:sp>
        <p:nvSpPr>
          <p:cNvPr id="4" name="Rectangle 3"/>
          <p:cNvSpPr/>
          <p:nvPr/>
        </p:nvSpPr>
        <p:spPr>
          <a:xfrm>
            <a:off x="1378253" y="210018"/>
            <a:ext cx="8536080" cy="523220"/>
          </a:xfrm>
          <a:prstGeom prst="rect">
            <a:avLst/>
          </a:prstGeom>
        </p:spPr>
        <p:txBody>
          <a:bodyPr wrap="square">
            <a:spAutoFit/>
          </a:bodyPr>
          <a:lstStyle/>
          <a:p>
            <a:pPr algn="ctr"/>
            <a:r>
              <a:rPr lang="en-US" sz="2800" b="1" i="1" dirty="0">
                <a:solidFill>
                  <a:srgbClr val="C00000"/>
                </a:solidFill>
              </a:rPr>
              <a:t>sp</a:t>
            </a:r>
            <a:r>
              <a:rPr lang="en-US" sz="2800" b="1" baseline="30000" dirty="0">
                <a:solidFill>
                  <a:srgbClr val="C00000"/>
                </a:solidFill>
              </a:rPr>
              <a:t>3</a:t>
            </a:r>
            <a:r>
              <a:rPr lang="en-US" sz="2800" b="1" dirty="0">
                <a:solidFill>
                  <a:srgbClr val="C00000"/>
                </a:solidFill>
              </a:rPr>
              <a:t> Hybridization</a:t>
            </a:r>
          </a:p>
        </p:txBody>
      </p:sp>
    </p:spTree>
    <p:extLst>
      <p:ext uri="{BB962C8B-B14F-4D97-AF65-F5344CB8AC3E}">
        <p14:creationId xmlns:p14="http://schemas.microsoft.com/office/powerpoint/2010/main" val="402991790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458" name="Picture 2" descr="FG01_10"/>
          <p:cNvPicPr>
            <a:picLocks noChangeAspect="1" noChangeArrowheads="1"/>
          </p:cNvPicPr>
          <p:nvPr/>
        </p:nvPicPr>
        <p:blipFill rotWithShape="1">
          <a:blip r:embed="rId3">
            <a:extLst>
              <a:ext uri="{28A0092B-C50C-407E-A947-70E740481C1C}">
                <a14:useLocalDpi xmlns:a14="http://schemas.microsoft.com/office/drawing/2010/main" val="0"/>
              </a:ext>
            </a:extLst>
          </a:blip>
          <a:srcRect b="9483"/>
          <a:stretch/>
        </p:blipFill>
        <p:spPr bwMode="auto">
          <a:xfrm>
            <a:off x="424204" y="1571667"/>
            <a:ext cx="11456184" cy="37586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p:cNvSpPr>
            <a:spLocks noGrp="1"/>
          </p:cNvSpPr>
          <p:nvPr>
            <p:ph type="sldNum" sz="quarter" idx="12"/>
          </p:nvPr>
        </p:nvSpPr>
        <p:spPr/>
        <p:txBody>
          <a:bodyPr/>
          <a:lstStyle/>
          <a:p>
            <a:fld id="{5776AC22-00B8-47A7-833D-F03A60546104}" type="slidenum">
              <a:rPr lang="en-US" smtClean="0"/>
              <a:t>39</a:t>
            </a:fld>
            <a:endParaRPr lang="en-US"/>
          </a:p>
        </p:txBody>
      </p:sp>
      <p:sp>
        <p:nvSpPr>
          <p:cNvPr id="4" name="Rectangle 3"/>
          <p:cNvSpPr/>
          <p:nvPr/>
        </p:nvSpPr>
        <p:spPr>
          <a:xfrm>
            <a:off x="1378253" y="210018"/>
            <a:ext cx="8536080" cy="523220"/>
          </a:xfrm>
          <a:prstGeom prst="rect">
            <a:avLst/>
          </a:prstGeom>
        </p:spPr>
        <p:txBody>
          <a:bodyPr wrap="square">
            <a:spAutoFit/>
          </a:bodyPr>
          <a:lstStyle/>
          <a:p>
            <a:pPr algn="ctr"/>
            <a:r>
              <a:rPr lang="en-US" sz="2800" b="1" i="1" dirty="0">
                <a:solidFill>
                  <a:srgbClr val="C00000"/>
                </a:solidFill>
              </a:rPr>
              <a:t>sp</a:t>
            </a:r>
            <a:r>
              <a:rPr lang="en-US" sz="2800" b="1" baseline="30000" dirty="0">
                <a:solidFill>
                  <a:srgbClr val="C00000"/>
                </a:solidFill>
              </a:rPr>
              <a:t>3</a:t>
            </a:r>
            <a:r>
              <a:rPr lang="en-US" sz="2800" b="1" dirty="0">
                <a:solidFill>
                  <a:srgbClr val="C00000"/>
                </a:solidFill>
              </a:rPr>
              <a:t> Hybridization</a:t>
            </a:r>
          </a:p>
        </p:txBody>
      </p:sp>
    </p:spTree>
    <p:extLst>
      <p:ext uri="{BB962C8B-B14F-4D97-AF65-F5344CB8AC3E}">
        <p14:creationId xmlns:p14="http://schemas.microsoft.com/office/powerpoint/2010/main" val="16942534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0" y="986540"/>
            <a:ext cx="8001000" cy="109709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gn="just"/>
            <a:r>
              <a:rPr lang="en-US" dirty="0"/>
              <a:t>The four </a:t>
            </a:r>
            <a:r>
              <a:rPr lang="en-US" i="1" dirty="0"/>
              <a:t>sp</a:t>
            </a:r>
            <a:r>
              <a:rPr lang="en-US" baseline="30000" dirty="0"/>
              <a:t>3 </a:t>
            </a:r>
            <a:r>
              <a:rPr lang="en-US" dirty="0"/>
              <a:t>hybrid orbitals are directed toward the corners of a regular tetrahedron at angles of 109.5°</a:t>
            </a:r>
          </a:p>
        </p:txBody>
      </p:sp>
      <p:pic>
        <p:nvPicPr>
          <p:cNvPr id="3" name="Picture 5" descr="1-65.jpg                                                       002D393DFausto                         BA94C69E:"/>
          <p:cNvPicPr>
            <a:picLocks noChangeAspect="1" noChangeArrowheads="1"/>
          </p:cNvPicPr>
          <p:nvPr/>
        </p:nvPicPr>
        <p:blipFill rotWithShape="1">
          <a:blip r:embed="rId2">
            <a:extLst>
              <a:ext uri="{28A0092B-C50C-407E-A947-70E740481C1C}">
                <a14:useLocalDpi xmlns:a14="http://schemas.microsoft.com/office/drawing/2010/main" val="0"/>
              </a:ext>
            </a:extLst>
          </a:blip>
          <a:srcRect t="2092" b="6821"/>
          <a:stretch/>
        </p:blipFill>
        <p:spPr bwMode="auto">
          <a:xfrm>
            <a:off x="8001000" y="0"/>
            <a:ext cx="4191000" cy="315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a:xfrm>
            <a:off x="663315" y="212361"/>
            <a:ext cx="8839200" cy="5334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b="1" i="1" dirty="0">
                <a:solidFill>
                  <a:srgbClr val="C00000"/>
                </a:solidFill>
              </a:rPr>
              <a:t>sp</a:t>
            </a:r>
            <a:r>
              <a:rPr lang="en-US" b="1" baseline="30000" dirty="0">
                <a:solidFill>
                  <a:srgbClr val="C00000"/>
                </a:solidFill>
              </a:rPr>
              <a:t>3</a:t>
            </a:r>
            <a:r>
              <a:rPr lang="en-US" b="1" dirty="0">
                <a:solidFill>
                  <a:srgbClr val="C00000"/>
                </a:solidFill>
              </a:rPr>
              <a:t> Hybrid Orbitals</a:t>
            </a:r>
          </a:p>
        </p:txBody>
      </p:sp>
      <p:sp>
        <p:nvSpPr>
          <p:cNvPr id="5" name="Rectangle 3"/>
          <p:cNvSpPr txBox="1">
            <a:spLocks noChangeArrowheads="1"/>
          </p:cNvSpPr>
          <p:nvPr/>
        </p:nvSpPr>
        <p:spPr>
          <a:xfrm>
            <a:off x="0" y="2138206"/>
            <a:ext cx="7495082" cy="42534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gn="just"/>
            <a:r>
              <a:rPr lang="en-US" dirty="0"/>
              <a:t>Ex. Orbital overlap pictures of methane, ammonia, and water</a:t>
            </a:r>
          </a:p>
        </p:txBody>
      </p:sp>
      <p:pic>
        <p:nvPicPr>
          <p:cNvPr id="6" name="Picture 5" descr="1-66.jpg                                                       002D393DFausto                         BA94C69E:"/>
          <p:cNvPicPr>
            <a:picLocks noChangeAspect="1" noChangeArrowheads="1"/>
          </p:cNvPicPr>
          <p:nvPr/>
        </p:nvPicPr>
        <p:blipFill rotWithShape="1">
          <a:blip r:embed="rId3">
            <a:extLst>
              <a:ext uri="{28A0092B-C50C-407E-A947-70E740481C1C}">
                <a14:useLocalDpi xmlns:a14="http://schemas.microsoft.com/office/drawing/2010/main" val="0"/>
              </a:ext>
            </a:extLst>
          </a:blip>
          <a:srcRect l="-446" t="-9000" r="446" b="19303"/>
          <a:stretch/>
        </p:blipFill>
        <p:spPr bwMode="auto">
          <a:xfrm>
            <a:off x="0" y="3372021"/>
            <a:ext cx="12192000" cy="3428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965679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378253" y="210018"/>
            <a:ext cx="8536080" cy="523220"/>
          </a:xfrm>
          <a:prstGeom prst="rect">
            <a:avLst/>
          </a:prstGeom>
        </p:spPr>
        <p:txBody>
          <a:bodyPr wrap="square">
            <a:spAutoFit/>
          </a:bodyPr>
          <a:lstStyle/>
          <a:p>
            <a:pPr algn="ctr"/>
            <a:r>
              <a:rPr lang="en-US" sz="2800" b="1" i="1" dirty="0">
                <a:solidFill>
                  <a:srgbClr val="C00000"/>
                </a:solidFill>
              </a:rPr>
              <a:t>sp</a:t>
            </a:r>
            <a:r>
              <a:rPr lang="en-US" sz="2800" b="1" baseline="30000" dirty="0">
                <a:solidFill>
                  <a:srgbClr val="C00000"/>
                </a:solidFill>
              </a:rPr>
              <a:t>3</a:t>
            </a:r>
            <a:r>
              <a:rPr lang="en-US" sz="2800" b="1" dirty="0">
                <a:solidFill>
                  <a:srgbClr val="C00000"/>
                </a:solidFill>
              </a:rPr>
              <a:t> Hybridization of Methane CH</a:t>
            </a:r>
            <a:r>
              <a:rPr lang="en-US" b="1" dirty="0">
                <a:solidFill>
                  <a:srgbClr val="C00000"/>
                </a:solidFill>
              </a:rPr>
              <a:t>4</a:t>
            </a:r>
            <a:r>
              <a:rPr lang="en-US" sz="2800" b="1" dirty="0">
                <a:solidFill>
                  <a:srgbClr val="C00000"/>
                </a:solidFill>
              </a:rPr>
              <a:t> </a:t>
            </a:r>
          </a:p>
        </p:txBody>
      </p:sp>
      <p:sp>
        <p:nvSpPr>
          <p:cNvPr id="4" name="Rectangle 3"/>
          <p:cNvSpPr/>
          <p:nvPr/>
        </p:nvSpPr>
        <p:spPr>
          <a:xfrm>
            <a:off x="313267" y="525615"/>
            <a:ext cx="11565466" cy="2400657"/>
          </a:xfrm>
          <a:prstGeom prst="rect">
            <a:avLst/>
          </a:prstGeom>
        </p:spPr>
        <p:txBody>
          <a:bodyPr wrap="square">
            <a:spAutoFit/>
          </a:bodyPr>
          <a:lstStyle/>
          <a:p>
            <a:pPr algn="just">
              <a:lnSpc>
                <a:spcPct val="150000"/>
              </a:lnSpc>
            </a:pPr>
            <a:r>
              <a:rPr lang="en-US" sz="2000" dirty="0">
                <a:solidFill>
                  <a:srgbClr val="000000"/>
                </a:solidFill>
                <a:latin typeface="Book Antiqua" panose="02040602050305030304" pitchFamily="18" charset="0"/>
              </a:rPr>
              <a:t>Let us try to understand the s</a:t>
            </a:r>
            <a:r>
              <a:rPr lang="en-US" sz="2000" i="1" dirty="0"/>
              <a:t>p</a:t>
            </a:r>
            <a:r>
              <a:rPr lang="en-US" sz="2000" baseline="30000" dirty="0"/>
              <a:t>3</a:t>
            </a:r>
            <a:r>
              <a:rPr lang="en-US" sz="2000" dirty="0">
                <a:solidFill>
                  <a:srgbClr val="000000"/>
                </a:solidFill>
                <a:latin typeface="Book Antiqua" panose="02040602050305030304" pitchFamily="18" charset="0"/>
              </a:rPr>
              <a:t> hybridization with the help of structure of methane (CH</a:t>
            </a:r>
            <a:r>
              <a:rPr lang="en-US" sz="2000" baseline="-25000" dirty="0">
                <a:solidFill>
                  <a:srgbClr val="000000"/>
                </a:solidFill>
                <a:latin typeface="Book Antiqua" panose="02040602050305030304" pitchFamily="18" charset="0"/>
              </a:rPr>
              <a:t>4</a:t>
            </a:r>
            <a:r>
              <a:rPr lang="en-US" sz="2000" dirty="0">
                <a:solidFill>
                  <a:srgbClr val="000000"/>
                </a:solidFill>
                <a:latin typeface="Book Antiqua" panose="02040602050305030304" pitchFamily="18" charset="0"/>
              </a:rPr>
              <a:t>). The electronic configuration of a carbon atom in its lowest energy stateº, called the ground state is represented below where there are only two unpaired electrons. But for the formation of a molecule like CH</a:t>
            </a:r>
            <a:r>
              <a:rPr lang="en-US" sz="2000" baseline="-25000" dirty="0">
                <a:solidFill>
                  <a:srgbClr val="000000"/>
                </a:solidFill>
                <a:latin typeface="Book Antiqua" panose="02040602050305030304" pitchFamily="18" charset="0"/>
              </a:rPr>
              <a:t>4</a:t>
            </a:r>
            <a:r>
              <a:rPr lang="en-US" sz="2000" dirty="0">
                <a:solidFill>
                  <a:srgbClr val="000000"/>
                </a:solidFill>
                <a:latin typeface="Book Antiqua" panose="02040602050305030304" pitchFamily="18" charset="0"/>
              </a:rPr>
              <a:t>, 4 unpaired electrons are required. Thus, the carbon atom gets excited to a higher energy state (one electron from 2s is excited to 2p) called the excited state .</a:t>
            </a:r>
            <a:endParaRPr lang="en-US" sz="2000" dirty="0"/>
          </a:p>
        </p:txBody>
      </p:sp>
      <p:grpSp>
        <p:nvGrpSpPr>
          <p:cNvPr id="2" name="Group 1"/>
          <p:cNvGrpSpPr/>
          <p:nvPr/>
        </p:nvGrpSpPr>
        <p:grpSpPr>
          <a:xfrm>
            <a:off x="3424522" y="2794358"/>
            <a:ext cx="4860002" cy="2922188"/>
            <a:chOff x="3216292" y="2337631"/>
            <a:chExt cx="4860002" cy="2922188"/>
          </a:xfrm>
        </p:grpSpPr>
        <p:pic>
          <p:nvPicPr>
            <p:cNvPr id="5" name="Picture 4"/>
            <p:cNvPicPr>
              <a:picLocks noChangeAspect="1"/>
            </p:cNvPicPr>
            <p:nvPr/>
          </p:nvPicPr>
          <p:blipFill>
            <a:blip r:embed="rId2"/>
            <a:stretch>
              <a:fillRect/>
            </a:stretch>
          </p:blipFill>
          <p:spPr>
            <a:xfrm>
              <a:off x="3216292" y="2337631"/>
              <a:ext cx="4860001" cy="2542500"/>
            </a:xfrm>
            <a:prstGeom prst="rect">
              <a:avLst/>
            </a:prstGeom>
          </p:spPr>
        </p:pic>
        <p:pic>
          <p:nvPicPr>
            <p:cNvPr id="6" name="Picture 5"/>
            <p:cNvPicPr>
              <a:picLocks noChangeAspect="1"/>
            </p:cNvPicPr>
            <p:nvPr/>
          </p:nvPicPr>
          <p:blipFill>
            <a:blip r:embed="rId3"/>
            <a:stretch>
              <a:fillRect/>
            </a:stretch>
          </p:blipFill>
          <p:spPr>
            <a:xfrm>
              <a:off x="3216293" y="4880131"/>
              <a:ext cx="4860001" cy="379688"/>
            </a:xfrm>
            <a:prstGeom prst="rect">
              <a:avLst/>
            </a:prstGeom>
          </p:spPr>
        </p:pic>
      </p:grpSp>
      <p:sp>
        <p:nvSpPr>
          <p:cNvPr id="7" name="Rectangle 6"/>
          <p:cNvSpPr/>
          <p:nvPr/>
        </p:nvSpPr>
        <p:spPr>
          <a:xfrm>
            <a:off x="192848" y="5716546"/>
            <a:ext cx="11806304" cy="969624"/>
          </a:xfrm>
          <a:prstGeom prst="rect">
            <a:avLst/>
          </a:prstGeom>
        </p:spPr>
        <p:txBody>
          <a:bodyPr wrap="square">
            <a:spAutoFit/>
          </a:bodyPr>
          <a:lstStyle/>
          <a:p>
            <a:pPr algn="just">
              <a:lnSpc>
                <a:spcPct val="150000"/>
              </a:lnSpc>
            </a:pPr>
            <a:r>
              <a:rPr lang="en-US" sz="2000" dirty="0">
                <a:solidFill>
                  <a:srgbClr val="000000"/>
                </a:solidFill>
                <a:latin typeface="Book Antiqua" panose="02040602050305030304" pitchFamily="18" charset="0"/>
              </a:rPr>
              <a:t>The carbon atom now has the required four electrons and must combine with four hydrogen atoms to form a methane molecule. </a:t>
            </a:r>
            <a:endParaRPr lang="en-US" sz="2000" dirty="0"/>
          </a:p>
        </p:txBody>
      </p:sp>
    </p:spTree>
    <p:extLst>
      <p:ext uri="{BB962C8B-B14F-4D97-AF65-F5344CB8AC3E}">
        <p14:creationId xmlns:p14="http://schemas.microsoft.com/office/powerpoint/2010/main" val="41803663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539584" y="2215991"/>
            <a:ext cx="7230256" cy="4642009"/>
          </a:xfrm>
          <a:prstGeom prst="rect">
            <a:avLst/>
          </a:prstGeom>
        </p:spPr>
      </p:pic>
      <p:sp>
        <p:nvSpPr>
          <p:cNvPr id="3" name="Rectangle 2"/>
          <p:cNvSpPr/>
          <p:nvPr/>
        </p:nvSpPr>
        <p:spPr>
          <a:xfrm>
            <a:off x="524932" y="0"/>
            <a:ext cx="11667067" cy="2215991"/>
          </a:xfrm>
          <a:prstGeom prst="rect">
            <a:avLst/>
          </a:prstGeom>
        </p:spPr>
        <p:txBody>
          <a:bodyPr wrap="square">
            <a:spAutoFit/>
          </a:bodyPr>
          <a:lstStyle/>
          <a:p>
            <a:pPr algn="just"/>
            <a:r>
              <a:rPr lang="en-US" dirty="0">
                <a:solidFill>
                  <a:srgbClr val="000000"/>
                </a:solidFill>
                <a:latin typeface="Book Antiqua" panose="02040602050305030304" pitchFamily="18" charset="0"/>
              </a:rPr>
              <a:t>In hybridization, equal number of hybrid orbitals result from reorganization of atomic orbitals. Here, the four atomic orbitals, one s orbital (2s) and three p orbitals (2p</a:t>
            </a:r>
            <a:r>
              <a:rPr lang="en-US" sz="1100" dirty="0">
                <a:solidFill>
                  <a:srgbClr val="000000"/>
                </a:solidFill>
                <a:latin typeface="Book Antiqua" panose="02040602050305030304" pitchFamily="18" charset="0"/>
              </a:rPr>
              <a:t>x </a:t>
            </a:r>
            <a:r>
              <a:rPr lang="en-US" dirty="0">
                <a:solidFill>
                  <a:srgbClr val="000000"/>
                </a:solidFill>
                <a:latin typeface="Book Antiqua" panose="02040602050305030304" pitchFamily="18" charset="0"/>
              </a:rPr>
              <a:t>, 2p</a:t>
            </a:r>
            <a:r>
              <a:rPr lang="en-US" sz="1100" dirty="0">
                <a:solidFill>
                  <a:srgbClr val="000000"/>
                </a:solidFill>
                <a:latin typeface="Book Antiqua" panose="02040602050305030304" pitchFamily="18" charset="0"/>
              </a:rPr>
              <a:t>y </a:t>
            </a:r>
            <a:r>
              <a:rPr lang="en-US" dirty="0">
                <a:solidFill>
                  <a:srgbClr val="000000"/>
                </a:solidFill>
                <a:latin typeface="Book Antiqua" panose="02040602050305030304" pitchFamily="18" charset="0"/>
              </a:rPr>
              <a:t>, and 2p</a:t>
            </a:r>
            <a:r>
              <a:rPr lang="en-US" sz="1100" dirty="0">
                <a:solidFill>
                  <a:srgbClr val="000000"/>
                </a:solidFill>
                <a:latin typeface="Book Antiqua" panose="02040602050305030304" pitchFamily="18" charset="0"/>
              </a:rPr>
              <a:t>z </a:t>
            </a:r>
            <a:r>
              <a:rPr lang="en-US" dirty="0">
                <a:solidFill>
                  <a:srgbClr val="000000"/>
                </a:solidFill>
                <a:latin typeface="Book Antiqua" panose="02040602050305030304" pitchFamily="18" charset="0"/>
              </a:rPr>
              <a:t>) undergo hybridization and give rise to an equal number of (i.e., four sp</a:t>
            </a:r>
            <a:r>
              <a:rPr lang="en-US" sz="1100" dirty="0">
                <a:solidFill>
                  <a:srgbClr val="000000"/>
                </a:solidFill>
                <a:latin typeface="Book Antiqua" panose="02040602050305030304" pitchFamily="18" charset="0"/>
              </a:rPr>
              <a:t>3</a:t>
            </a:r>
            <a:r>
              <a:rPr lang="en-US" dirty="0">
                <a:solidFill>
                  <a:srgbClr val="000000"/>
                </a:solidFill>
                <a:latin typeface="Book Antiqua" panose="02040602050305030304" pitchFamily="18" charset="0"/>
              </a:rPr>
              <a:t>) hybrid orbitals. </a:t>
            </a:r>
          </a:p>
          <a:p>
            <a:pPr algn="ctr"/>
            <a:r>
              <a:rPr lang="en-US" dirty="0">
                <a:solidFill>
                  <a:srgbClr val="000000"/>
                </a:solidFill>
                <a:latin typeface="Book Antiqua" panose="02040602050305030304" pitchFamily="18" charset="0"/>
              </a:rPr>
              <a:t>One </a:t>
            </a:r>
            <a:r>
              <a:rPr lang="en-US" i="1" dirty="0">
                <a:solidFill>
                  <a:srgbClr val="000000"/>
                </a:solidFill>
                <a:latin typeface="Book Antiqua" panose="02040602050305030304" pitchFamily="18" charset="0"/>
              </a:rPr>
              <a:t>s </a:t>
            </a:r>
            <a:r>
              <a:rPr lang="en-US" dirty="0">
                <a:solidFill>
                  <a:srgbClr val="000000"/>
                </a:solidFill>
                <a:latin typeface="Book Antiqua" panose="02040602050305030304" pitchFamily="18" charset="0"/>
              </a:rPr>
              <a:t>+ Three </a:t>
            </a:r>
            <a:r>
              <a:rPr lang="en-US" i="1" dirty="0">
                <a:solidFill>
                  <a:srgbClr val="000000"/>
                </a:solidFill>
                <a:latin typeface="Book Antiqua" panose="02040602050305030304" pitchFamily="18" charset="0"/>
              </a:rPr>
              <a:t>p                   </a:t>
            </a:r>
            <a:r>
              <a:rPr lang="en-US" dirty="0">
                <a:solidFill>
                  <a:srgbClr val="000000"/>
                </a:solidFill>
                <a:latin typeface="Book Antiqua" panose="02040602050305030304" pitchFamily="18" charset="0"/>
              </a:rPr>
              <a:t>Four </a:t>
            </a:r>
            <a:r>
              <a:rPr lang="en-US" i="1" dirty="0">
                <a:solidFill>
                  <a:srgbClr val="000000"/>
                </a:solidFill>
                <a:latin typeface="Book Antiqua" panose="02040602050305030304" pitchFamily="18" charset="0"/>
              </a:rPr>
              <a:t>s</a:t>
            </a:r>
            <a:r>
              <a:rPr lang="en-US" sz="1100" dirty="0">
                <a:solidFill>
                  <a:srgbClr val="000000"/>
                </a:solidFill>
                <a:latin typeface="Book Antiqua" panose="02040602050305030304" pitchFamily="18" charset="0"/>
              </a:rPr>
              <a:t>1</a:t>
            </a:r>
            <a:r>
              <a:rPr lang="en-US" i="1" dirty="0">
                <a:solidFill>
                  <a:srgbClr val="000000"/>
                </a:solidFill>
                <a:latin typeface="Book Antiqua" panose="02040602050305030304" pitchFamily="18" charset="0"/>
              </a:rPr>
              <a:t>p</a:t>
            </a:r>
            <a:r>
              <a:rPr lang="en-US" sz="1100" dirty="0">
                <a:solidFill>
                  <a:srgbClr val="000000"/>
                </a:solidFill>
                <a:latin typeface="Book Antiqua" panose="02040602050305030304" pitchFamily="18" charset="0"/>
              </a:rPr>
              <a:t>3 </a:t>
            </a:r>
            <a:r>
              <a:rPr lang="en-US" dirty="0">
                <a:solidFill>
                  <a:srgbClr val="000000"/>
                </a:solidFill>
                <a:latin typeface="Book Antiqua" panose="02040602050305030304" pitchFamily="18" charset="0"/>
              </a:rPr>
              <a:t>or </a:t>
            </a:r>
            <a:r>
              <a:rPr lang="en-US" i="1" dirty="0">
                <a:solidFill>
                  <a:srgbClr val="000000"/>
                </a:solidFill>
                <a:latin typeface="Book Antiqua" panose="02040602050305030304" pitchFamily="18" charset="0"/>
              </a:rPr>
              <a:t>sp</a:t>
            </a:r>
            <a:r>
              <a:rPr lang="en-US" sz="1100" dirty="0">
                <a:solidFill>
                  <a:srgbClr val="000000"/>
                </a:solidFill>
                <a:latin typeface="Book Antiqua" panose="02040602050305030304" pitchFamily="18" charset="0"/>
              </a:rPr>
              <a:t>3 </a:t>
            </a:r>
          </a:p>
          <a:p>
            <a:r>
              <a:rPr lang="en-US" sz="1200" dirty="0">
                <a:solidFill>
                  <a:srgbClr val="000000"/>
                </a:solidFill>
                <a:latin typeface="Book Antiqua" panose="02040602050305030304" pitchFamily="18" charset="0"/>
              </a:rPr>
              <a:t>                                                                                                                  Atomic orbitals                       Hybrid orbitals </a:t>
            </a:r>
          </a:p>
          <a:p>
            <a:pPr algn="just"/>
            <a:r>
              <a:rPr lang="en-US" dirty="0">
                <a:solidFill>
                  <a:srgbClr val="000000"/>
                </a:solidFill>
                <a:latin typeface="Book Antiqua" panose="02040602050305030304" pitchFamily="18" charset="0"/>
              </a:rPr>
              <a:t>These are called </a:t>
            </a:r>
            <a:r>
              <a:rPr lang="en-US" b="1" dirty="0">
                <a:solidFill>
                  <a:srgbClr val="000000"/>
                </a:solidFill>
                <a:latin typeface="Book Antiqua" panose="02040602050305030304" pitchFamily="18" charset="0"/>
              </a:rPr>
              <a:t>sp</a:t>
            </a:r>
            <a:r>
              <a:rPr lang="en-US" sz="1100" b="1" dirty="0">
                <a:solidFill>
                  <a:srgbClr val="000000"/>
                </a:solidFill>
                <a:latin typeface="Book Antiqua" panose="02040602050305030304" pitchFamily="18" charset="0"/>
              </a:rPr>
              <a:t>3 </a:t>
            </a:r>
            <a:r>
              <a:rPr lang="en-US" b="1" dirty="0">
                <a:solidFill>
                  <a:srgbClr val="000000"/>
                </a:solidFill>
                <a:latin typeface="Book Antiqua" panose="02040602050305030304" pitchFamily="18" charset="0"/>
              </a:rPr>
              <a:t>hybrid orbitals </a:t>
            </a:r>
            <a:r>
              <a:rPr lang="en-US" dirty="0">
                <a:solidFill>
                  <a:srgbClr val="000000"/>
                </a:solidFill>
                <a:latin typeface="Book Antiqua" panose="02040602050305030304" pitchFamily="18" charset="0"/>
              </a:rPr>
              <a:t>as they have one part the character of an s orbital and three parts the character of a p orbital. They arrange themselves, with the maximum separation from each other, in a tetrahedral manner and 109°28' as the angle of orientation with respect to each other as shown in    </a:t>
            </a:r>
            <a:endParaRPr lang="en-US" dirty="0"/>
          </a:p>
        </p:txBody>
      </p:sp>
      <p:cxnSp>
        <p:nvCxnSpPr>
          <p:cNvPr id="5" name="Straight Arrow Connector 4"/>
          <p:cNvCxnSpPr/>
          <p:nvPr/>
        </p:nvCxnSpPr>
        <p:spPr>
          <a:xfrm flipV="1">
            <a:off x="5924725" y="991488"/>
            <a:ext cx="1001842" cy="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21883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4066" y="1061314"/>
            <a:ext cx="11561025" cy="1200329"/>
          </a:xfrm>
          <a:prstGeom prst="rect">
            <a:avLst/>
          </a:prstGeom>
        </p:spPr>
        <p:txBody>
          <a:bodyPr wrap="square">
            <a:spAutoFit/>
          </a:bodyPr>
          <a:lstStyle/>
          <a:p>
            <a:pPr algn="just"/>
            <a:r>
              <a:rPr lang="en-US" sz="2400" dirty="0">
                <a:solidFill>
                  <a:srgbClr val="000000"/>
                </a:solidFill>
                <a:latin typeface="Book Antiqua" panose="02040602050305030304" pitchFamily="18" charset="0"/>
              </a:rPr>
              <a:t>These four sp3 hybrid orbitals now overlap with the s orbitals of four hydrogen atoms (one each) to give a tetrahedral structure for methane having all equivalent C-H sigma bonds and all bond angles as 109°28' or 109.5° </a:t>
            </a:r>
            <a:endParaRPr lang="en-US" sz="2400" dirty="0"/>
          </a:p>
        </p:txBody>
      </p:sp>
      <p:grpSp>
        <p:nvGrpSpPr>
          <p:cNvPr id="5" name="Group 4"/>
          <p:cNvGrpSpPr/>
          <p:nvPr/>
        </p:nvGrpSpPr>
        <p:grpSpPr>
          <a:xfrm>
            <a:off x="2706994" y="2745733"/>
            <a:ext cx="5895001" cy="3379531"/>
            <a:chOff x="2444527" y="1729733"/>
            <a:chExt cx="5895001" cy="3379531"/>
          </a:xfrm>
        </p:grpSpPr>
        <p:pic>
          <p:nvPicPr>
            <p:cNvPr id="3" name="Picture 2"/>
            <p:cNvPicPr>
              <a:picLocks noChangeAspect="1"/>
            </p:cNvPicPr>
            <p:nvPr/>
          </p:nvPicPr>
          <p:blipFill>
            <a:blip r:embed="rId2"/>
            <a:stretch>
              <a:fillRect/>
            </a:stretch>
          </p:blipFill>
          <p:spPr>
            <a:xfrm>
              <a:off x="2444527" y="1729733"/>
              <a:ext cx="5895001" cy="2984842"/>
            </a:xfrm>
            <a:prstGeom prst="rect">
              <a:avLst/>
            </a:prstGeom>
          </p:spPr>
        </p:pic>
        <p:pic>
          <p:nvPicPr>
            <p:cNvPr id="4" name="Picture 3"/>
            <p:cNvPicPr>
              <a:picLocks noChangeAspect="1"/>
            </p:cNvPicPr>
            <p:nvPr/>
          </p:nvPicPr>
          <p:blipFill>
            <a:blip r:embed="rId3"/>
            <a:stretch>
              <a:fillRect/>
            </a:stretch>
          </p:blipFill>
          <p:spPr>
            <a:xfrm>
              <a:off x="2444527" y="4714575"/>
              <a:ext cx="5895000" cy="394689"/>
            </a:xfrm>
            <a:prstGeom prst="rect">
              <a:avLst/>
            </a:prstGeom>
          </p:spPr>
        </p:pic>
      </p:grpSp>
      <p:sp>
        <p:nvSpPr>
          <p:cNvPr id="6" name="Rectangle 5"/>
          <p:cNvSpPr/>
          <p:nvPr/>
        </p:nvSpPr>
        <p:spPr>
          <a:xfrm>
            <a:off x="1378253" y="210018"/>
            <a:ext cx="8536080" cy="523220"/>
          </a:xfrm>
          <a:prstGeom prst="rect">
            <a:avLst/>
          </a:prstGeom>
        </p:spPr>
        <p:txBody>
          <a:bodyPr wrap="square">
            <a:spAutoFit/>
          </a:bodyPr>
          <a:lstStyle/>
          <a:p>
            <a:pPr algn="ctr"/>
            <a:r>
              <a:rPr lang="en-US" sz="2800" b="1" i="1" dirty="0">
                <a:solidFill>
                  <a:srgbClr val="C00000"/>
                </a:solidFill>
              </a:rPr>
              <a:t>sp</a:t>
            </a:r>
            <a:r>
              <a:rPr lang="en-US" sz="2800" b="1" baseline="30000" dirty="0">
                <a:solidFill>
                  <a:srgbClr val="C00000"/>
                </a:solidFill>
              </a:rPr>
              <a:t>3</a:t>
            </a:r>
            <a:r>
              <a:rPr lang="en-US" sz="2800" b="1" dirty="0">
                <a:solidFill>
                  <a:srgbClr val="C00000"/>
                </a:solidFill>
              </a:rPr>
              <a:t> Hybridization of Methane CH</a:t>
            </a:r>
            <a:r>
              <a:rPr lang="en-US" b="1" dirty="0">
                <a:solidFill>
                  <a:srgbClr val="C00000"/>
                </a:solidFill>
              </a:rPr>
              <a:t>4</a:t>
            </a:r>
            <a:r>
              <a:rPr lang="en-US" sz="2800" b="1" dirty="0">
                <a:solidFill>
                  <a:srgbClr val="C00000"/>
                </a:solidFill>
              </a:rPr>
              <a:t> </a:t>
            </a:r>
          </a:p>
        </p:txBody>
      </p:sp>
    </p:spTree>
    <p:extLst>
      <p:ext uri="{BB962C8B-B14F-4D97-AF65-F5344CB8AC3E}">
        <p14:creationId xmlns:p14="http://schemas.microsoft.com/office/powerpoint/2010/main" val="17681618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9266" name="Picture 2" descr="FG01_08-02UN"/>
          <p:cNvPicPr>
            <a:picLocks noChangeAspect="1" noChangeArrowheads="1"/>
          </p:cNvPicPr>
          <p:nvPr/>
        </p:nvPicPr>
        <p:blipFill rotWithShape="1">
          <a:blip r:embed="rId3">
            <a:extLst>
              <a:ext uri="{28A0092B-C50C-407E-A947-70E740481C1C}">
                <a14:useLocalDpi xmlns:a14="http://schemas.microsoft.com/office/drawing/2010/main" val="0"/>
              </a:ext>
            </a:extLst>
          </a:blip>
          <a:srcRect b="15551"/>
          <a:stretch/>
        </p:blipFill>
        <p:spPr bwMode="auto">
          <a:xfrm>
            <a:off x="494039" y="2018372"/>
            <a:ext cx="11225337" cy="25647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p:cNvSpPr>
            <a:spLocks noGrp="1"/>
          </p:cNvSpPr>
          <p:nvPr>
            <p:ph type="sldNum" sz="quarter" idx="12"/>
          </p:nvPr>
        </p:nvSpPr>
        <p:spPr/>
        <p:txBody>
          <a:bodyPr/>
          <a:lstStyle/>
          <a:p>
            <a:fld id="{5776AC22-00B8-47A7-833D-F03A60546104}" type="slidenum">
              <a:rPr lang="en-US" smtClean="0"/>
              <a:t>44</a:t>
            </a:fld>
            <a:endParaRPr lang="en-US"/>
          </a:p>
        </p:txBody>
      </p:sp>
      <p:sp>
        <p:nvSpPr>
          <p:cNvPr id="4" name="Rectangle 3"/>
          <p:cNvSpPr/>
          <p:nvPr/>
        </p:nvSpPr>
        <p:spPr>
          <a:xfrm>
            <a:off x="1378253" y="210018"/>
            <a:ext cx="8536080" cy="523220"/>
          </a:xfrm>
          <a:prstGeom prst="rect">
            <a:avLst/>
          </a:prstGeom>
        </p:spPr>
        <p:txBody>
          <a:bodyPr wrap="square">
            <a:spAutoFit/>
          </a:bodyPr>
          <a:lstStyle/>
          <a:p>
            <a:pPr algn="ctr"/>
            <a:r>
              <a:rPr lang="en-US" sz="2800" b="1" i="1" dirty="0">
                <a:solidFill>
                  <a:srgbClr val="C00000"/>
                </a:solidFill>
              </a:rPr>
              <a:t>sp</a:t>
            </a:r>
            <a:r>
              <a:rPr lang="en-US" sz="2800" b="1" baseline="30000" dirty="0">
                <a:solidFill>
                  <a:srgbClr val="C00000"/>
                </a:solidFill>
              </a:rPr>
              <a:t>3</a:t>
            </a:r>
            <a:r>
              <a:rPr lang="en-US" sz="2800" b="1" dirty="0">
                <a:solidFill>
                  <a:srgbClr val="C00000"/>
                </a:solidFill>
              </a:rPr>
              <a:t> Hybridization of Methane CH</a:t>
            </a:r>
            <a:r>
              <a:rPr lang="en-US" b="1" dirty="0">
                <a:solidFill>
                  <a:srgbClr val="C00000"/>
                </a:solidFill>
              </a:rPr>
              <a:t>4</a:t>
            </a:r>
            <a:r>
              <a:rPr lang="en-US" sz="2800" b="1" dirty="0">
                <a:solidFill>
                  <a:srgbClr val="C00000"/>
                </a:solidFill>
              </a:rPr>
              <a:t> </a:t>
            </a:r>
          </a:p>
        </p:txBody>
      </p:sp>
    </p:spTree>
    <p:extLst>
      <p:ext uri="{BB962C8B-B14F-4D97-AF65-F5344CB8AC3E}">
        <p14:creationId xmlns:p14="http://schemas.microsoft.com/office/powerpoint/2010/main" val="18713166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1554" name="Picture 2" descr="FG01_11-01UN"/>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5387"/>
          <a:stretch/>
        </p:blipFill>
        <p:spPr bwMode="auto">
          <a:xfrm>
            <a:off x="3742267" y="1297039"/>
            <a:ext cx="5129127" cy="47076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p:cNvSpPr>
            <a:spLocks noGrp="1"/>
          </p:cNvSpPr>
          <p:nvPr>
            <p:ph type="sldNum" sz="quarter" idx="12"/>
          </p:nvPr>
        </p:nvSpPr>
        <p:spPr/>
        <p:txBody>
          <a:bodyPr/>
          <a:lstStyle/>
          <a:p>
            <a:fld id="{5776AC22-00B8-47A7-833D-F03A60546104}" type="slidenum">
              <a:rPr lang="en-US" smtClean="0"/>
              <a:t>45</a:t>
            </a:fld>
            <a:endParaRPr lang="en-US"/>
          </a:p>
        </p:txBody>
      </p:sp>
      <p:sp>
        <p:nvSpPr>
          <p:cNvPr id="4" name="Rectangle 3"/>
          <p:cNvSpPr/>
          <p:nvPr/>
        </p:nvSpPr>
        <p:spPr>
          <a:xfrm>
            <a:off x="1378253" y="210018"/>
            <a:ext cx="8536080" cy="523220"/>
          </a:xfrm>
          <a:prstGeom prst="rect">
            <a:avLst/>
          </a:prstGeom>
        </p:spPr>
        <p:txBody>
          <a:bodyPr wrap="square">
            <a:spAutoFit/>
          </a:bodyPr>
          <a:lstStyle/>
          <a:p>
            <a:pPr algn="ctr"/>
            <a:r>
              <a:rPr lang="en-US" sz="2800" b="1" i="1" dirty="0">
                <a:solidFill>
                  <a:srgbClr val="C00000"/>
                </a:solidFill>
              </a:rPr>
              <a:t>sp</a:t>
            </a:r>
            <a:r>
              <a:rPr lang="en-US" sz="2800" b="1" baseline="30000" dirty="0">
                <a:solidFill>
                  <a:srgbClr val="C00000"/>
                </a:solidFill>
              </a:rPr>
              <a:t>3</a:t>
            </a:r>
            <a:r>
              <a:rPr lang="en-US" sz="2800" b="1" dirty="0">
                <a:solidFill>
                  <a:srgbClr val="C00000"/>
                </a:solidFill>
              </a:rPr>
              <a:t> Hybridization of Ethane C</a:t>
            </a:r>
            <a:r>
              <a:rPr lang="en-US" sz="2800" b="1" baseline="-25000" dirty="0">
                <a:solidFill>
                  <a:srgbClr val="C00000"/>
                </a:solidFill>
              </a:rPr>
              <a:t>2</a:t>
            </a:r>
            <a:r>
              <a:rPr lang="en-US" sz="2800" b="1" dirty="0">
                <a:solidFill>
                  <a:srgbClr val="C00000"/>
                </a:solidFill>
              </a:rPr>
              <a:t>H</a:t>
            </a:r>
            <a:r>
              <a:rPr lang="en-US" sz="2800" b="1" baseline="-25000" dirty="0">
                <a:solidFill>
                  <a:srgbClr val="C00000"/>
                </a:solidFill>
              </a:rPr>
              <a:t>6</a:t>
            </a:r>
            <a:r>
              <a:rPr lang="en-US" sz="2800" b="1" dirty="0">
                <a:solidFill>
                  <a:srgbClr val="C00000"/>
                </a:solidFill>
              </a:rPr>
              <a:t> </a:t>
            </a:r>
          </a:p>
        </p:txBody>
      </p:sp>
    </p:spTree>
    <p:extLst>
      <p:ext uri="{BB962C8B-B14F-4D97-AF65-F5344CB8AC3E}">
        <p14:creationId xmlns:p14="http://schemas.microsoft.com/office/powerpoint/2010/main" val="425057249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02" name="Picture 2" descr="FG01_12"/>
          <p:cNvPicPr>
            <a:picLocks noChangeAspect="1" noChangeArrowheads="1"/>
          </p:cNvPicPr>
          <p:nvPr/>
        </p:nvPicPr>
        <p:blipFill rotWithShape="1">
          <a:blip r:embed="rId3">
            <a:extLst>
              <a:ext uri="{28A0092B-C50C-407E-A947-70E740481C1C}">
                <a14:useLocalDpi xmlns:a14="http://schemas.microsoft.com/office/drawing/2010/main" val="0"/>
              </a:ext>
            </a:extLst>
          </a:blip>
          <a:srcRect b="11034"/>
          <a:stretch/>
        </p:blipFill>
        <p:spPr bwMode="auto">
          <a:xfrm>
            <a:off x="313229" y="2088309"/>
            <a:ext cx="11500251" cy="33757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p:cNvSpPr>
            <a:spLocks noGrp="1"/>
          </p:cNvSpPr>
          <p:nvPr>
            <p:ph type="sldNum" sz="quarter" idx="12"/>
          </p:nvPr>
        </p:nvSpPr>
        <p:spPr/>
        <p:txBody>
          <a:bodyPr/>
          <a:lstStyle/>
          <a:p>
            <a:fld id="{5776AC22-00B8-47A7-833D-F03A60546104}" type="slidenum">
              <a:rPr lang="en-US" smtClean="0"/>
              <a:t>46</a:t>
            </a:fld>
            <a:endParaRPr lang="en-US"/>
          </a:p>
        </p:txBody>
      </p:sp>
      <p:sp>
        <p:nvSpPr>
          <p:cNvPr id="4" name="Rectangle 3"/>
          <p:cNvSpPr/>
          <p:nvPr/>
        </p:nvSpPr>
        <p:spPr>
          <a:xfrm>
            <a:off x="1378253" y="210018"/>
            <a:ext cx="8536080" cy="523220"/>
          </a:xfrm>
          <a:prstGeom prst="rect">
            <a:avLst/>
          </a:prstGeom>
        </p:spPr>
        <p:txBody>
          <a:bodyPr wrap="square">
            <a:spAutoFit/>
          </a:bodyPr>
          <a:lstStyle/>
          <a:p>
            <a:pPr algn="ctr"/>
            <a:r>
              <a:rPr lang="en-US" sz="2800" b="1" i="1" dirty="0">
                <a:solidFill>
                  <a:srgbClr val="C00000"/>
                </a:solidFill>
              </a:rPr>
              <a:t>sp</a:t>
            </a:r>
            <a:r>
              <a:rPr lang="en-US" sz="2800" b="1" baseline="30000" dirty="0">
                <a:solidFill>
                  <a:srgbClr val="C00000"/>
                </a:solidFill>
              </a:rPr>
              <a:t>3</a:t>
            </a:r>
            <a:r>
              <a:rPr lang="en-US" sz="2800" b="1" dirty="0">
                <a:solidFill>
                  <a:srgbClr val="C00000"/>
                </a:solidFill>
              </a:rPr>
              <a:t> Hybridization of Ethane C</a:t>
            </a:r>
            <a:r>
              <a:rPr lang="en-US" sz="2800" b="1" baseline="-25000" dirty="0">
                <a:solidFill>
                  <a:srgbClr val="C00000"/>
                </a:solidFill>
              </a:rPr>
              <a:t>2</a:t>
            </a:r>
            <a:r>
              <a:rPr lang="en-US" sz="2800" b="1" dirty="0">
                <a:solidFill>
                  <a:srgbClr val="C00000"/>
                </a:solidFill>
              </a:rPr>
              <a:t>H</a:t>
            </a:r>
            <a:r>
              <a:rPr lang="en-US" sz="2800" b="1" baseline="-25000" dirty="0">
                <a:solidFill>
                  <a:srgbClr val="C00000"/>
                </a:solidFill>
              </a:rPr>
              <a:t>6</a:t>
            </a:r>
            <a:r>
              <a:rPr lang="en-US" sz="2800" b="1" dirty="0">
                <a:solidFill>
                  <a:srgbClr val="C00000"/>
                </a:solidFill>
              </a:rPr>
              <a:t> </a:t>
            </a:r>
          </a:p>
        </p:txBody>
      </p:sp>
    </p:spTree>
    <p:extLst>
      <p:ext uri="{BB962C8B-B14F-4D97-AF65-F5344CB8AC3E}">
        <p14:creationId xmlns:p14="http://schemas.microsoft.com/office/powerpoint/2010/main" val="39287606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5650" name="Picture 2" descr="FG01_12-01UN"/>
          <p:cNvPicPr>
            <a:picLocks noChangeAspect="1" noChangeArrowheads="1"/>
          </p:cNvPicPr>
          <p:nvPr/>
        </p:nvPicPr>
        <p:blipFill rotWithShape="1">
          <a:blip r:embed="rId3">
            <a:extLst>
              <a:ext uri="{28A0092B-C50C-407E-A947-70E740481C1C}">
                <a14:useLocalDpi xmlns:a14="http://schemas.microsoft.com/office/drawing/2010/main" val="0"/>
              </a:ext>
            </a:extLst>
          </a:blip>
          <a:srcRect b="11038"/>
          <a:stretch/>
        </p:blipFill>
        <p:spPr bwMode="auto">
          <a:xfrm>
            <a:off x="161081" y="1974767"/>
            <a:ext cx="11830819" cy="31436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p:cNvSpPr>
            <a:spLocks noGrp="1"/>
          </p:cNvSpPr>
          <p:nvPr>
            <p:ph type="sldNum" sz="quarter" idx="12"/>
          </p:nvPr>
        </p:nvSpPr>
        <p:spPr/>
        <p:txBody>
          <a:bodyPr/>
          <a:lstStyle/>
          <a:p>
            <a:fld id="{5776AC22-00B8-47A7-833D-F03A60546104}" type="slidenum">
              <a:rPr lang="en-US" smtClean="0"/>
              <a:t>47</a:t>
            </a:fld>
            <a:endParaRPr lang="en-US"/>
          </a:p>
        </p:txBody>
      </p:sp>
      <p:sp>
        <p:nvSpPr>
          <p:cNvPr id="4" name="Rectangle 3"/>
          <p:cNvSpPr/>
          <p:nvPr/>
        </p:nvSpPr>
        <p:spPr>
          <a:xfrm>
            <a:off x="1378253" y="210018"/>
            <a:ext cx="8536080" cy="523220"/>
          </a:xfrm>
          <a:prstGeom prst="rect">
            <a:avLst/>
          </a:prstGeom>
        </p:spPr>
        <p:txBody>
          <a:bodyPr wrap="square">
            <a:spAutoFit/>
          </a:bodyPr>
          <a:lstStyle/>
          <a:p>
            <a:pPr algn="ctr"/>
            <a:r>
              <a:rPr lang="en-US" sz="2800" b="1" i="1" dirty="0">
                <a:solidFill>
                  <a:srgbClr val="C00000"/>
                </a:solidFill>
              </a:rPr>
              <a:t>sp</a:t>
            </a:r>
            <a:r>
              <a:rPr lang="en-US" sz="2800" b="1" baseline="30000" dirty="0">
                <a:solidFill>
                  <a:srgbClr val="C00000"/>
                </a:solidFill>
              </a:rPr>
              <a:t>3</a:t>
            </a:r>
            <a:r>
              <a:rPr lang="en-US" sz="2800" b="1" dirty="0">
                <a:solidFill>
                  <a:srgbClr val="C00000"/>
                </a:solidFill>
              </a:rPr>
              <a:t> Hybridization of Ethane C</a:t>
            </a:r>
            <a:r>
              <a:rPr lang="en-US" sz="2800" b="1" baseline="-25000" dirty="0">
                <a:solidFill>
                  <a:srgbClr val="C00000"/>
                </a:solidFill>
              </a:rPr>
              <a:t>2</a:t>
            </a:r>
            <a:r>
              <a:rPr lang="en-US" sz="2800" b="1" dirty="0">
                <a:solidFill>
                  <a:srgbClr val="C00000"/>
                </a:solidFill>
              </a:rPr>
              <a:t>H</a:t>
            </a:r>
            <a:r>
              <a:rPr lang="en-US" sz="2800" b="1" baseline="-25000" dirty="0">
                <a:solidFill>
                  <a:srgbClr val="C00000"/>
                </a:solidFill>
              </a:rPr>
              <a:t>6</a:t>
            </a:r>
            <a:r>
              <a:rPr lang="en-US" sz="2800" b="1" dirty="0">
                <a:solidFill>
                  <a:srgbClr val="C00000"/>
                </a:solidFill>
              </a:rPr>
              <a:t> </a:t>
            </a:r>
          </a:p>
        </p:txBody>
      </p:sp>
    </p:spTree>
    <p:extLst>
      <p:ext uri="{BB962C8B-B14F-4D97-AF65-F5344CB8AC3E}">
        <p14:creationId xmlns:p14="http://schemas.microsoft.com/office/powerpoint/2010/main" val="36141271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itle 1"/>
          <p:cNvSpPr>
            <a:spLocks noGrp="1"/>
          </p:cNvSpPr>
          <p:nvPr>
            <p:ph type="title"/>
          </p:nvPr>
        </p:nvSpPr>
        <p:spPr>
          <a:xfrm>
            <a:off x="1981200" y="228600"/>
            <a:ext cx="8229600" cy="1143000"/>
          </a:xfrm>
        </p:spPr>
        <p:txBody>
          <a:bodyPr/>
          <a:lstStyle/>
          <a:p>
            <a:pPr eaLnBrk="1" hangingPunct="1"/>
            <a:r>
              <a:rPr lang="en-US" sz="3200" b="1" dirty="0">
                <a:solidFill>
                  <a:srgbClr val="C00000"/>
                </a:solidFill>
                <a:latin typeface="Times New Roman" pitchFamily="36" charset="0"/>
                <a:cs typeface="Times New Roman" pitchFamily="36" charset="0"/>
              </a:rPr>
              <a:t>Multiple bonds</a:t>
            </a:r>
          </a:p>
        </p:txBody>
      </p:sp>
      <p:sp>
        <p:nvSpPr>
          <p:cNvPr id="83971" name="Content Placeholder 2"/>
          <p:cNvSpPr>
            <a:spLocks noGrp="1"/>
          </p:cNvSpPr>
          <p:nvPr>
            <p:ph idx="1"/>
          </p:nvPr>
        </p:nvSpPr>
        <p:spPr>
          <a:xfrm>
            <a:off x="1048214" y="936296"/>
            <a:ext cx="5066371" cy="5356728"/>
          </a:xfrm>
        </p:spPr>
        <p:txBody>
          <a:bodyPr>
            <a:noAutofit/>
          </a:bodyPr>
          <a:lstStyle/>
          <a:p>
            <a:pPr algn="just" eaLnBrk="1" hangingPunct="1">
              <a:lnSpc>
                <a:spcPct val="200000"/>
              </a:lnSpc>
            </a:pPr>
            <a:r>
              <a:rPr lang="en-US" sz="2000" dirty="0">
                <a:latin typeface="Times New Roman" pitchFamily="36" charset="0"/>
                <a:cs typeface="Times New Roman" pitchFamily="36" charset="0"/>
              </a:rPr>
              <a:t>Multiple bonds result from the overlap of the </a:t>
            </a:r>
            <a:r>
              <a:rPr lang="en-US" sz="2000" b="1" i="1" dirty="0">
                <a:latin typeface="Times New Roman" pitchFamily="36" charset="0"/>
                <a:cs typeface="Times New Roman" pitchFamily="36" charset="0"/>
              </a:rPr>
              <a:t>p</a:t>
            </a:r>
            <a:r>
              <a:rPr lang="en-US" sz="2000" dirty="0">
                <a:latin typeface="Times New Roman" pitchFamily="36" charset="0"/>
                <a:cs typeface="Times New Roman" pitchFamily="36" charset="0"/>
              </a:rPr>
              <a:t> </a:t>
            </a:r>
            <a:r>
              <a:rPr lang="en-US" sz="2000" dirty="0" err="1">
                <a:latin typeface="Times New Roman" pitchFamily="36" charset="0"/>
                <a:cs typeface="Times New Roman" pitchFamily="36" charset="0"/>
              </a:rPr>
              <a:t>orbitals</a:t>
            </a:r>
            <a:r>
              <a:rPr lang="en-US" sz="2000" dirty="0">
                <a:latin typeface="Times New Roman" pitchFamily="36" charset="0"/>
                <a:cs typeface="Times New Roman" pitchFamily="36" charset="0"/>
              </a:rPr>
              <a:t> in a </a:t>
            </a:r>
            <a:r>
              <a:rPr lang="en-US" sz="2000" b="1" dirty="0">
                <a:latin typeface="Times New Roman" pitchFamily="36" charset="0"/>
                <a:cs typeface="Times New Roman" pitchFamily="36" charset="0"/>
              </a:rPr>
              <a:t>parallel</a:t>
            </a:r>
            <a:r>
              <a:rPr lang="en-US" sz="2000" dirty="0">
                <a:latin typeface="Times New Roman" pitchFamily="36" charset="0"/>
                <a:cs typeface="Times New Roman" pitchFamily="36" charset="0"/>
              </a:rPr>
              <a:t> or </a:t>
            </a:r>
            <a:r>
              <a:rPr lang="en-US" sz="2000" b="1" dirty="0">
                <a:latin typeface="Times New Roman" pitchFamily="36" charset="0"/>
                <a:cs typeface="Times New Roman" pitchFamily="36" charset="0"/>
              </a:rPr>
              <a:t>sideways</a:t>
            </a:r>
            <a:r>
              <a:rPr lang="en-US" sz="2000" dirty="0">
                <a:latin typeface="Times New Roman" pitchFamily="36" charset="0"/>
                <a:cs typeface="Times New Roman" pitchFamily="36" charset="0"/>
              </a:rPr>
              <a:t> fashion as shown</a:t>
            </a:r>
          </a:p>
          <a:p>
            <a:pPr algn="just" eaLnBrk="1" hangingPunct="1">
              <a:lnSpc>
                <a:spcPct val="200000"/>
              </a:lnSpc>
            </a:pPr>
            <a:r>
              <a:rPr lang="en-US" sz="2000" dirty="0">
                <a:latin typeface="Times New Roman" pitchFamily="36" charset="0"/>
                <a:cs typeface="Times New Roman" pitchFamily="36" charset="0"/>
              </a:rPr>
              <a:t>The bond formed by such an overlap is called a </a:t>
            </a:r>
            <a:r>
              <a:rPr lang="el-GR" sz="2000" b="1" dirty="0">
                <a:latin typeface="Times New Roman" pitchFamily="36" charset="0"/>
                <a:cs typeface="Times New Roman" pitchFamily="36" charset="0"/>
              </a:rPr>
              <a:t>π</a:t>
            </a:r>
            <a:r>
              <a:rPr lang="en-US" sz="2000" b="1" dirty="0">
                <a:latin typeface="Times New Roman" pitchFamily="36" charset="0"/>
                <a:cs typeface="Times New Roman" pitchFamily="36" charset="0"/>
              </a:rPr>
              <a:t>-bond </a:t>
            </a:r>
            <a:r>
              <a:rPr lang="en-US" sz="2000" dirty="0">
                <a:latin typeface="Times New Roman" pitchFamily="36" charset="0"/>
                <a:cs typeface="Times New Roman" pitchFamily="36" charset="0"/>
              </a:rPr>
              <a:t>and is perpendicular to the </a:t>
            </a:r>
            <a:r>
              <a:rPr lang="en-US" sz="2000" b="1" i="1" dirty="0" err="1">
                <a:latin typeface="Times New Roman" pitchFamily="36" charset="0"/>
                <a:cs typeface="Times New Roman" pitchFamily="36" charset="0"/>
              </a:rPr>
              <a:t>internuclear</a:t>
            </a:r>
            <a:r>
              <a:rPr lang="en-US" sz="2000" b="1" i="1" dirty="0">
                <a:latin typeface="Times New Roman" pitchFamily="36" charset="0"/>
                <a:cs typeface="Times New Roman" pitchFamily="36" charset="0"/>
              </a:rPr>
              <a:t> axis</a:t>
            </a:r>
          </a:p>
          <a:p>
            <a:pPr algn="just" eaLnBrk="1" hangingPunct="1">
              <a:lnSpc>
                <a:spcPct val="200000"/>
              </a:lnSpc>
            </a:pPr>
            <a:r>
              <a:rPr lang="en-US" sz="2000" dirty="0">
                <a:latin typeface="Times New Roman" pitchFamily="36" charset="0"/>
                <a:cs typeface="Times New Roman" pitchFamily="36" charset="0"/>
              </a:rPr>
              <a:t>Thus, in a </a:t>
            </a:r>
            <a:r>
              <a:rPr lang="el-GR" sz="2000" b="1" dirty="0">
                <a:latin typeface="Times New Roman" pitchFamily="36" charset="0"/>
                <a:cs typeface="Times New Roman" pitchFamily="36" charset="0"/>
              </a:rPr>
              <a:t>π</a:t>
            </a:r>
            <a:r>
              <a:rPr lang="en-US" sz="2000" b="1" dirty="0">
                <a:latin typeface="Times New Roman" pitchFamily="36" charset="0"/>
                <a:cs typeface="Times New Roman" pitchFamily="36" charset="0"/>
              </a:rPr>
              <a:t>-bond</a:t>
            </a:r>
            <a:r>
              <a:rPr lang="en-US" sz="2000" dirty="0">
                <a:latin typeface="Times New Roman" pitchFamily="36" charset="0"/>
                <a:cs typeface="Times New Roman" pitchFamily="36" charset="0"/>
              </a:rPr>
              <a:t>,</a:t>
            </a:r>
            <a:r>
              <a:rPr lang="en-US" sz="2000" b="1" dirty="0">
                <a:latin typeface="Times New Roman" pitchFamily="36" charset="0"/>
                <a:cs typeface="Times New Roman" pitchFamily="36" charset="0"/>
              </a:rPr>
              <a:t> </a:t>
            </a:r>
            <a:r>
              <a:rPr lang="en-US" sz="2000" dirty="0">
                <a:latin typeface="Times New Roman" pitchFamily="36" charset="0"/>
                <a:cs typeface="Times New Roman" pitchFamily="36" charset="0"/>
              </a:rPr>
              <a:t>the electron density is </a:t>
            </a:r>
            <a:r>
              <a:rPr lang="en-US" sz="2000" b="1" dirty="0">
                <a:latin typeface="Times New Roman" pitchFamily="36" charset="0"/>
                <a:cs typeface="Times New Roman" pitchFamily="36" charset="0"/>
              </a:rPr>
              <a:t>above and below </a:t>
            </a:r>
            <a:r>
              <a:rPr lang="en-US" sz="2000" dirty="0">
                <a:latin typeface="Times New Roman" pitchFamily="36" charset="0"/>
                <a:cs typeface="Times New Roman" pitchFamily="36" charset="0"/>
              </a:rPr>
              <a:t>the plane bearing the </a:t>
            </a:r>
            <a:r>
              <a:rPr lang="el-GR" sz="2000" b="1" dirty="0">
                <a:latin typeface="Times New Roman" pitchFamily="36" charset="0"/>
                <a:cs typeface="Times New Roman" pitchFamily="36" charset="0"/>
              </a:rPr>
              <a:t>σ</a:t>
            </a:r>
            <a:r>
              <a:rPr lang="en-US" sz="2000" b="1" dirty="0">
                <a:latin typeface="Times New Roman" pitchFamily="36" charset="0"/>
                <a:cs typeface="Times New Roman" pitchFamily="36" charset="0"/>
              </a:rPr>
              <a:t>- bond</a:t>
            </a:r>
            <a:endParaRPr lang="en-US" sz="2000" dirty="0">
              <a:latin typeface="Times New Roman" pitchFamily="36" charset="0"/>
              <a:cs typeface="Times New Roman" pitchFamily="36" charset="0"/>
            </a:endParaRPr>
          </a:p>
        </p:txBody>
      </p:sp>
      <p:sp>
        <p:nvSpPr>
          <p:cNvPr id="4" name="Slide Number Placeholder 3"/>
          <p:cNvSpPr>
            <a:spLocks noGrp="1"/>
          </p:cNvSpPr>
          <p:nvPr>
            <p:ph type="sldNum" sz="quarter" idx="12"/>
          </p:nvPr>
        </p:nvSpPr>
        <p:spPr/>
        <p:txBody>
          <a:bodyPr/>
          <a:lstStyle/>
          <a:p>
            <a:pPr>
              <a:defRPr/>
            </a:pPr>
            <a:fld id="{07945861-2BEC-4FF0-9C30-0DD70CBF734A}" type="slidenum">
              <a:rPr lang="en-US" smtClean="0"/>
              <a:pPr>
                <a:defRPr/>
              </a:pPr>
              <a:t>48</a:t>
            </a:fld>
            <a:endParaRPr lang="en-US"/>
          </a:p>
        </p:txBody>
      </p:sp>
      <p:pic>
        <p:nvPicPr>
          <p:cNvPr id="83973" name="Picture 3" descr="09_22"/>
          <p:cNvPicPr>
            <a:picLocks noChangeAspect="1" noChangeArrowheads="1"/>
          </p:cNvPicPr>
          <p:nvPr/>
        </p:nvPicPr>
        <p:blipFill>
          <a:blip r:embed="rId2" cstate="print"/>
          <a:srcRect b="4094"/>
          <a:stretch>
            <a:fillRect/>
          </a:stretch>
        </p:blipFill>
        <p:spPr bwMode="auto">
          <a:xfrm>
            <a:off x="6705600" y="1581150"/>
            <a:ext cx="3373438" cy="421005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73442195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1794" name="Picture 2" descr="FG01_13-02UN"/>
          <p:cNvPicPr>
            <a:picLocks noChangeAspect="1" noChangeArrowheads="1"/>
          </p:cNvPicPr>
          <p:nvPr/>
        </p:nvPicPr>
        <p:blipFill rotWithShape="1">
          <a:blip r:embed="rId3">
            <a:extLst>
              <a:ext uri="{28A0092B-C50C-407E-A947-70E740481C1C}">
                <a14:useLocalDpi xmlns:a14="http://schemas.microsoft.com/office/drawing/2010/main" val="0"/>
              </a:ext>
            </a:extLst>
          </a:blip>
          <a:srcRect b="15181"/>
          <a:stretch/>
        </p:blipFill>
        <p:spPr bwMode="auto">
          <a:xfrm>
            <a:off x="365848" y="2414768"/>
            <a:ext cx="11425329" cy="24583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p:cNvSpPr>
            <a:spLocks noGrp="1"/>
          </p:cNvSpPr>
          <p:nvPr>
            <p:ph type="sldNum" sz="quarter" idx="12"/>
          </p:nvPr>
        </p:nvSpPr>
        <p:spPr/>
        <p:txBody>
          <a:bodyPr/>
          <a:lstStyle/>
          <a:p>
            <a:fld id="{5776AC22-00B8-47A7-833D-F03A60546104}" type="slidenum">
              <a:rPr lang="en-US" smtClean="0"/>
              <a:t>49</a:t>
            </a:fld>
            <a:endParaRPr lang="en-US"/>
          </a:p>
        </p:txBody>
      </p:sp>
      <p:sp>
        <p:nvSpPr>
          <p:cNvPr id="4" name="Rectangle 3"/>
          <p:cNvSpPr/>
          <p:nvPr/>
        </p:nvSpPr>
        <p:spPr>
          <a:xfrm>
            <a:off x="1378253" y="210018"/>
            <a:ext cx="8536080" cy="523220"/>
          </a:xfrm>
          <a:prstGeom prst="rect">
            <a:avLst/>
          </a:prstGeom>
        </p:spPr>
        <p:txBody>
          <a:bodyPr wrap="square">
            <a:spAutoFit/>
          </a:bodyPr>
          <a:lstStyle/>
          <a:p>
            <a:pPr algn="ctr"/>
            <a:r>
              <a:rPr lang="en-US" sz="2800" b="1" i="1" dirty="0">
                <a:solidFill>
                  <a:srgbClr val="C00000"/>
                </a:solidFill>
              </a:rPr>
              <a:t>sp</a:t>
            </a:r>
            <a:r>
              <a:rPr lang="en-US" sz="2800" b="1" baseline="30000" dirty="0">
                <a:solidFill>
                  <a:srgbClr val="C00000"/>
                </a:solidFill>
              </a:rPr>
              <a:t>2</a:t>
            </a:r>
            <a:r>
              <a:rPr lang="en-US" sz="2800" b="1" dirty="0">
                <a:solidFill>
                  <a:srgbClr val="C00000"/>
                </a:solidFill>
              </a:rPr>
              <a:t> Hybridization</a:t>
            </a:r>
          </a:p>
        </p:txBody>
      </p:sp>
    </p:spTree>
    <p:extLst>
      <p:ext uri="{BB962C8B-B14F-4D97-AF65-F5344CB8AC3E}">
        <p14:creationId xmlns:p14="http://schemas.microsoft.com/office/powerpoint/2010/main" val="12459956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42" name="Picture 2" descr="FG01_14"/>
          <p:cNvPicPr>
            <a:picLocks noChangeAspect="1" noChangeArrowheads="1"/>
          </p:cNvPicPr>
          <p:nvPr/>
        </p:nvPicPr>
        <p:blipFill rotWithShape="1">
          <a:blip r:embed="rId3">
            <a:extLst>
              <a:ext uri="{28A0092B-C50C-407E-A947-70E740481C1C}">
                <a14:useLocalDpi xmlns:a14="http://schemas.microsoft.com/office/drawing/2010/main" val="0"/>
              </a:ext>
            </a:extLst>
          </a:blip>
          <a:srcRect b="6458"/>
          <a:stretch/>
        </p:blipFill>
        <p:spPr bwMode="auto">
          <a:xfrm>
            <a:off x="1324361" y="800718"/>
            <a:ext cx="9373997" cy="50202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p:cNvSpPr>
            <a:spLocks noGrp="1"/>
          </p:cNvSpPr>
          <p:nvPr>
            <p:ph type="sldNum" sz="quarter" idx="12"/>
          </p:nvPr>
        </p:nvSpPr>
        <p:spPr/>
        <p:txBody>
          <a:bodyPr/>
          <a:lstStyle/>
          <a:p>
            <a:fld id="{5776AC22-00B8-47A7-833D-F03A60546104}" type="slidenum">
              <a:rPr lang="en-US" smtClean="0"/>
              <a:t>50</a:t>
            </a:fld>
            <a:endParaRPr lang="en-US"/>
          </a:p>
        </p:txBody>
      </p:sp>
      <p:sp>
        <p:nvSpPr>
          <p:cNvPr id="4" name="Rectangle 3"/>
          <p:cNvSpPr/>
          <p:nvPr/>
        </p:nvSpPr>
        <p:spPr>
          <a:xfrm>
            <a:off x="1378253" y="210018"/>
            <a:ext cx="8536080" cy="523220"/>
          </a:xfrm>
          <a:prstGeom prst="rect">
            <a:avLst/>
          </a:prstGeom>
        </p:spPr>
        <p:txBody>
          <a:bodyPr wrap="square">
            <a:spAutoFit/>
          </a:bodyPr>
          <a:lstStyle/>
          <a:p>
            <a:pPr algn="ctr"/>
            <a:r>
              <a:rPr lang="en-US" sz="2800" b="1" i="1" dirty="0">
                <a:solidFill>
                  <a:srgbClr val="C00000"/>
                </a:solidFill>
              </a:rPr>
              <a:t>sp</a:t>
            </a:r>
            <a:r>
              <a:rPr lang="en-US" sz="2800" b="1" baseline="30000" dirty="0">
                <a:solidFill>
                  <a:srgbClr val="C00000"/>
                </a:solidFill>
              </a:rPr>
              <a:t>2</a:t>
            </a:r>
            <a:r>
              <a:rPr lang="en-US" sz="2800" b="1" dirty="0">
                <a:solidFill>
                  <a:srgbClr val="C00000"/>
                </a:solidFill>
              </a:rPr>
              <a:t> Hybridization</a:t>
            </a:r>
          </a:p>
        </p:txBody>
      </p:sp>
    </p:spTree>
    <p:extLst>
      <p:ext uri="{BB962C8B-B14F-4D97-AF65-F5344CB8AC3E}">
        <p14:creationId xmlns:p14="http://schemas.microsoft.com/office/powerpoint/2010/main" val="360705779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846288" y="136852"/>
            <a:ext cx="8839200" cy="5334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r>
              <a:rPr lang="en-US" b="1" i="1" dirty="0">
                <a:solidFill>
                  <a:srgbClr val="C00000"/>
                </a:solidFill>
              </a:rPr>
              <a:t>sp</a:t>
            </a:r>
            <a:r>
              <a:rPr lang="en-US" b="1" baseline="30000" dirty="0">
                <a:solidFill>
                  <a:srgbClr val="C00000"/>
                </a:solidFill>
              </a:rPr>
              <a:t>2</a:t>
            </a:r>
            <a:r>
              <a:rPr lang="en-US" b="1" dirty="0">
                <a:solidFill>
                  <a:srgbClr val="C00000"/>
                </a:solidFill>
              </a:rPr>
              <a:t> Hybrid Orbitals</a:t>
            </a:r>
          </a:p>
        </p:txBody>
      </p:sp>
      <p:sp>
        <p:nvSpPr>
          <p:cNvPr id="4" name="Rectangle 3"/>
          <p:cNvSpPr/>
          <p:nvPr/>
        </p:nvSpPr>
        <p:spPr>
          <a:xfrm>
            <a:off x="235131" y="728432"/>
            <a:ext cx="11566588" cy="2308324"/>
          </a:xfrm>
          <a:prstGeom prst="rect">
            <a:avLst/>
          </a:prstGeom>
        </p:spPr>
        <p:txBody>
          <a:bodyPr wrap="square">
            <a:spAutoFit/>
          </a:bodyPr>
          <a:lstStyle/>
          <a:p>
            <a:pPr marL="742950" lvl="1" indent="-285750" algn="just">
              <a:lnSpc>
                <a:spcPct val="150000"/>
              </a:lnSpc>
              <a:buFont typeface="Arial" panose="020B0604020202020204" pitchFamily="34" charset="0"/>
              <a:buChar char="•"/>
            </a:pPr>
            <a:r>
              <a:rPr lang="en-US" sz="2400" dirty="0"/>
              <a:t>The axes of the three </a:t>
            </a:r>
            <a:r>
              <a:rPr lang="en-US" sz="2400" i="1" dirty="0"/>
              <a:t>sp</a:t>
            </a:r>
            <a:r>
              <a:rPr lang="en-US" sz="2400" baseline="30000" dirty="0"/>
              <a:t>2</a:t>
            </a:r>
            <a:r>
              <a:rPr lang="en-US" sz="2400" dirty="0"/>
              <a:t> hybrid orbitals lie in a plane and are directed toward the corners of an equilateral triangle</a:t>
            </a:r>
          </a:p>
          <a:p>
            <a:pPr marL="742950" lvl="1" indent="-285750" algn="just">
              <a:lnSpc>
                <a:spcPct val="150000"/>
              </a:lnSpc>
              <a:buFont typeface="Arial" panose="020B0604020202020204" pitchFamily="34" charset="0"/>
              <a:buChar char="•"/>
            </a:pPr>
            <a:r>
              <a:rPr lang="en-US" sz="2400" dirty="0"/>
              <a:t>The unhybridized 2</a:t>
            </a:r>
            <a:r>
              <a:rPr lang="en-US" sz="2400" i="1" dirty="0"/>
              <a:t>p</a:t>
            </a:r>
            <a:r>
              <a:rPr lang="en-US" sz="2400" dirty="0"/>
              <a:t> orbital lies perpendicular to the plane of the three hybrid orbitals</a:t>
            </a:r>
          </a:p>
        </p:txBody>
      </p:sp>
      <p:pic>
        <p:nvPicPr>
          <p:cNvPr id="5" name="Picture 5" descr="1-67.jpg                                                       002D393DFausto                         BA94C69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581" y="3094936"/>
            <a:ext cx="10385687" cy="3497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834694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9746" name="Picture 2" descr="FG01_13-01UN"/>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5549"/>
          <a:stretch/>
        </p:blipFill>
        <p:spPr bwMode="auto">
          <a:xfrm>
            <a:off x="4711173" y="1677067"/>
            <a:ext cx="2606689" cy="40138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p:cNvSpPr>
            <a:spLocks noGrp="1"/>
          </p:cNvSpPr>
          <p:nvPr>
            <p:ph type="sldNum" sz="quarter" idx="12"/>
          </p:nvPr>
        </p:nvSpPr>
        <p:spPr/>
        <p:txBody>
          <a:bodyPr/>
          <a:lstStyle/>
          <a:p>
            <a:fld id="{5776AC22-00B8-47A7-833D-F03A60546104}" type="slidenum">
              <a:rPr lang="en-US" smtClean="0"/>
              <a:t>52</a:t>
            </a:fld>
            <a:endParaRPr lang="en-US"/>
          </a:p>
        </p:txBody>
      </p:sp>
      <p:sp>
        <p:nvSpPr>
          <p:cNvPr id="3" name="Rectangle 2"/>
          <p:cNvSpPr/>
          <p:nvPr/>
        </p:nvSpPr>
        <p:spPr>
          <a:xfrm>
            <a:off x="3028763" y="338171"/>
            <a:ext cx="5971507" cy="646331"/>
          </a:xfrm>
          <a:prstGeom prst="rect">
            <a:avLst/>
          </a:prstGeom>
        </p:spPr>
        <p:txBody>
          <a:bodyPr wrap="none">
            <a:spAutoFit/>
          </a:bodyPr>
          <a:lstStyle/>
          <a:p>
            <a:pPr algn="just"/>
            <a:r>
              <a:rPr lang="en-US" sz="3600" b="1" i="1" dirty="0">
                <a:solidFill>
                  <a:srgbClr val="C00000"/>
                </a:solidFill>
              </a:rPr>
              <a:t>sp</a:t>
            </a:r>
            <a:r>
              <a:rPr lang="en-US" sz="3600" b="1" baseline="30000" dirty="0">
                <a:solidFill>
                  <a:srgbClr val="C00000"/>
                </a:solidFill>
              </a:rPr>
              <a:t>2</a:t>
            </a:r>
            <a:r>
              <a:rPr lang="en-US" sz="3600" b="1" dirty="0">
                <a:solidFill>
                  <a:srgbClr val="C00000"/>
                </a:solidFill>
                <a:latin typeface="Book Antiqua" panose="02040602050305030304" pitchFamily="18" charset="0"/>
              </a:rPr>
              <a:t> hybridization in </a:t>
            </a:r>
            <a:r>
              <a:rPr lang="en-US" sz="3600" b="1" dirty="0" err="1">
                <a:solidFill>
                  <a:srgbClr val="C00000"/>
                </a:solidFill>
                <a:latin typeface="Book Antiqua" panose="02040602050305030304" pitchFamily="18" charset="0"/>
              </a:rPr>
              <a:t>ethene</a:t>
            </a:r>
            <a:r>
              <a:rPr lang="en-US" sz="3600" b="1" dirty="0">
                <a:solidFill>
                  <a:srgbClr val="C00000"/>
                </a:solidFill>
                <a:latin typeface="Book Antiqua" panose="02040602050305030304" pitchFamily="18" charset="0"/>
              </a:rPr>
              <a:t> </a:t>
            </a:r>
          </a:p>
        </p:txBody>
      </p:sp>
    </p:spTree>
    <p:extLst>
      <p:ext uri="{BB962C8B-B14F-4D97-AF65-F5344CB8AC3E}">
        <p14:creationId xmlns:p14="http://schemas.microsoft.com/office/powerpoint/2010/main" val="4201665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3208" y="123010"/>
            <a:ext cx="11389259" cy="2000548"/>
          </a:xfrm>
          <a:prstGeom prst="rect">
            <a:avLst/>
          </a:prstGeom>
        </p:spPr>
        <p:txBody>
          <a:bodyPr wrap="square">
            <a:spAutoFit/>
          </a:bodyPr>
          <a:lstStyle/>
          <a:p>
            <a:pPr algn="just"/>
            <a:r>
              <a:rPr lang="en-US" sz="2800" b="1" i="1" dirty="0">
                <a:solidFill>
                  <a:srgbClr val="C00000"/>
                </a:solidFill>
              </a:rPr>
              <a:t>sp</a:t>
            </a:r>
            <a:r>
              <a:rPr lang="en-US" sz="2800" b="1" baseline="30000" dirty="0">
                <a:solidFill>
                  <a:srgbClr val="C00000"/>
                </a:solidFill>
              </a:rPr>
              <a:t>2</a:t>
            </a:r>
            <a:r>
              <a:rPr lang="en-US" sz="2800" b="1" dirty="0">
                <a:solidFill>
                  <a:srgbClr val="C00000"/>
                </a:solidFill>
                <a:latin typeface="Book Antiqua" panose="02040602050305030304" pitchFamily="18" charset="0"/>
              </a:rPr>
              <a:t> hybridization in </a:t>
            </a:r>
            <a:r>
              <a:rPr lang="en-US" sz="2800" b="1" dirty="0" err="1">
                <a:solidFill>
                  <a:srgbClr val="C00000"/>
                </a:solidFill>
                <a:latin typeface="Book Antiqua" panose="02040602050305030304" pitchFamily="18" charset="0"/>
              </a:rPr>
              <a:t>ethene</a:t>
            </a:r>
            <a:r>
              <a:rPr lang="en-US" sz="2800" b="1" dirty="0">
                <a:solidFill>
                  <a:srgbClr val="C00000"/>
                </a:solidFill>
                <a:latin typeface="Book Antiqua" panose="02040602050305030304" pitchFamily="18" charset="0"/>
              </a:rPr>
              <a:t> </a:t>
            </a:r>
          </a:p>
          <a:p>
            <a:pPr algn="just"/>
            <a:r>
              <a:rPr lang="en-US" sz="2400" dirty="0">
                <a:solidFill>
                  <a:srgbClr val="000000"/>
                </a:solidFill>
                <a:latin typeface="Book Antiqua" panose="02040602050305030304" pitchFamily="18" charset="0"/>
              </a:rPr>
              <a:t>Let us try to understand the </a:t>
            </a:r>
            <a:r>
              <a:rPr lang="en-US" sz="2400" i="1" dirty="0"/>
              <a:t>sp</a:t>
            </a:r>
            <a:r>
              <a:rPr lang="en-US" sz="2400" baseline="30000" dirty="0"/>
              <a:t>2</a:t>
            </a:r>
            <a:r>
              <a:rPr lang="en-US" sz="2400" dirty="0">
                <a:solidFill>
                  <a:srgbClr val="000000"/>
                </a:solidFill>
                <a:latin typeface="Book Antiqua" panose="02040602050305030304" pitchFamily="18" charset="0"/>
              </a:rPr>
              <a:t> hybridization with the help of structure of ethene (C</a:t>
            </a:r>
            <a:r>
              <a:rPr lang="en-US" sz="2400" baseline="-25000" dirty="0">
                <a:solidFill>
                  <a:srgbClr val="000000"/>
                </a:solidFill>
                <a:latin typeface="Book Antiqua" panose="02040602050305030304" pitchFamily="18" charset="0"/>
              </a:rPr>
              <a:t>2</a:t>
            </a:r>
            <a:r>
              <a:rPr lang="en-US" sz="2400" dirty="0">
                <a:solidFill>
                  <a:srgbClr val="000000"/>
                </a:solidFill>
                <a:latin typeface="Book Antiqua" panose="02040602050305030304" pitchFamily="18" charset="0"/>
              </a:rPr>
              <a:t>H</a:t>
            </a:r>
            <a:r>
              <a:rPr lang="en-US" sz="2400" baseline="-25000" dirty="0">
                <a:solidFill>
                  <a:srgbClr val="000000"/>
                </a:solidFill>
                <a:latin typeface="Book Antiqua" panose="02040602050305030304" pitchFamily="18" charset="0"/>
              </a:rPr>
              <a:t>4</a:t>
            </a:r>
            <a:r>
              <a:rPr lang="en-US" sz="2400" dirty="0">
                <a:solidFill>
                  <a:srgbClr val="000000"/>
                </a:solidFill>
                <a:latin typeface="Book Antiqua" panose="02040602050305030304" pitchFamily="18" charset="0"/>
              </a:rPr>
              <a:t>). In ethene, the carbon-carbon double bond has one </a:t>
            </a:r>
            <a:r>
              <a:rPr lang="el-GR" sz="2400" dirty="0">
                <a:solidFill>
                  <a:srgbClr val="000000"/>
                </a:solidFill>
              </a:rPr>
              <a:t>σ</a:t>
            </a:r>
            <a:r>
              <a:rPr lang="en-US" sz="2400" dirty="0">
                <a:solidFill>
                  <a:srgbClr val="000000"/>
                </a:solidFill>
                <a:latin typeface="Book Antiqua" panose="02040602050305030304" pitchFamily="18" charset="0"/>
              </a:rPr>
              <a:t>(sigma) bond and one </a:t>
            </a:r>
            <a:r>
              <a:rPr lang="en-US" sz="2400" dirty="0">
                <a:solidFill>
                  <a:srgbClr val="000000"/>
                </a:solidFill>
              </a:rPr>
              <a:t>π </a:t>
            </a:r>
            <a:r>
              <a:rPr lang="en-US" sz="2400" dirty="0">
                <a:solidFill>
                  <a:srgbClr val="000000"/>
                </a:solidFill>
                <a:latin typeface="Book Antiqua" panose="02040602050305030304" pitchFamily="18" charset="0"/>
              </a:rPr>
              <a:t>(pi) bond. Each carbon is further attached to two hydrogen atoms by s bonds as shown below :</a:t>
            </a:r>
          </a:p>
        </p:txBody>
      </p:sp>
      <p:pic>
        <p:nvPicPr>
          <p:cNvPr id="3" name="Picture 2"/>
          <p:cNvPicPr>
            <a:picLocks noChangeAspect="1"/>
          </p:cNvPicPr>
          <p:nvPr/>
        </p:nvPicPr>
        <p:blipFill>
          <a:blip r:embed="rId2"/>
          <a:stretch>
            <a:fillRect/>
          </a:stretch>
        </p:blipFill>
        <p:spPr>
          <a:xfrm>
            <a:off x="4002374" y="1708516"/>
            <a:ext cx="2923081" cy="1754211"/>
          </a:xfrm>
          <a:prstGeom prst="rect">
            <a:avLst/>
          </a:prstGeom>
        </p:spPr>
      </p:pic>
      <p:grpSp>
        <p:nvGrpSpPr>
          <p:cNvPr id="7" name="Group 6"/>
          <p:cNvGrpSpPr/>
          <p:nvPr/>
        </p:nvGrpSpPr>
        <p:grpSpPr>
          <a:xfrm>
            <a:off x="3033914" y="3895863"/>
            <a:ext cx="4860001" cy="2558884"/>
            <a:chOff x="3033914" y="3895863"/>
            <a:chExt cx="4860001" cy="2558884"/>
          </a:xfrm>
        </p:grpSpPr>
        <p:pic>
          <p:nvPicPr>
            <p:cNvPr id="4" name="Picture 3"/>
            <p:cNvPicPr>
              <a:picLocks noChangeAspect="1"/>
            </p:cNvPicPr>
            <p:nvPr/>
          </p:nvPicPr>
          <p:blipFill>
            <a:blip r:embed="rId3"/>
            <a:stretch>
              <a:fillRect/>
            </a:stretch>
          </p:blipFill>
          <p:spPr>
            <a:xfrm>
              <a:off x="3033914" y="3895863"/>
              <a:ext cx="4860001" cy="2126250"/>
            </a:xfrm>
            <a:prstGeom prst="rect">
              <a:avLst/>
            </a:prstGeom>
          </p:spPr>
        </p:pic>
        <p:pic>
          <p:nvPicPr>
            <p:cNvPr id="5" name="Picture 4"/>
            <p:cNvPicPr>
              <a:picLocks noChangeAspect="1"/>
            </p:cNvPicPr>
            <p:nvPr/>
          </p:nvPicPr>
          <p:blipFill>
            <a:blip r:embed="rId4"/>
            <a:stretch>
              <a:fillRect/>
            </a:stretch>
          </p:blipFill>
          <p:spPr>
            <a:xfrm>
              <a:off x="3033915" y="6022113"/>
              <a:ext cx="4860000" cy="432634"/>
            </a:xfrm>
            <a:prstGeom prst="rect">
              <a:avLst/>
            </a:prstGeom>
          </p:spPr>
        </p:pic>
      </p:grpSp>
      <p:sp>
        <p:nvSpPr>
          <p:cNvPr id="6" name="Rectangle 5"/>
          <p:cNvSpPr/>
          <p:nvPr/>
        </p:nvSpPr>
        <p:spPr>
          <a:xfrm>
            <a:off x="543208" y="3296000"/>
            <a:ext cx="11432498" cy="461665"/>
          </a:xfrm>
          <a:prstGeom prst="rect">
            <a:avLst/>
          </a:prstGeom>
        </p:spPr>
        <p:txBody>
          <a:bodyPr wrap="square">
            <a:spAutoFit/>
          </a:bodyPr>
          <a:lstStyle/>
          <a:p>
            <a:r>
              <a:rPr lang="en-US" sz="2400" dirty="0">
                <a:solidFill>
                  <a:srgbClr val="000000"/>
                </a:solidFill>
                <a:latin typeface="Book Antiqua" panose="02040602050305030304" pitchFamily="18" charset="0"/>
              </a:rPr>
              <a:t>The excited states of each carbon can be shown as in below Figure </a:t>
            </a:r>
            <a:endParaRPr lang="en-US" sz="2400" dirty="0"/>
          </a:p>
        </p:txBody>
      </p:sp>
    </p:spTree>
    <p:extLst>
      <p:ext uri="{BB962C8B-B14F-4D97-AF65-F5344CB8AC3E}">
        <p14:creationId xmlns:p14="http://schemas.microsoft.com/office/powerpoint/2010/main" val="112418909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2906" y="70509"/>
            <a:ext cx="11397174" cy="1200329"/>
          </a:xfrm>
          <a:prstGeom prst="rect">
            <a:avLst/>
          </a:prstGeom>
        </p:spPr>
        <p:txBody>
          <a:bodyPr wrap="square">
            <a:spAutoFit/>
          </a:bodyPr>
          <a:lstStyle/>
          <a:p>
            <a:pPr algn="just"/>
            <a:r>
              <a:rPr lang="en-US" sz="2400" dirty="0">
                <a:solidFill>
                  <a:srgbClr val="000000"/>
                </a:solidFill>
                <a:latin typeface="Book Antiqua" panose="02040602050305030304" pitchFamily="18" charset="0"/>
              </a:rPr>
              <a:t>Thus, one of the 2py or 2px orbitals of one carbon atom overlaps sideways with 2py or 2px orbitals of the other carbon atom (here, let us say 2px) respectively to form the p bond as shown in Figure </a:t>
            </a:r>
            <a:endParaRPr lang="en-US" sz="2400" dirty="0"/>
          </a:p>
        </p:txBody>
      </p:sp>
      <p:grpSp>
        <p:nvGrpSpPr>
          <p:cNvPr id="7" name="Group 6"/>
          <p:cNvGrpSpPr/>
          <p:nvPr/>
        </p:nvGrpSpPr>
        <p:grpSpPr>
          <a:xfrm>
            <a:off x="5726034" y="820666"/>
            <a:ext cx="5310001" cy="3021020"/>
            <a:chOff x="2901353" y="1061751"/>
            <a:chExt cx="5310001" cy="3021020"/>
          </a:xfrm>
        </p:grpSpPr>
        <p:pic>
          <p:nvPicPr>
            <p:cNvPr id="3" name="Picture 2"/>
            <p:cNvPicPr>
              <a:picLocks noChangeAspect="1"/>
            </p:cNvPicPr>
            <p:nvPr/>
          </p:nvPicPr>
          <p:blipFill>
            <a:blip r:embed="rId2"/>
            <a:stretch>
              <a:fillRect/>
            </a:stretch>
          </p:blipFill>
          <p:spPr>
            <a:xfrm>
              <a:off x="2901353" y="1061751"/>
              <a:ext cx="5310001" cy="2497500"/>
            </a:xfrm>
            <a:prstGeom prst="rect">
              <a:avLst/>
            </a:prstGeom>
          </p:spPr>
        </p:pic>
        <p:pic>
          <p:nvPicPr>
            <p:cNvPr id="4" name="Picture 3"/>
            <p:cNvPicPr>
              <a:picLocks noChangeAspect="1"/>
            </p:cNvPicPr>
            <p:nvPr/>
          </p:nvPicPr>
          <p:blipFill>
            <a:blip r:embed="rId3"/>
            <a:stretch>
              <a:fillRect/>
            </a:stretch>
          </p:blipFill>
          <p:spPr>
            <a:xfrm>
              <a:off x="2901353" y="3559250"/>
              <a:ext cx="5310001" cy="523521"/>
            </a:xfrm>
            <a:prstGeom prst="rect">
              <a:avLst/>
            </a:prstGeom>
          </p:spPr>
        </p:pic>
      </p:grpSp>
      <p:grpSp>
        <p:nvGrpSpPr>
          <p:cNvPr id="8" name="Group 7"/>
          <p:cNvGrpSpPr/>
          <p:nvPr/>
        </p:nvGrpSpPr>
        <p:grpSpPr>
          <a:xfrm>
            <a:off x="143148" y="3841686"/>
            <a:ext cx="11631550" cy="3416320"/>
            <a:chOff x="259829" y="4205582"/>
            <a:chExt cx="11237626" cy="3416320"/>
          </a:xfrm>
        </p:grpSpPr>
        <p:sp>
          <p:nvSpPr>
            <p:cNvPr id="5" name="Rectangle 4"/>
            <p:cNvSpPr/>
            <p:nvPr/>
          </p:nvSpPr>
          <p:spPr>
            <a:xfrm>
              <a:off x="259829" y="4205582"/>
              <a:ext cx="11237626" cy="3416320"/>
            </a:xfrm>
            <a:prstGeom prst="rect">
              <a:avLst/>
            </a:prstGeom>
          </p:spPr>
          <p:txBody>
            <a:bodyPr wrap="square">
              <a:spAutoFit/>
            </a:bodyPr>
            <a:lstStyle/>
            <a:p>
              <a:pPr algn="just"/>
              <a:r>
                <a:rPr lang="en-US" sz="2400" dirty="0">
                  <a:solidFill>
                    <a:srgbClr val="000000"/>
                  </a:solidFill>
                  <a:latin typeface="Book Antiqua" panose="02040602050305030304" pitchFamily="18" charset="0"/>
                </a:rPr>
                <a:t>Now, in the valence shell, each carbon atom is left with one s orbital (2s) and two p orbitals (2pz and 2py), which undergo hybridization and give rise to three sp2 hybrid orbitals. </a:t>
              </a:r>
            </a:p>
            <a:p>
              <a:pPr algn="ctr"/>
              <a:r>
                <a:rPr lang="en-US" sz="2400" dirty="0">
                  <a:solidFill>
                    <a:srgbClr val="000000"/>
                  </a:solidFill>
                  <a:latin typeface="Book Antiqua" panose="02040602050305030304" pitchFamily="18" charset="0"/>
                </a:rPr>
                <a:t>One </a:t>
              </a:r>
              <a:r>
                <a:rPr lang="en-US" sz="2400" i="1" dirty="0">
                  <a:solidFill>
                    <a:srgbClr val="000000"/>
                  </a:solidFill>
                  <a:latin typeface="Book Antiqua" panose="02040602050305030304" pitchFamily="18" charset="0"/>
                </a:rPr>
                <a:t>s </a:t>
              </a:r>
              <a:r>
                <a:rPr lang="en-US" sz="2400" dirty="0">
                  <a:solidFill>
                    <a:srgbClr val="000000"/>
                  </a:solidFill>
                  <a:latin typeface="Book Antiqua" panose="02040602050305030304" pitchFamily="18" charset="0"/>
                </a:rPr>
                <a:t>+ Two </a:t>
              </a:r>
              <a:r>
                <a:rPr lang="en-US" sz="2400" i="1" dirty="0">
                  <a:solidFill>
                    <a:srgbClr val="000000"/>
                  </a:solidFill>
                  <a:latin typeface="Book Antiqua" panose="02040602050305030304" pitchFamily="18" charset="0"/>
                </a:rPr>
                <a:t>p                      </a:t>
              </a:r>
              <a:r>
                <a:rPr lang="en-US" sz="2400" dirty="0">
                  <a:solidFill>
                    <a:srgbClr val="000000"/>
                  </a:solidFill>
                  <a:latin typeface="Book Antiqua" panose="02040602050305030304" pitchFamily="18" charset="0"/>
                </a:rPr>
                <a:t> </a:t>
              </a:r>
              <a:r>
                <a:rPr lang="en-US" sz="2400" i="1" dirty="0">
                  <a:solidFill>
                    <a:srgbClr val="000000"/>
                  </a:solidFill>
                  <a:latin typeface="Book Antiqua" panose="02040602050305030304" pitchFamily="18" charset="0"/>
                </a:rPr>
                <a:t>sp</a:t>
              </a:r>
              <a:r>
                <a:rPr lang="en-US" sz="2400" dirty="0">
                  <a:solidFill>
                    <a:srgbClr val="000000"/>
                  </a:solidFill>
                  <a:latin typeface="Book Antiqua" panose="02040602050305030304" pitchFamily="18" charset="0"/>
                </a:rPr>
                <a:t>2 </a:t>
              </a:r>
            </a:p>
            <a:p>
              <a:pPr algn="just"/>
              <a:r>
                <a:rPr lang="en-US" sz="2400" dirty="0">
                  <a:solidFill>
                    <a:srgbClr val="000000"/>
                  </a:solidFill>
                  <a:latin typeface="Book Antiqua" panose="02040602050305030304" pitchFamily="18" charset="0"/>
                </a:rPr>
                <a:t>	                                    Atomic orbitals                           Hybrid orbitals </a:t>
              </a:r>
            </a:p>
            <a:p>
              <a:pPr algn="just"/>
              <a:r>
                <a:rPr lang="en-US" sz="2400" dirty="0">
                  <a:solidFill>
                    <a:srgbClr val="000000"/>
                  </a:solidFill>
                  <a:latin typeface="Book Antiqua" panose="02040602050305030304" pitchFamily="18" charset="0"/>
                </a:rPr>
                <a:t>These are called </a:t>
              </a:r>
              <a:r>
                <a:rPr lang="en-US" sz="2400" b="1" dirty="0">
                  <a:solidFill>
                    <a:srgbClr val="000000"/>
                  </a:solidFill>
                  <a:latin typeface="Book Antiqua" panose="02040602050305030304" pitchFamily="18" charset="0"/>
                </a:rPr>
                <a:t>sp2 hybrid orbitals </a:t>
              </a:r>
              <a:r>
                <a:rPr lang="en-US" sz="2400" dirty="0">
                  <a:solidFill>
                    <a:srgbClr val="000000"/>
                  </a:solidFill>
                  <a:latin typeface="Book Antiqua" panose="02040602050305030304" pitchFamily="18" charset="0"/>
                </a:rPr>
                <a:t>to indicate that they have one part the character of s orbital and two parts the character of a p orbital. These three sp2 orbitals are directed towards the corners of a regular triangle with angles of 120° between them. </a:t>
              </a:r>
              <a:endParaRPr lang="en-US" sz="2400" dirty="0"/>
            </a:p>
          </p:txBody>
        </p:sp>
        <p:cxnSp>
          <p:nvCxnSpPr>
            <p:cNvPr id="6" name="Straight Arrow Connector 5"/>
            <p:cNvCxnSpPr/>
            <p:nvPr/>
          </p:nvCxnSpPr>
          <p:spPr>
            <a:xfrm flipV="1">
              <a:off x="6037137" y="5565210"/>
              <a:ext cx="1124263" cy="1499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908148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2932299" y="1271034"/>
            <a:ext cx="6172504" cy="3099441"/>
          </a:xfrm>
          <a:prstGeom prst="rect">
            <a:avLst/>
          </a:prstGeom>
        </p:spPr>
      </p:pic>
      <p:sp>
        <p:nvSpPr>
          <p:cNvPr id="3" name="Rectangle 2"/>
          <p:cNvSpPr/>
          <p:nvPr/>
        </p:nvSpPr>
        <p:spPr>
          <a:xfrm>
            <a:off x="0" y="358556"/>
            <a:ext cx="12037102" cy="830997"/>
          </a:xfrm>
          <a:prstGeom prst="rect">
            <a:avLst/>
          </a:prstGeom>
        </p:spPr>
        <p:txBody>
          <a:bodyPr wrap="square">
            <a:spAutoFit/>
          </a:bodyPr>
          <a:lstStyle/>
          <a:p>
            <a:pPr marL="342900" indent="-342900" algn="just">
              <a:buFont typeface="Arial" panose="020B0604020202020204" pitchFamily="34" charset="0"/>
              <a:buChar char="•"/>
            </a:pPr>
            <a:r>
              <a:rPr lang="en-US" sz="2400" dirty="0">
                <a:solidFill>
                  <a:srgbClr val="000000"/>
                </a:solidFill>
                <a:latin typeface="Book Antiqua" panose="02040602050305030304" pitchFamily="18" charset="0"/>
              </a:rPr>
              <a:t>The </a:t>
            </a:r>
            <a:r>
              <a:rPr lang="en-US" sz="2400" dirty="0" err="1">
                <a:solidFill>
                  <a:srgbClr val="000000"/>
                </a:solidFill>
                <a:latin typeface="Book Antiqua" panose="02040602050305030304" pitchFamily="18" charset="0"/>
              </a:rPr>
              <a:t>unhybridised</a:t>
            </a:r>
            <a:r>
              <a:rPr lang="en-US" sz="2400" dirty="0">
                <a:solidFill>
                  <a:srgbClr val="000000"/>
                </a:solidFill>
                <a:latin typeface="Book Antiqua" panose="02040602050305030304" pitchFamily="18" charset="0"/>
              </a:rPr>
              <a:t> p (2px) orbital is perpendicular to the plane of the triangle formed by the sp</a:t>
            </a:r>
            <a:r>
              <a:rPr lang="en-US" sz="2400" baseline="30000" dirty="0">
                <a:solidFill>
                  <a:srgbClr val="000000"/>
                </a:solidFill>
                <a:latin typeface="Book Antiqua" panose="02040602050305030304" pitchFamily="18" charset="0"/>
              </a:rPr>
              <a:t>2</a:t>
            </a:r>
            <a:r>
              <a:rPr lang="en-US" sz="2400" dirty="0">
                <a:solidFill>
                  <a:srgbClr val="000000"/>
                </a:solidFill>
                <a:latin typeface="Book Antiqua" panose="02040602050305030304" pitchFamily="18" charset="0"/>
              </a:rPr>
              <a:t> hybrid orbitals. This gives the structure of ethene as shown in Figure: </a:t>
            </a:r>
            <a:endParaRPr lang="en-US" sz="2400" dirty="0"/>
          </a:p>
        </p:txBody>
      </p:sp>
      <p:sp>
        <p:nvSpPr>
          <p:cNvPr id="4" name="Rectangle 3"/>
          <p:cNvSpPr/>
          <p:nvPr/>
        </p:nvSpPr>
        <p:spPr>
          <a:xfrm>
            <a:off x="109928" y="4282621"/>
            <a:ext cx="11927174" cy="2677656"/>
          </a:xfrm>
          <a:prstGeom prst="rect">
            <a:avLst/>
          </a:prstGeom>
        </p:spPr>
        <p:txBody>
          <a:bodyPr wrap="square">
            <a:spAutoFit/>
          </a:bodyPr>
          <a:lstStyle/>
          <a:p>
            <a:pPr marL="342900" indent="-342900" algn="just">
              <a:buFont typeface="Arial" panose="020B0604020202020204" pitchFamily="34" charset="0"/>
              <a:buChar char="•"/>
            </a:pPr>
            <a:r>
              <a:rPr lang="en-US" sz="2400" dirty="0">
                <a:solidFill>
                  <a:srgbClr val="000000"/>
                </a:solidFill>
              </a:rPr>
              <a:t>There are a total of five sigma bonds in the </a:t>
            </a:r>
            <a:r>
              <a:rPr lang="en-US" sz="2400" dirty="0" err="1">
                <a:solidFill>
                  <a:srgbClr val="000000"/>
                </a:solidFill>
              </a:rPr>
              <a:t>ethene</a:t>
            </a:r>
            <a:r>
              <a:rPr lang="en-US" sz="2400" dirty="0">
                <a:solidFill>
                  <a:srgbClr val="000000"/>
                </a:solidFill>
              </a:rPr>
              <a:t> molecule. One carbon-carbon sigma bond formed via the overlap of one sp</a:t>
            </a:r>
            <a:r>
              <a:rPr lang="en-US" sz="2400" baseline="30000" dirty="0">
                <a:solidFill>
                  <a:srgbClr val="000000"/>
                </a:solidFill>
              </a:rPr>
              <a:t>2</a:t>
            </a:r>
            <a:r>
              <a:rPr lang="en-US" sz="2400" dirty="0">
                <a:solidFill>
                  <a:srgbClr val="000000"/>
                </a:solidFill>
              </a:rPr>
              <a:t> hybrid orbital of each carbon. Four carbon-hydrogen sigma bonds formed by the remaining two-sp</a:t>
            </a:r>
            <a:r>
              <a:rPr lang="en-US" sz="2400" baseline="30000" dirty="0">
                <a:solidFill>
                  <a:srgbClr val="000000"/>
                </a:solidFill>
              </a:rPr>
              <a:t>2</a:t>
            </a:r>
            <a:r>
              <a:rPr lang="en-US" sz="2400" dirty="0">
                <a:solidFill>
                  <a:srgbClr val="000000"/>
                </a:solidFill>
              </a:rPr>
              <a:t> hybrid orbitals on each carbon overlapping with two hydrogen atoms (one each), i.e. two σ bonds on each carbon atoms. The bond angle between each bond is 120°. All the six atoms (two carbon and four hydrogen) lie in the same plane and the π orbitals are perpendicular to this plane. </a:t>
            </a:r>
            <a:r>
              <a:rPr lang="en-US" sz="2400" dirty="0" err="1">
                <a:solidFill>
                  <a:srgbClr val="000000"/>
                </a:solidFill>
              </a:rPr>
              <a:t>Ethene</a:t>
            </a:r>
            <a:r>
              <a:rPr lang="en-US" sz="2400" dirty="0">
                <a:solidFill>
                  <a:srgbClr val="000000"/>
                </a:solidFill>
              </a:rPr>
              <a:t> has thus a planar structure </a:t>
            </a:r>
            <a:endParaRPr lang="en-US" sz="2400" dirty="0"/>
          </a:p>
        </p:txBody>
      </p:sp>
      <p:sp>
        <p:nvSpPr>
          <p:cNvPr id="6" name="Rectangle 5"/>
          <p:cNvSpPr/>
          <p:nvPr/>
        </p:nvSpPr>
        <p:spPr>
          <a:xfrm>
            <a:off x="1405413" y="15465"/>
            <a:ext cx="8536080" cy="523220"/>
          </a:xfrm>
          <a:prstGeom prst="rect">
            <a:avLst/>
          </a:prstGeom>
        </p:spPr>
        <p:txBody>
          <a:bodyPr wrap="square">
            <a:spAutoFit/>
          </a:bodyPr>
          <a:lstStyle/>
          <a:p>
            <a:pPr algn="ctr"/>
            <a:r>
              <a:rPr lang="en-US" sz="2800" b="1" i="1" dirty="0">
                <a:solidFill>
                  <a:srgbClr val="C00000"/>
                </a:solidFill>
              </a:rPr>
              <a:t>sp</a:t>
            </a:r>
            <a:r>
              <a:rPr lang="en-US" sz="2800" b="1" baseline="30000" dirty="0">
                <a:solidFill>
                  <a:srgbClr val="C00000"/>
                </a:solidFill>
              </a:rPr>
              <a:t>2</a:t>
            </a:r>
            <a:r>
              <a:rPr lang="en-US" sz="2800" b="1" dirty="0">
                <a:solidFill>
                  <a:srgbClr val="C00000"/>
                </a:solidFill>
              </a:rPr>
              <a:t> Hybridization in </a:t>
            </a:r>
            <a:r>
              <a:rPr lang="en-US" sz="2800" b="1" dirty="0" err="1">
                <a:solidFill>
                  <a:srgbClr val="C00000"/>
                </a:solidFill>
              </a:rPr>
              <a:t>ethene</a:t>
            </a:r>
            <a:endParaRPr lang="en-US" sz="2800" b="1" dirty="0">
              <a:solidFill>
                <a:srgbClr val="C00000"/>
              </a:solidFill>
            </a:endParaRPr>
          </a:p>
        </p:txBody>
      </p:sp>
    </p:spTree>
    <p:extLst>
      <p:ext uri="{BB962C8B-B14F-4D97-AF65-F5344CB8AC3E}">
        <p14:creationId xmlns:p14="http://schemas.microsoft.com/office/powerpoint/2010/main" val="2096041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5890" name="Picture 2" descr="FG01_15"/>
          <p:cNvPicPr>
            <a:picLocks noChangeAspect="1" noChangeArrowheads="1"/>
          </p:cNvPicPr>
          <p:nvPr/>
        </p:nvPicPr>
        <p:blipFill rotWithShape="1">
          <a:blip r:embed="rId3">
            <a:extLst>
              <a:ext uri="{28A0092B-C50C-407E-A947-70E740481C1C}">
                <a14:useLocalDpi xmlns:a14="http://schemas.microsoft.com/office/drawing/2010/main" val="0"/>
              </a:ext>
            </a:extLst>
          </a:blip>
          <a:srcRect b="11935"/>
          <a:stretch/>
        </p:blipFill>
        <p:spPr bwMode="auto">
          <a:xfrm>
            <a:off x="195181" y="1916152"/>
            <a:ext cx="11852476" cy="31241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p:cNvSpPr>
            <a:spLocks noGrp="1"/>
          </p:cNvSpPr>
          <p:nvPr>
            <p:ph type="sldNum" sz="quarter" idx="12"/>
          </p:nvPr>
        </p:nvSpPr>
        <p:spPr/>
        <p:txBody>
          <a:bodyPr/>
          <a:lstStyle/>
          <a:p>
            <a:fld id="{5776AC22-00B8-47A7-833D-F03A60546104}" type="slidenum">
              <a:rPr lang="en-US" smtClean="0"/>
              <a:t>56</a:t>
            </a:fld>
            <a:endParaRPr lang="en-US"/>
          </a:p>
        </p:txBody>
      </p:sp>
      <p:sp>
        <p:nvSpPr>
          <p:cNvPr id="4" name="Rectangle 3"/>
          <p:cNvSpPr/>
          <p:nvPr/>
        </p:nvSpPr>
        <p:spPr>
          <a:xfrm>
            <a:off x="1853379" y="473323"/>
            <a:ext cx="8536080" cy="523220"/>
          </a:xfrm>
          <a:prstGeom prst="rect">
            <a:avLst/>
          </a:prstGeom>
        </p:spPr>
        <p:txBody>
          <a:bodyPr wrap="square">
            <a:spAutoFit/>
          </a:bodyPr>
          <a:lstStyle/>
          <a:p>
            <a:pPr algn="ctr"/>
            <a:r>
              <a:rPr lang="en-US" sz="2800" b="1" i="1" dirty="0">
                <a:solidFill>
                  <a:srgbClr val="C00000"/>
                </a:solidFill>
              </a:rPr>
              <a:t>sp</a:t>
            </a:r>
            <a:r>
              <a:rPr lang="en-US" sz="2800" b="1" baseline="30000" dirty="0">
                <a:solidFill>
                  <a:srgbClr val="C00000"/>
                </a:solidFill>
              </a:rPr>
              <a:t>2</a:t>
            </a:r>
            <a:r>
              <a:rPr lang="en-US" sz="2800" b="1" dirty="0">
                <a:solidFill>
                  <a:srgbClr val="C00000"/>
                </a:solidFill>
              </a:rPr>
              <a:t> Hybridization in </a:t>
            </a:r>
            <a:r>
              <a:rPr lang="en-US" sz="2800" b="1" dirty="0" err="1">
                <a:solidFill>
                  <a:srgbClr val="C00000"/>
                </a:solidFill>
              </a:rPr>
              <a:t>ethene</a:t>
            </a:r>
            <a:endParaRPr lang="en-US" sz="2800" b="1" dirty="0">
              <a:solidFill>
                <a:srgbClr val="C00000"/>
              </a:solidFill>
            </a:endParaRPr>
          </a:p>
        </p:txBody>
      </p:sp>
    </p:spTree>
    <p:extLst>
      <p:ext uri="{BB962C8B-B14F-4D97-AF65-F5344CB8AC3E}">
        <p14:creationId xmlns:p14="http://schemas.microsoft.com/office/powerpoint/2010/main" val="377052386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itle 1"/>
          <p:cNvSpPr>
            <a:spLocks noGrp="1"/>
          </p:cNvSpPr>
          <p:nvPr>
            <p:ph type="title"/>
          </p:nvPr>
        </p:nvSpPr>
        <p:spPr>
          <a:xfrm>
            <a:off x="1981200" y="228600"/>
            <a:ext cx="8229600" cy="1143000"/>
          </a:xfrm>
        </p:spPr>
        <p:txBody>
          <a:bodyPr/>
          <a:lstStyle/>
          <a:p>
            <a:pPr eaLnBrk="1" hangingPunct="1"/>
            <a:r>
              <a:rPr lang="en-US" sz="3200" b="1" dirty="0">
                <a:solidFill>
                  <a:srgbClr val="C00000"/>
                </a:solidFill>
                <a:latin typeface="Times New Roman" pitchFamily="36" charset="0"/>
                <a:cs typeface="Times New Roman" pitchFamily="36" charset="0"/>
              </a:rPr>
              <a:t>Summary of </a:t>
            </a:r>
            <a:r>
              <a:rPr lang="el-GR" sz="3200" b="1" dirty="0">
                <a:solidFill>
                  <a:srgbClr val="C00000"/>
                </a:solidFill>
                <a:latin typeface="Times New Roman" pitchFamily="36" charset="0"/>
                <a:cs typeface="Times New Roman" pitchFamily="36" charset="0"/>
              </a:rPr>
              <a:t>σ</a:t>
            </a:r>
            <a:r>
              <a:rPr lang="en-US" sz="3200" b="1" dirty="0">
                <a:solidFill>
                  <a:srgbClr val="C00000"/>
                </a:solidFill>
                <a:latin typeface="Times New Roman" pitchFamily="36" charset="0"/>
                <a:cs typeface="Times New Roman" pitchFamily="36" charset="0"/>
              </a:rPr>
              <a:t> - bonding in ethylene (C</a:t>
            </a:r>
            <a:r>
              <a:rPr lang="en-US" sz="3200" b="1" baseline="-25000" dirty="0">
                <a:solidFill>
                  <a:srgbClr val="C00000"/>
                </a:solidFill>
                <a:latin typeface="Times New Roman" pitchFamily="36" charset="0"/>
                <a:cs typeface="Times New Roman" pitchFamily="36" charset="0"/>
              </a:rPr>
              <a:t>2</a:t>
            </a:r>
            <a:r>
              <a:rPr lang="en-US" sz="3200" b="1" dirty="0">
                <a:solidFill>
                  <a:srgbClr val="C00000"/>
                </a:solidFill>
                <a:latin typeface="Times New Roman" pitchFamily="36" charset="0"/>
                <a:cs typeface="Times New Roman" pitchFamily="36" charset="0"/>
              </a:rPr>
              <a:t>H</a:t>
            </a:r>
            <a:r>
              <a:rPr lang="en-US" sz="3200" b="1" baseline="-25000" dirty="0">
                <a:solidFill>
                  <a:srgbClr val="C00000"/>
                </a:solidFill>
                <a:latin typeface="Times New Roman" pitchFamily="36" charset="0"/>
                <a:cs typeface="Times New Roman" pitchFamily="36" charset="0"/>
              </a:rPr>
              <a:t>4</a:t>
            </a:r>
            <a:r>
              <a:rPr lang="en-US" sz="3200" b="1" dirty="0">
                <a:solidFill>
                  <a:srgbClr val="C00000"/>
                </a:solidFill>
                <a:latin typeface="Times New Roman" pitchFamily="36" charset="0"/>
                <a:cs typeface="Times New Roman" pitchFamily="36" charset="0"/>
              </a:rPr>
              <a:t>)</a:t>
            </a:r>
          </a:p>
        </p:txBody>
      </p:sp>
      <p:sp>
        <p:nvSpPr>
          <p:cNvPr id="87043" name="Content Placeholder 2"/>
          <p:cNvSpPr>
            <a:spLocks noGrp="1"/>
          </p:cNvSpPr>
          <p:nvPr>
            <p:ph idx="1"/>
          </p:nvPr>
        </p:nvSpPr>
        <p:spPr>
          <a:xfrm>
            <a:off x="398352" y="1094731"/>
            <a:ext cx="11058054" cy="4525962"/>
          </a:xfrm>
        </p:spPr>
        <p:txBody>
          <a:bodyPr>
            <a:normAutofit/>
          </a:bodyPr>
          <a:lstStyle/>
          <a:p>
            <a:pPr algn="just" eaLnBrk="1" hangingPunct="1">
              <a:lnSpc>
                <a:spcPct val="150000"/>
              </a:lnSpc>
            </a:pPr>
            <a:r>
              <a:rPr lang="en-US" sz="2400" dirty="0">
                <a:latin typeface="Times New Roman" pitchFamily="36" charset="0"/>
                <a:cs typeface="Times New Roman" pitchFamily="36" charset="0"/>
              </a:rPr>
              <a:t>Each </a:t>
            </a:r>
            <a:r>
              <a:rPr lang="en-US" sz="2400" b="1" dirty="0">
                <a:latin typeface="Times New Roman" pitchFamily="36" charset="0"/>
                <a:cs typeface="Times New Roman" pitchFamily="36" charset="0"/>
              </a:rPr>
              <a:t>C ─ H </a:t>
            </a:r>
            <a:r>
              <a:rPr lang="el-GR" sz="2400" b="1" dirty="0">
                <a:latin typeface="Times New Roman" pitchFamily="36" charset="0"/>
                <a:cs typeface="Times New Roman" pitchFamily="36" charset="0"/>
              </a:rPr>
              <a:t>σ</a:t>
            </a:r>
            <a:r>
              <a:rPr lang="en-US" sz="2400" b="1" dirty="0">
                <a:latin typeface="Times New Roman" pitchFamily="36" charset="0"/>
                <a:cs typeface="Times New Roman" pitchFamily="36" charset="0"/>
              </a:rPr>
              <a:t>-bond </a:t>
            </a:r>
            <a:r>
              <a:rPr lang="en-US" sz="2400" dirty="0">
                <a:latin typeface="Times New Roman" pitchFamily="36" charset="0"/>
                <a:cs typeface="Times New Roman" pitchFamily="36" charset="0"/>
              </a:rPr>
              <a:t>is formed by the overlap of the </a:t>
            </a:r>
            <a:r>
              <a:rPr lang="en-US" sz="2400" b="1" dirty="0">
                <a:latin typeface="Times New Roman" pitchFamily="36" charset="0"/>
                <a:cs typeface="Times New Roman" pitchFamily="36" charset="0"/>
              </a:rPr>
              <a:t>sp</a:t>
            </a:r>
            <a:r>
              <a:rPr lang="en-US" sz="2400" b="1" baseline="30000" dirty="0">
                <a:latin typeface="Times New Roman" pitchFamily="36" charset="0"/>
                <a:cs typeface="Times New Roman" pitchFamily="36" charset="0"/>
              </a:rPr>
              <a:t>2</a:t>
            </a:r>
            <a:r>
              <a:rPr lang="en-US" sz="2400" dirty="0">
                <a:latin typeface="Times New Roman" pitchFamily="36" charset="0"/>
                <a:cs typeface="Times New Roman" pitchFamily="36" charset="0"/>
              </a:rPr>
              <a:t> hybridized orbital of </a:t>
            </a:r>
            <a:r>
              <a:rPr lang="en-US" sz="2400" b="1" dirty="0">
                <a:latin typeface="Times New Roman" pitchFamily="36" charset="0"/>
                <a:cs typeface="Times New Roman" pitchFamily="36" charset="0"/>
              </a:rPr>
              <a:t>C</a:t>
            </a:r>
            <a:r>
              <a:rPr lang="en-US" sz="2400" dirty="0">
                <a:latin typeface="Times New Roman" pitchFamily="36" charset="0"/>
                <a:cs typeface="Times New Roman" pitchFamily="36" charset="0"/>
              </a:rPr>
              <a:t> with the </a:t>
            </a:r>
            <a:r>
              <a:rPr lang="en-US" sz="2400" b="1" i="1" dirty="0">
                <a:latin typeface="Times New Roman" pitchFamily="36" charset="0"/>
                <a:cs typeface="Times New Roman" pitchFamily="36" charset="0"/>
              </a:rPr>
              <a:t>1s </a:t>
            </a:r>
            <a:r>
              <a:rPr lang="en-US" sz="2400" dirty="0">
                <a:latin typeface="Times New Roman" pitchFamily="36" charset="0"/>
                <a:cs typeface="Times New Roman" pitchFamily="36" charset="0"/>
              </a:rPr>
              <a:t>orbital of </a:t>
            </a:r>
            <a:r>
              <a:rPr lang="en-US" sz="2400" b="1" dirty="0">
                <a:latin typeface="Times New Roman" pitchFamily="36" charset="0"/>
                <a:cs typeface="Times New Roman" pitchFamily="36" charset="0"/>
              </a:rPr>
              <a:t>H-atom. </a:t>
            </a:r>
            <a:r>
              <a:rPr lang="en-US" sz="2400" dirty="0">
                <a:latin typeface="Times New Roman" pitchFamily="36" charset="0"/>
                <a:cs typeface="Times New Roman" pitchFamily="36" charset="0"/>
              </a:rPr>
              <a:t>Four out of the six </a:t>
            </a:r>
            <a:r>
              <a:rPr lang="en-US" sz="2400" b="1" dirty="0">
                <a:latin typeface="Times New Roman" pitchFamily="36" charset="0"/>
                <a:cs typeface="Times New Roman" pitchFamily="36" charset="0"/>
              </a:rPr>
              <a:t>sp</a:t>
            </a:r>
            <a:r>
              <a:rPr lang="en-US" sz="2400" b="1" baseline="30000" dirty="0">
                <a:latin typeface="Times New Roman" pitchFamily="36" charset="0"/>
                <a:cs typeface="Times New Roman" pitchFamily="36" charset="0"/>
              </a:rPr>
              <a:t>2</a:t>
            </a:r>
            <a:r>
              <a:rPr lang="en-US" sz="2400" dirty="0">
                <a:latin typeface="Times New Roman" pitchFamily="36" charset="0"/>
                <a:cs typeface="Times New Roman" pitchFamily="36" charset="0"/>
              </a:rPr>
              <a:t> hybridized orbital of the two </a:t>
            </a:r>
            <a:r>
              <a:rPr lang="en-US" sz="2400" b="1" dirty="0">
                <a:latin typeface="Times New Roman" pitchFamily="36" charset="0"/>
                <a:cs typeface="Times New Roman" pitchFamily="36" charset="0"/>
              </a:rPr>
              <a:t>C's </a:t>
            </a:r>
            <a:r>
              <a:rPr lang="en-US" sz="2400" dirty="0">
                <a:latin typeface="Times New Roman" pitchFamily="36" charset="0"/>
                <a:cs typeface="Times New Roman" pitchFamily="36" charset="0"/>
              </a:rPr>
              <a:t>are used up this way</a:t>
            </a:r>
            <a:endParaRPr lang="en-US" sz="2400" b="1" dirty="0">
              <a:latin typeface="Times New Roman" pitchFamily="36" charset="0"/>
              <a:cs typeface="Times New Roman" pitchFamily="36" charset="0"/>
            </a:endParaRPr>
          </a:p>
          <a:p>
            <a:pPr algn="just">
              <a:lnSpc>
                <a:spcPct val="150000"/>
              </a:lnSpc>
            </a:pPr>
            <a:r>
              <a:rPr lang="en-US" sz="2400" dirty="0">
                <a:latin typeface="Times New Roman" pitchFamily="36" charset="0"/>
                <a:cs typeface="Times New Roman" pitchFamily="36" charset="0"/>
              </a:rPr>
              <a:t>The remaining two </a:t>
            </a:r>
            <a:r>
              <a:rPr lang="en-US" sz="2400" b="1" dirty="0">
                <a:latin typeface="Times New Roman" pitchFamily="36" charset="0"/>
                <a:cs typeface="Times New Roman" pitchFamily="36" charset="0"/>
              </a:rPr>
              <a:t>sp</a:t>
            </a:r>
            <a:r>
              <a:rPr lang="en-US" sz="2400" b="1" baseline="30000" dirty="0">
                <a:latin typeface="Times New Roman" pitchFamily="36" charset="0"/>
                <a:cs typeface="Times New Roman" pitchFamily="36" charset="0"/>
              </a:rPr>
              <a:t>2</a:t>
            </a:r>
            <a:r>
              <a:rPr lang="en-US" sz="2400" dirty="0">
                <a:latin typeface="Times New Roman" pitchFamily="36" charset="0"/>
                <a:cs typeface="Times New Roman" pitchFamily="36" charset="0"/>
              </a:rPr>
              <a:t> hybridized orbitals of the two </a:t>
            </a:r>
            <a:r>
              <a:rPr lang="en-US" sz="2400" b="1" dirty="0">
                <a:latin typeface="Times New Roman" pitchFamily="36" charset="0"/>
                <a:cs typeface="Times New Roman" pitchFamily="36" charset="0"/>
              </a:rPr>
              <a:t>C's </a:t>
            </a:r>
            <a:r>
              <a:rPr lang="en-US" sz="2400" dirty="0">
                <a:latin typeface="Times New Roman" pitchFamily="36" charset="0"/>
                <a:cs typeface="Times New Roman" pitchFamily="36" charset="0"/>
              </a:rPr>
              <a:t>overlap with each other to form the </a:t>
            </a:r>
            <a:r>
              <a:rPr lang="en-US" sz="2400" b="1" dirty="0">
                <a:latin typeface="Times New Roman" pitchFamily="36" charset="0"/>
                <a:cs typeface="Times New Roman" pitchFamily="36" charset="0"/>
              </a:rPr>
              <a:t>C ─ C </a:t>
            </a:r>
            <a:r>
              <a:rPr lang="el-GR" sz="2400" b="1" dirty="0">
                <a:latin typeface="Times New Roman" pitchFamily="36" charset="0"/>
                <a:cs typeface="Times New Roman" pitchFamily="36" charset="0"/>
              </a:rPr>
              <a:t>σ</a:t>
            </a:r>
            <a:r>
              <a:rPr lang="en-US" sz="2400" b="1" dirty="0">
                <a:latin typeface="Times New Roman" pitchFamily="36" charset="0"/>
                <a:cs typeface="Times New Roman" pitchFamily="36" charset="0"/>
              </a:rPr>
              <a:t>-bond </a:t>
            </a:r>
            <a:endParaRPr lang="en-US" sz="2400" dirty="0">
              <a:latin typeface="Times New Roman" pitchFamily="36" charset="0"/>
              <a:cs typeface="Times New Roman" pitchFamily="36" charset="0"/>
            </a:endParaRPr>
          </a:p>
        </p:txBody>
      </p:sp>
      <p:sp>
        <p:nvSpPr>
          <p:cNvPr id="4" name="Slide Number Placeholder 3"/>
          <p:cNvSpPr>
            <a:spLocks noGrp="1"/>
          </p:cNvSpPr>
          <p:nvPr>
            <p:ph type="sldNum" sz="quarter" idx="12"/>
          </p:nvPr>
        </p:nvSpPr>
        <p:spPr/>
        <p:txBody>
          <a:bodyPr/>
          <a:lstStyle/>
          <a:p>
            <a:pPr>
              <a:defRPr/>
            </a:pPr>
            <a:fld id="{DBA633A6-2A50-42F8-B808-4C7A8B78C802}" type="slidenum">
              <a:rPr lang="en-US" smtClean="0"/>
              <a:pPr>
                <a:defRPr/>
              </a:pPr>
              <a:t>57</a:t>
            </a:fld>
            <a:endParaRPr lang="en-US"/>
          </a:p>
        </p:txBody>
      </p:sp>
      <p:pic>
        <p:nvPicPr>
          <p:cNvPr id="87045" name="Picture 3" descr="09_24"/>
          <p:cNvPicPr>
            <a:picLocks noChangeAspect="1" noChangeArrowheads="1"/>
          </p:cNvPicPr>
          <p:nvPr/>
        </p:nvPicPr>
        <p:blipFill>
          <a:blip r:embed="rId2" cstate="print"/>
          <a:srcRect b="7288"/>
          <a:stretch>
            <a:fillRect/>
          </a:stretch>
        </p:blipFill>
        <p:spPr bwMode="auto">
          <a:xfrm>
            <a:off x="2482506" y="3976734"/>
            <a:ext cx="7499694" cy="288126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31926639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Title 1"/>
          <p:cNvSpPr>
            <a:spLocks noGrp="1"/>
          </p:cNvSpPr>
          <p:nvPr>
            <p:ph type="title"/>
          </p:nvPr>
        </p:nvSpPr>
        <p:spPr>
          <a:xfrm>
            <a:off x="1981200" y="152400"/>
            <a:ext cx="8229600" cy="1143000"/>
          </a:xfrm>
        </p:spPr>
        <p:txBody>
          <a:bodyPr/>
          <a:lstStyle/>
          <a:p>
            <a:pPr eaLnBrk="1" hangingPunct="1"/>
            <a:r>
              <a:rPr lang="en-US" sz="3200" b="1" dirty="0">
                <a:solidFill>
                  <a:srgbClr val="C00000"/>
                </a:solidFill>
                <a:latin typeface="Times New Roman" pitchFamily="36" charset="0"/>
                <a:cs typeface="Times New Roman" pitchFamily="36" charset="0"/>
              </a:rPr>
              <a:t>Summary of </a:t>
            </a:r>
            <a:r>
              <a:rPr lang="el-GR" sz="3200" b="1" dirty="0">
                <a:solidFill>
                  <a:srgbClr val="C00000"/>
                </a:solidFill>
                <a:latin typeface="Times New Roman" pitchFamily="36" charset="0"/>
                <a:cs typeface="Times New Roman" pitchFamily="36" charset="0"/>
              </a:rPr>
              <a:t>π</a:t>
            </a:r>
            <a:r>
              <a:rPr lang="en-US" sz="3200" b="1" dirty="0">
                <a:solidFill>
                  <a:srgbClr val="C00000"/>
                </a:solidFill>
                <a:latin typeface="Times New Roman" pitchFamily="36" charset="0"/>
                <a:cs typeface="Times New Roman" pitchFamily="36" charset="0"/>
              </a:rPr>
              <a:t> - bonding in ethylene (C</a:t>
            </a:r>
            <a:r>
              <a:rPr lang="en-US" sz="3200" b="1" baseline="-25000" dirty="0">
                <a:solidFill>
                  <a:srgbClr val="C00000"/>
                </a:solidFill>
                <a:latin typeface="Times New Roman" pitchFamily="36" charset="0"/>
                <a:cs typeface="Times New Roman" pitchFamily="36" charset="0"/>
              </a:rPr>
              <a:t>2</a:t>
            </a:r>
            <a:r>
              <a:rPr lang="en-US" sz="3200" b="1" dirty="0">
                <a:solidFill>
                  <a:srgbClr val="C00000"/>
                </a:solidFill>
                <a:latin typeface="Times New Roman" pitchFamily="36" charset="0"/>
                <a:cs typeface="Times New Roman" pitchFamily="36" charset="0"/>
              </a:rPr>
              <a:t>H</a:t>
            </a:r>
            <a:r>
              <a:rPr lang="en-US" sz="3200" b="1" baseline="-25000" dirty="0">
                <a:solidFill>
                  <a:srgbClr val="C00000"/>
                </a:solidFill>
                <a:latin typeface="Times New Roman" pitchFamily="36" charset="0"/>
                <a:cs typeface="Times New Roman" pitchFamily="36" charset="0"/>
              </a:rPr>
              <a:t>4</a:t>
            </a:r>
            <a:r>
              <a:rPr lang="en-US" sz="3200" b="1" dirty="0">
                <a:solidFill>
                  <a:srgbClr val="C00000"/>
                </a:solidFill>
                <a:latin typeface="Times New Roman" pitchFamily="36" charset="0"/>
                <a:cs typeface="Times New Roman" pitchFamily="36" charset="0"/>
              </a:rPr>
              <a:t>)</a:t>
            </a:r>
          </a:p>
        </p:txBody>
      </p:sp>
      <p:sp>
        <p:nvSpPr>
          <p:cNvPr id="88068" name="Content Placeholder 2"/>
          <p:cNvSpPr>
            <a:spLocks noGrp="1"/>
          </p:cNvSpPr>
          <p:nvPr>
            <p:ph idx="1"/>
          </p:nvPr>
        </p:nvSpPr>
        <p:spPr>
          <a:xfrm>
            <a:off x="592247" y="845344"/>
            <a:ext cx="10534461" cy="4525963"/>
          </a:xfrm>
        </p:spPr>
        <p:txBody>
          <a:bodyPr>
            <a:noAutofit/>
          </a:bodyPr>
          <a:lstStyle/>
          <a:p>
            <a:pPr algn="just" eaLnBrk="1" hangingPunct="1">
              <a:lnSpc>
                <a:spcPct val="150000"/>
              </a:lnSpc>
            </a:pPr>
            <a:r>
              <a:rPr lang="en-US" sz="2400" dirty="0">
                <a:latin typeface="Times New Roman" pitchFamily="36" charset="0"/>
                <a:cs typeface="Times New Roman" pitchFamily="36" charset="0"/>
              </a:rPr>
              <a:t>Each </a:t>
            </a:r>
            <a:r>
              <a:rPr lang="en-US" sz="2400" b="1" dirty="0">
                <a:latin typeface="Times New Roman" pitchFamily="36" charset="0"/>
                <a:cs typeface="Times New Roman" pitchFamily="36" charset="0"/>
              </a:rPr>
              <a:t>C</a:t>
            </a:r>
            <a:r>
              <a:rPr lang="en-US" sz="2400" dirty="0">
                <a:latin typeface="Times New Roman" pitchFamily="36" charset="0"/>
                <a:cs typeface="Times New Roman" pitchFamily="36" charset="0"/>
              </a:rPr>
              <a:t> has </a:t>
            </a:r>
            <a:r>
              <a:rPr lang="en-US" sz="2400" b="1" dirty="0">
                <a:latin typeface="Times New Roman" pitchFamily="36" charset="0"/>
                <a:cs typeface="Times New Roman" pitchFamily="36" charset="0"/>
              </a:rPr>
              <a:t>4 valence electrons</a:t>
            </a:r>
          </a:p>
          <a:p>
            <a:pPr algn="just" eaLnBrk="1" hangingPunct="1">
              <a:lnSpc>
                <a:spcPct val="150000"/>
              </a:lnSpc>
            </a:pPr>
            <a:r>
              <a:rPr lang="en-US" sz="2400" dirty="0">
                <a:latin typeface="Times New Roman" pitchFamily="36" charset="0"/>
                <a:cs typeface="Times New Roman" pitchFamily="36" charset="0"/>
              </a:rPr>
              <a:t>During </a:t>
            </a:r>
            <a:r>
              <a:rPr lang="en-US" sz="2400" b="1" dirty="0">
                <a:latin typeface="Times New Roman" pitchFamily="36" charset="0"/>
                <a:cs typeface="Times New Roman" pitchFamily="36" charset="0"/>
              </a:rPr>
              <a:t>sp</a:t>
            </a:r>
            <a:r>
              <a:rPr lang="en-US" sz="2400" b="1" baseline="30000" dirty="0">
                <a:latin typeface="Times New Roman" pitchFamily="36" charset="0"/>
                <a:cs typeface="Times New Roman" pitchFamily="36" charset="0"/>
              </a:rPr>
              <a:t>2</a:t>
            </a:r>
            <a:r>
              <a:rPr lang="en-US" sz="2400" b="1" dirty="0">
                <a:latin typeface="Times New Roman" pitchFamily="36" charset="0"/>
                <a:cs typeface="Times New Roman" pitchFamily="36" charset="0"/>
              </a:rPr>
              <a:t> hybridization </a:t>
            </a:r>
            <a:r>
              <a:rPr lang="en-US" sz="2400" dirty="0">
                <a:latin typeface="Times New Roman" pitchFamily="36" charset="0"/>
                <a:cs typeface="Times New Roman" pitchFamily="36" charset="0"/>
              </a:rPr>
              <a:t>only </a:t>
            </a:r>
            <a:r>
              <a:rPr lang="en-US" sz="2400" b="1" dirty="0">
                <a:latin typeface="Times New Roman" pitchFamily="36" charset="0"/>
                <a:cs typeface="Times New Roman" pitchFamily="36" charset="0"/>
              </a:rPr>
              <a:t>one 2s </a:t>
            </a:r>
            <a:r>
              <a:rPr lang="en-US" sz="2400" dirty="0">
                <a:latin typeface="Times New Roman" pitchFamily="36" charset="0"/>
                <a:cs typeface="Times New Roman" pitchFamily="36" charset="0"/>
              </a:rPr>
              <a:t>and </a:t>
            </a:r>
            <a:r>
              <a:rPr lang="en-US" sz="2400" b="1" dirty="0">
                <a:latin typeface="Times New Roman" pitchFamily="36" charset="0"/>
                <a:cs typeface="Times New Roman" pitchFamily="36" charset="0"/>
              </a:rPr>
              <a:t>two 2p </a:t>
            </a:r>
            <a:r>
              <a:rPr lang="en-US" sz="2400" dirty="0" err="1">
                <a:latin typeface="Times New Roman" pitchFamily="36" charset="0"/>
                <a:cs typeface="Times New Roman" pitchFamily="36" charset="0"/>
              </a:rPr>
              <a:t>orbitals</a:t>
            </a:r>
            <a:r>
              <a:rPr lang="en-US" sz="2400" dirty="0">
                <a:latin typeface="Times New Roman" pitchFamily="36" charset="0"/>
                <a:cs typeface="Times New Roman" pitchFamily="36" charset="0"/>
              </a:rPr>
              <a:t> are used</a:t>
            </a:r>
          </a:p>
          <a:p>
            <a:pPr algn="just" eaLnBrk="1" hangingPunct="1">
              <a:lnSpc>
                <a:spcPct val="150000"/>
              </a:lnSpc>
            </a:pPr>
            <a:r>
              <a:rPr lang="en-US" sz="2400" dirty="0">
                <a:latin typeface="Times New Roman" pitchFamily="36" charset="0"/>
                <a:cs typeface="Times New Roman" pitchFamily="36" charset="0"/>
              </a:rPr>
              <a:t>The remaining </a:t>
            </a:r>
            <a:r>
              <a:rPr lang="en-US" sz="2400" b="1" dirty="0" err="1">
                <a:latin typeface="Times New Roman" pitchFamily="36" charset="0"/>
                <a:cs typeface="Times New Roman" pitchFamily="36" charset="0"/>
              </a:rPr>
              <a:t>unhybridized</a:t>
            </a:r>
            <a:r>
              <a:rPr lang="en-US" sz="2400" b="1" dirty="0">
                <a:latin typeface="Times New Roman" pitchFamily="36" charset="0"/>
                <a:cs typeface="Times New Roman" pitchFamily="36" charset="0"/>
              </a:rPr>
              <a:t> 2p orbital </a:t>
            </a:r>
            <a:r>
              <a:rPr lang="en-US" sz="2400" dirty="0">
                <a:latin typeface="Times New Roman" pitchFamily="36" charset="0"/>
                <a:cs typeface="Times New Roman" pitchFamily="36" charset="0"/>
              </a:rPr>
              <a:t>still has one electron left</a:t>
            </a:r>
          </a:p>
          <a:p>
            <a:pPr algn="just">
              <a:lnSpc>
                <a:spcPct val="150000"/>
              </a:lnSpc>
            </a:pPr>
            <a:r>
              <a:rPr lang="en-US" sz="2400" dirty="0">
                <a:latin typeface="Times New Roman" pitchFamily="36" charset="0"/>
                <a:cs typeface="Times New Roman" pitchFamily="36" charset="0"/>
              </a:rPr>
              <a:t>These two </a:t>
            </a:r>
            <a:r>
              <a:rPr lang="en-US" sz="2400" b="1" dirty="0">
                <a:latin typeface="Times New Roman" pitchFamily="36" charset="0"/>
                <a:cs typeface="Times New Roman" pitchFamily="36" charset="0"/>
              </a:rPr>
              <a:t>2p</a:t>
            </a:r>
            <a:r>
              <a:rPr lang="en-US" sz="2400" dirty="0">
                <a:latin typeface="Times New Roman" pitchFamily="36" charset="0"/>
                <a:cs typeface="Times New Roman" pitchFamily="36" charset="0"/>
              </a:rPr>
              <a:t> </a:t>
            </a:r>
            <a:r>
              <a:rPr lang="en-US" sz="2400" b="1" dirty="0">
                <a:latin typeface="Times New Roman" pitchFamily="36" charset="0"/>
                <a:cs typeface="Times New Roman" pitchFamily="36" charset="0"/>
              </a:rPr>
              <a:t>orbitals overlap sideways </a:t>
            </a:r>
            <a:r>
              <a:rPr lang="en-US" sz="2400" dirty="0">
                <a:latin typeface="Times New Roman" pitchFamily="36" charset="0"/>
                <a:cs typeface="Times New Roman" pitchFamily="36" charset="0"/>
              </a:rPr>
              <a:t>to form the </a:t>
            </a:r>
            <a:r>
              <a:rPr lang="en-US" sz="2400" b="1" dirty="0">
                <a:latin typeface="Times New Roman" pitchFamily="36" charset="0"/>
                <a:cs typeface="Times New Roman" pitchFamily="36" charset="0"/>
              </a:rPr>
              <a:t>C ═ C </a:t>
            </a:r>
            <a:r>
              <a:rPr lang="el-GR" sz="2400" b="1" dirty="0">
                <a:latin typeface="Times New Roman" pitchFamily="36" charset="0"/>
                <a:cs typeface="Times New Roman" pitchFamily="36" charset="0"/>
              </a:rPr>
              <a:t>π</a:t>
            </a:r>
            <a:r>
              <a:rPr lang="en-US" sz="2400" b="1" dirty="0">
                <a:latin typeface="Times New Roman" pitchFamily="36" charset="0"/>
                <a:cs typeface="Times New Roman" pitchFamily="36" charset="0"/>
              </a:rPr>
              <a:t>-bond</a:t>
            </a:r>
          </a:p>
          <a:p>
            <a:pPr algn="just">
              <a:lnSpc>
                <a:spcPct val="150000"/>
              </a:lnSpc>
            </a:pPr>
            <a:r>
              <a:rPr lang="en-US" sz="2400" dirty="0">
                <a:latin typeface="Times New Roman" pitchFamily="36" charset="0"/>
                <a:cs typeface="Times New Roman" pitchFamily="36" charset="0"/>
              </a:rPr>
              <a:t>The electron density in the </a:t>
            </a:r>
            <a:r>
              <a:rPr lang="el-GR" sz="2400" b="1" dirty="0">
                <a:latin typeface="Times New Roman" pitchFamily="36" charset="0"/>
                <a:cs typeface="Times New Roman" pitchFamily="36" charset="0"/>
              </a:rPr>
              <a:t>π</a:t>
            </a:r>
            <a:r>
              <a:rPr lang="en-US" sz="2400" b="1" dirty="0">
                <a:latin typeface="Times New Roman" pitchFamily="36" charset="0"/>
                <a:cs typeface="Times New Roman" pitchFamily="36" charset="0"/>
              </a:rPr>
              <a:t>-bond </a:t>
            </a:r>
            <a:r>
              <a:rPr lang="en-US" sz="2400" dirty="0">
                <a:latin typeface="Times New Roman" pitchFamily="36" charset="0"/>
                <a:cs typeface="Times New Roman" pitchFamily="36" charset="0"/>
              </a:rPr>
              <a:t>is located </a:t>
            </a:r>
            <a:r>
              <a:rPr lang="en-US" sz="2400" b="1" dirty="0">
                <a:latin typeface="Times New Roman" pitchFamily="36" charset="0"/>
                <a:cs typeface="Times New Roman" pitchFamily="36" charset="0"/>
              </a:rPr>
              <a:t>above and below </a:t>
            </a:r>
            <a:r>
              <a:rPr lang="en-US" sz="2400" dirty="0">
                <a:latin typeface="Times New Roman" pitchFamily="36" charset="0"/>
                <a:cs typeface="Times New Roman" pitchFamily="36" charset="0"/>
              </a:rPr>
              <a:t>the </a:t>
            </a:r>
            <a:r>
              <a:rPr lang="en-US" sz="2400" b="1" dirty="0">
                <a:latin typeface="Times New Roman" pitchFamily="36" charset="0"/>
                <a:cs typeface="Times New Roman" pitchFamily="36" charset="0"/>
              </a:rPr>
              <a:t>C ─ C </a:t>
            </a:r>
            <a:r>
              <a:rPr lang="el-GR" sz="2400" b="1" dirty="0">
                <a:latin typeface="Times New Roman" pitchFamily="36" charset="0"/>
                <a:cs typeface="Times New Roman" pitchFamily="36" charset="0"/>
              </a:rPr>
              <a:t>σ</a:t>
            </a:r>
            <a:r>
              <a:rPr lang="en-US" sz="2400" b="1" dirty="0">
                <a:latin typeface="Times New Roman" pitchFamily="36" charset="0"/>
                <a:cs typeface="Times New Roman" pitchFamily="36" charset="0"/>
              </a:rPr>
              <a:t>-bond axis</a:t>
            </a:r>
          </a:p>
        </p:txBody>
      </p:sp>
      <p:sp>
        <p:nvSpPr>
          <p:cNvPr id="4" name="Slide Number Placeholder 3"/>
          <p:cNvSpPr>
            <a:spLocks noGrp="1"/>
          </p:cNvSpPr>
          <p:nvPr>
            <p:ph type="sldNum" sz="quarter" idx="12"/>
          </p:nvPr>
        </p:nvSpPr>
        <p:spPr/>
        <p:txBody>
          <a:bodyPr/>
          <a:lstStyle/>
          <a:p>
            <a:pPr>
              <a:defRPr/>
            </a:pPr>
            <a:fld id="{D1DAE05D-7753-49A8-B1B2-BDF055045C18}" type="slidenum">
              <a:rPr lang="en-US" smtClean="0"/>
              <a:pPr>
                <a:defRPr/>
              </a:pPr>
              <a:t>58</a:t>
            </a:fld>
            <a:endParaRPr lang="en-US"/>
          </a:p>
        </p:txBody>
      </p:sp>
      <p:grpSp>
        <p:nvGrpSpPr>
          <p:cNvPr id="11" name="Group 10"/>
          <p:cNvGrpSpPr/>
          <p:nvPr/>
        </p:nvGrpSpPr>
        <p:grpSpPr>
          <a:xfrm>
            <a:off x="3563769" y="4098326"/>
            <a:ext cx="6531122" cy="2623149"/>
            <a:chOff x="2095803" y="4114800"/>
            <a:chExt cx="4165297" cy="2253826"/>
          </a:xfrm>
        </p:grpSpPr>
        <p:pic>
          <p:nvPicPr>
            <p:cNvPr id="88066" name="Picture 3" descr="09_25"/>
            <p:cNvPicPr>
              <a:picLocks noChangeAspect="1" noChangeArrowheads="1"/>
            </p:cNvPicPr>
            <p:nvPr/>
          </p:nvPicPr>
          <p:blipFill>
            <a:blip r:embed="rId2" cstate="print"/>
            <a:srcRect l="54536" b="11505"/>
            <a:stretch>
              <a:fillRect/>
            </a:stretch>
          </p:blipFill>
          <p:spPr bwMode="auto">
            <a:xfrm>
              <a:off x="2971800" y="4114800"/>
              <a:ext cx="3289300" cy="2166839"/>
            </a:xfrm>
            <a:prstGeom prst="rect">
              <a:avLst/>
            </a:prstGeom>
            <a:ln>
              <a:noFill/>
            </a:ln>
            <a:effectLst>
              <a:outerShdw blurRad="292100" dist="139700" dir="2700000" algn="tl" rotWithShape="0">
                <a:srgbClr val="333333">
                  <a:alpha val="65000"/>
                </a:srgbClr>
              </a:outerShdw>
            </a:effectLst>
          </p:spPr>
        </p:pic>
        <p:sp>
          <p:nvSpPr>
            <p:cNvPr id="8" name="Rectangle 7"/>
            <p:cNvSpPr/>
            <p:nvPr/>
          </p:nvSpPr>
          <p:spPr>
            <a:xfrm>
              <a:off x="2971800" y="5715000"/>
              <a:ext cx="228600" cy="533400"/>
            </a:xfrm>
            <a:prstGeom prst="rect">
              <a:avLst/>
            </a:prstGeom>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lang="en-US"/>
            </a:p>
          </p:txBody>
        </p:sp>
        <p:sp>
          <p:nvSpPr>
            <p:cNvPr id="88071" name="TextBox 6"/>
            <p:cNvSpPr txBox="1">
              <a:spLocks noChangeArrowheads="1"/>
            </p:cNvSpPr>
            <p:nvPr/>
          </p:nvSpPr>
          <p:spPr bwMode="auto">
            <a:xfrm>
              <a:off x="2095803" y="5575295"/>
              <a:ext cx="1153326" cy="793331"/>
            </a:xfrm>
            <a:prstGeom prst="rect">
              <a:avLst/>
            </a:prstGeom>
            <a:noFill/>
            <a:ln w="9525">
              <a:noFill/>
              <a:miter lim="800000"/>
              <a:headEnd/>
              <a:tailEnd/>
            </a:ln>
          </p:spPr>
          <p:txBody>
            <a:bodyPr wrap="square">
              <a:spAutoFit/>
            </a:bodyPr>
            <a:lstStyle/>
            <a:p>
              <a:pPr>
                <a:lnSpc>
                  <a:spcPct val="150000"/>
                </a:lnSpc>
              </a:pPr>
              <a:r>
                <a:rPr lang="en-US" b="1" dirty="0"/>
                <a:t>Two lobes of one</a:t>
              </a:r>
            </a:p>
            <a:p>
              <a:pPr>
                <a:lnSpc>
                  <a:spcPct val="150000"/>
                </a:lnSpc>
              </a:pPr>
              <a:r>
                <a:rPr lang="en-US" b="1" dirty="0"/>
                <a:t>π-bond</a:t>
              </a:r>
            </a:p>
          </p:txBody>
        </p:sp>
      </p:grpSp>
    </p:spTree>
    <p:extLst>
      <p:ext uri="{BB962C8B-B14F-4D97-AF65-F5344CB8AC3E}">
        <p14:creationId xmlns:p14="http://schemas.microsoft.com/office/powerpoint/2010/main" val="4743002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itle 1"/>
          <p:cNvSpPr>
            <a:spLocks noGrp="1"/>
          </p:cNvSpPr>
          <p:nvPr>
            <p:ph type="title"/>
          </p:nvPr>
        </p:nvSpPr>
        <p:spPr/>
        <p:txBody>
          <a:bodyPr/>
          <a:lstStyle/>
          <a:p>
            <a:pPr algn="ctr" eaLnBrk="1" hangingPunct="1"/>
            <a:r>
              <a:rPr lang="en-US" sz="3200" b="1" dirty="0">
                <a:solidFill>
                  <a:srgbClr val="C00000"/>
                </a:solidFill>
                <a:latin typeface="Times New Roman" pitchFamily="36" charset="0"/>
                <a:cs typeface="Times New Roman" pitchFamily="36" charset="0"/>
              </a:rPr>
              <a:t>Summary of bonding in ethylene (C</a:t>
            </a:r>
            <a:r>
              <a:rPr lang="en-US" sz="3200" b="1" baseline="-25000" dirty="0">
                <a:solidFill>
                  <a:srgbClr val="C00000"/>
                </a:solidFill>
                <a:latin typeface="Times New Roman" pitchFamily="36" charset="0"/>
                <a:cs typeface="Times New Roman" pitchFamily="36" charset="0"/>
              </a:rPr>
              <a:t>2</a:t>
            </a:r>
            <a:r>
              <a:rPr lang="en-US" sz="3200" b="1" dirty="0">
                <a:solidFill>
                  <a:srgbClr val="C00000"/>
                </a:solidFill>
                <a:latin typeface="Times New Roman" pitchFamily="36" charset="0"/>
                <a:cs typeface="Times New Roman" pitchFamily="36" charset="0"/>
              </a:rPr>
              <a:t>H</a:t>
            </a:r>
            <a:r>
              <a:rPr lang="en-US" sz="3200" b="1" baseline="-25000" dirty="0">
                <a:solidFill>
                  <a:srgbClr val="C00000"/>
                </a:solidFill>
                <a:latin typeface="Times New Roman" pitchFamily="36" charset="0"/>
                <a:cs typeface="Times New Roman" pitchFamily="36" charset="0"/>
              </a:rPr>
              <a:t>4</a:t>
            </a:r>
            <a:r>
              <a:rPr lang="en-US" sz="3200" b="1" dirty="0">
                <a:solidFill>
                  <a:srgbClr val="C00000"/>
                </a:solidFill>
                <a:latin typeface="Times New Roman" pitchFamily="36" charset="0"/>
                <a:cs typeface="Times New Roman" pitchFamily="36" charset="0"/>
              </a:rPr>
              <a:t>)</a:t>
            </a:r>
          </a:p>
        </p:txBody>
      </p:sp>
      <p:sp>
        <p:nvSpPr>
          <p:cNvPr id="89091" name="Content Placeholder 2"/>
          <p:cNvSpPr>
            <a:spLocks noGrp="1"/>
          </p:cNvSpPr>
          <p:nvPr>
            <p:ph idx="1"/>
          </p:nvPr>
        </p:nvSpPr>
        <p:spPr>
          <a:xfrm>
            <a:off x="297255" y="1262960"/>
            <a:ext cx="11597489" cy="4525963"/>
          </a:xfrm>
        </p:spPr>
        <p:txBody>
          <a:bodyPr>
            <a:normAutofit/>
          </a:bodyPr>
          <a:lstStyle/>
          <a:p>
            <a:pPr algn="just" eaLnBrk="1" hangingPunct="1">
              <a:lnSpc>
                <a:spcPct val="150000"/>
              </a:lnSpc>
            </a:pPr>
            <a:r>
              <a:rPr lang="en-US" sz="2400" dirty="0">
                <a:latin typeface="Times New Roman" pitchFamily="36" charset="0"/>
                <a:cs typeface="Times New Roman" pitchFamily="36" charset="0"/>
              </a:rPr>
              <a:t>The electron density in the </a:t>
            </a:r>
            <a:r>
              <a:rPr lang="el-GR" sz="2400" b="1" dirty="0">
                <a:latin typeface="Times New Roman" pitchFamily="36" charset="0"/>
                <a:cs typeface="Times New Roman" pitchFamily="36" charset="0"/>
              </a:rPr>
              <a:t>σ</a:t>
            </a:r>
            <a:r>
              <a:rPr lang="en-US" sz="2400" b="1" dirty="0">
                <a:latin typeface="Times New Roman" pitchFamily="36" charset="0"/>
                <a:cs typeface="Times New Roman" pitchFamily="36" charset="0"/>
              </a:rPr>
              <a:t>-bond </a:t>
            </a:r>
            <a:r>
              <a:rPr lang="en-US" sz="2400" dirty="0">
                <a:latin typeface="Times New Roman" pitchFamily="36" charset="0"/>
                <a:cs typeface="Times New Roman" pitchFamily="36" charset="0"/>
              </a:rPr>
              <a:t>is </a:t>
            </a:r>
            <a:r>
              <a:rPr lang="en-US" sz="2400" b="1" dirty="0">
                <a:latin typeface="Times New Roman" pitchFamily="36" charset="0"/>
                <a:cs typeface="Times New Roman" pitchFamily="36" charset="0"/>
              </a:rPr>
              <a:t>along the line joining the two nuclei</a:t>
            </a:r>
            <a:r>
              <a:rPr lang="en-US" sz="2400" dirty="0">
                <a:latin typeface="Times New Roman" pitchFamily="36" charset="0"/>
                <a:cs typeface="Times New Roman" pitchFamily="36" charset="0"/>
              </a:rPr>
              <a:t> i.e. </a:t>
            </a:r>
            <a:r>
              <a:rPr lang="en-US" sz="2400" b="1" i="1" dirty="0">
                <a:latin typeface="Times New Roman" pitchFamily="36" charset="0"/>
                <a:cs typeface="Times New Roman" pitchFamily="36" charset="0"/>
              </a:rPr>
              <a:t>the </a:t>
            </a:r>
            <a:r>
              <a:rPr lang="en-US" sz="2400" b="1" i="1" dirty="0" err="1">
                <a:latin typeface="Times New Roman" pitchFamily="36" charset="0"/>
                <a:cs typeface="Times New Roman" pitchFamily="36" charset="0"/>
              </a:rPr>
              <a:t>internuclear</a:t>
            </a:r>
            <a:r>
              <a:rPr lang="en-US" sz="2400" b="1" i="1" dirty="0">
                <a:latin typeface="Times New Roman" pitchFamily="36" charset="0"/>
                <a:cs typeface="Times New Roman" pitchFamily="36" charset="0"/>
              </a:rPr>
              <a:t> axis</a:t>
            </a:r>
          </a:p>
          <a:p>
            <a:pPr algn="just" eaLnBrk="1" hangingPunct="1">
              <a:lnSpc>
                <a:spcPct val="150000"/>
              </a:lnSpc>
            </a:pPr>
            <a:r>
              <a:rPr lang="en-US" sz="2400" dirty="0">
                <a:latin typeface="Times New Roman" pitchFamily="36" charset="0"/>
                <a:cs typeface="Times New Roman" pitchFamily="36" charset="0"/>
              </a:rPr>
              <a:t>The electron density in the </a:t>
            </a:r>
            <a:r>
              <a:rPr lang="el-GR" sz="2400" b="1" dirty="0">
                <a:latin typeface="Times New Roman" pitchFamily="36" charset="0"/>
                <a:cs typeface="Times New Roman" pitchFamily="36" charset="0"/>
              </a:rPr>
              <a:t>π</a:t>
            </a:r>
            <a:r>
              <a:rPr lang="en-US" sz="2400" b="1" dirty="0">
                <a:latin typeface="Times New Roman" pitchFamily="36" charset="0"/>
                <a:cs typeface="Times New Roman" pitchFamily="36" charset="0"/>
              </a:rPr>
              <a:t>-bond </a:t>
            </a:r>
            <a:r>
              <a:rPr lang="en-US" sz="2400" dirty="0">
                <a:latin typeface="Times New Roman" pitchFamily="36" charset="0"/>
                <a:cs typeface="Times New Roman" pitchFamily="36" charset="0"/>
              </a:rPr>
              <a:t>is in a </a:t>
            </a:r>
            <a:r>
              <a:rPr lang="en-US" sz="2400" b="1" dirty="0">
                <a:latin typeface="Times New Roman" pitchFamily="36" charset="0"/>
                <a:cs typeface="Times New Roman" pitchFamily="36" charset="0"/>
              </a:rPr>
              <a:t>plane</a:t>
            </a:r>
            <a:r>
              <a:rPr lang="en-US" sz="2400" dirty="0">
                <a:latin typeface="Times New Roman" pitchFamily="36" charset="0"/>
                <a:cs typeface="Times New Roman" pitchFamily="36" charset="0"/>
              </a:rPr>
              <a:t> </a:t>
            </a:r>
            <a:r>
              <a:rPr lang="en-US" sz="2400" b="1" dirty="0">
                <a:latin typeface="Times New Roman" pitchFamily="36" charset="0"/>
                <a:cs typeface="Times New Roman" pitchFamily="36" charset="0"/>
              </a:rPr>
              <a:t>perpendicular to the </a:t>
            </a:r>
            <a:r>
              <a:rPr lang="en-US" sz="2400" b="1" i="1" dirty="0" err="1">
                <a:latin typeface="Times New Roman" pitchFamily="36" charset="0"/>
                <a:cs typeface="Times New Roman" pitchFamily="36" charset="0"/>
              </a:rPr>
              <a:t>internuclear</a:t>
            </a:r>
            <a:r>
              <a:rPr lang="en-US" sz="2400" b="1" i="1" dirty="0">
                <a:latin typeface="Times New Roman" pitchFamily="36" charset="0"/>
                <a:cs typeface="Times New Roman" pitchFamily="36" charset="0"/>
              </a:rPr>
              <a:t> axis</a:t>
            </a:r>
            <a:r>
              <a:rPr lang="en-US" sz="2400" dirty="0">
                <a:latin typeface="Times New Roman" pitchFamily="36" charset="0"/>
                <a:cs typeface="Times New Roman" pitchFamily="36" charset="0"/>
              </a:rPr>
              <a:t>, and lies </a:t>
            </a:r>
            <a:r>
              <a:rPr lang="en-US" sz="2400" b="1" dirty="0">
                <a:latin typeface="Times New Roman" pitchFamily="36" charset="0"/>
                <a:cs typeface="Times New Roman" pitchFamily="36" charset="0"/>
              </a:rPr>
              <a:t>above and below</a:t>
            </a:r>
            <a:r>
              <a:rPr lang="en-US" sz="2400" dirty="0">
                <a:latin typeface="Times New Roman" pitchFamily="36" charset="0"/>
                <a:cs typeface="Times New Roman" pitchFamily="36" charset="0"/>
              </a:rPr>
              <a:t> this </a:t>
            </a:r>
            <a:r>
              <a:rPr lang="en-US" sz="2400" b="1" dirty="0">
                <a:latin typeface="Times New Roman" pitchFamily="36" charset="0"/>
                <a:cs typeface="Times New Roman" pitchFamily="36" charset="0"/>
              </a:rPr>
              <a:t>plane bearing the </a:t>
            </a:r>
            <a:r>
              <a:rPr lang="en-US" sz="2400" b="1" i="1" dirty="0" err="1">
                <a:latin typeface="Times New Roman" pitchFamily="36" charset="0"/>
                <a:cs typeface="Times New Roman" pitchFamily="36" charset="0"/>
              </a:rPr>
              <a:t>internuclear</a:t>
            </a:r>
            <a:r>
              <a:rPr lang="en-US" sz="2400" b="1" i="1" dirty="0">
                <a:latin typeface="Times New Roman" pitchFamily="36" charset="0"/>
                <a:cs typeface="Times New Roman" pitchFamily="36" charset="0"/>
              </a:rPr>
              <a:t> axis</a:t>
            </a:r>
          </a:p>
        </p:txBody>
      </p:sp>
      <p:sp>
        <p:nvSpPr>
          <p:cNvPr id="4" name="Slide Number Placeholder 3"/>
          <p:cNvSpPr>
            <a:spLocks noGrp="1"/>
          </p:cNvSpPr>
          <p:nvPr>
            <p:ph type="sldNum" sz="quarter" idx="12"/>
          </p:nvPr>
        </p:nvSpPr>
        <p:spPr/>
        <p:txBody>
          <a:bodyPr/>
          <a:lstStyle/>
          <a:p>
            <a:pPr>
              <a:defRPr/>
            </a:pPr>
            <a:fld id="{8F9C29E1-0E80-49D2-B85A-C76BA653B131}" type="slidenum">
              <a:rPr lang="en-US" smtClean="0"/>
              <a:pPr>
                <a:defRPr/>
              </a:pPr>
              <a:t>59</a:t>
            </a:fld>
            <a:endParaRPr lang="en-US"/>
          </a:p>
        </p:txBody>
      </p:sp>
      <p:pic>
        <p:nvPicPr>
          <p:cNvPr id="89093" name="Picture 3" descr="09_25"/>
          <p:cNvPicPr>
            <a:picLocks noChangeAspect="1" noChangeArrowheads="1"/>
          </p:cNvPicPr>
          <p:nvPr/>
        </p:nvPicPr>
        <p:blipFill>
          <a:blip r:embed="rId2" cstate="print"/>
          <a:srcRect b="11505"/>
          <a:stretch>
            <a:fillRect/>
          </a:stretch>
        </p:blipFill>
        <p:spPr bwMode="auto">
          <a:xfrm>
            <a:off x="556033" y="3621386"/>
            <a:ext cx="10474451" cy="310008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88513807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7938" name="Picture 2" descr="FG01_15-01UN"/>
          <p:cNvPicPr>
            <a:picLocks noChangeAspect="1" noChangeArrowheads="1"/>
          </p:cNvPicPr>
          <p:nvPr/>
        </p:nvPicPr>
        <p:blipFill rotWithShape="1">
          <a:blip r:embed="rId3">
            <a:extLst>
              <a:ext uri="{28A0092B-C50C-407E-A947-70E740481C1C}">
                <a14:useLocalDpi xmlns:a14="http://schemas.microsoft.com/office/drawing/2010/main" val="0"/>
              </a:ext>
            </a:extLst>
          </a:blip>
          <a:srcRect b="14080"/>
          <a:stretch/>
        </p:blipFill>
        <p:spPr bwMode="auto">
          <a:xfrm>
            <a:off x="0" y="2199992"/>
            <a:ext cx="12196211" cy="26123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p:cNvSpPr>
            <a:spLocks noGrp="1"/>
          </p:cNvSpPr>
          <p:nvPr>
            <p:ph type="sldNum" sz="quarter" idx="12"/>
          </p:nvPr>
        </p:nvSpPr>
        <p:spPr/>
        <p:txBody>
          <a:bodyPr/>
          <a:lstStyle/>
          <a:p>
            <a:fld id="{5776AC22-00B8-47A7-833D-F03A60546104}" type="slidenum">
              <a:rPr lang="en-US" smtClean="0"/>
              <a:t>60</a:t>
            </a:fld>
            <a:endParaRPr lang="en-US"/>
          </a:p>
        </p:txBody>
      </p:sp>
      <p:sp>
        <p:nvSpPr>
          <p:cNvPr id="4" name="Rectangle 3"/>
          <p:cNvSpPr/>
          <p:nvPr/>
        </p:nvSpPr>
        <p:spPr>
          <a:xfrm>
            <a:off x="1853379" y="473323"/>
            <a:ext cx="8536080" cy="523220"/>
          </a:xfrm>
          <a:prstGeom prst="rect">
            <a:avLst/>
          </a:prstGeom>
        </p:spPr>
        <p:txBody>
          <a:bodyPr wrap="square">
            <a:spAutoFit/>
          </a:bodyPr>
          <a:lstStyle/>
          <a:p>
            <a:pPr algn="ctr"/>
            <a:r>
              <a:rPr lang="en-US" sz="2800" b="1" i="1" dirty="0">
                <a:solidFill>
                  <a:srgbClr val="C00000"/>
                </a:solidFill>
              </a:rPr>
              <a:t>sp</a:t>
            </a:r>
            <a:r>
              <a:rPr lang="en-US" sz="2800" b="1" baseline="30000" dirty="0">
                <a:solidFill>
                  <a:srgbClr val="C00000"/>
                </a:solidFill>
              </a:rPr>
              <a:t>2</a:t>
            </a:r>
            <a:r>
              <a:rPr lang="en-US" sz="2800" b="1" dirty="0">
                <a:solidFill>
                  <a:srgbClr val="C00000"/>
                </a:solidFill>
              </a:rPr>
              <a:t> Hybridization in </a:t>
            </a:r>
            <a:r>
              <a:rPr lang="en-US" sz="2800" b="1" dirty="0" err="1">
                <a:solidFill>
                  <a:srgbClr val="C00000"/>
                </a:solidFill>
              </a:rPr>
              <a:t>ethene</a:t>
            </a:r>
            <a:endParaRPr lang="en-US" sz="2800" b="1" dirty="0">
              <a:solidFill>
                <a:srgbClr val="C00000"/>
              </a:solidFill>
            </a:endParaRPr>
          </a:p>
        </p:txBody>
      </p:sp>
    </p:spTree>
    <p:extLst>
      <p:ext uri="{BB962C8B-B14F-4D97-AF65-F5344CB8AC3E}">
        <p14:creationId xmlns:p14="http://schemas.microsoft.com/office/powerpoint/2010/main" val="309391154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1362335" y="279148"/>
            <a:ext cx="8839200" cy="5334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r>
              <a:rPr lang="en-US" b="1" i="1" dirty="0" err="1">
                <a:solidFill>
                  <a:srgbClr val="C00000"/>
                </a:solidFill>
              </a:rPr>
              <a:t>sp</a:t>
            </a:r>
            <a:r>
              <a:rPr lang="en-US" b="1" dirty="0">
                <a:solidFill>
                  <a:srgbClr val="C00000"/>
                </a:solidFill>
              </a:rPr>
              <a:t> Hybrid Orbitals</a:t>
            </a:r>
          </a:p>
        </p:txBody>
      </p:sp>
      <p:sp>
        <p:nvSpPr>
          <p:cNvPr id="4" name="Rectangle 3"/>
          <p:cNvSpPr/>
          <p:nvPr/>
        </p:nvSpPr>
        <p:spPr>
          <a:xfrm>
            <a:off x="-1" y="985045"/>
            <a:ext cx="11962151" cy="2308324"/>
          </a:xfrm>
          <a:prstGeom prst="rect">
            <a:avLst/>
          </a:prstGeom>
        </p:spPr>
        <p:txBody>
          <a:bodyPr wrap="square">
            <a:spAutoFit/>
          </a:bodyPr>
          <a:lstStyle/>
          <a:p>
            <a:pPr marL="742950" lvl="1" indent="-285750">
              <a:lnSpc>
                <a:spcPct val="200000"/>
              </a:lnSpc>
              <a:buFont typeface="Arial" panose="020B0604020202020204" pitchFamily="34" charset="0"/>
              <a:buChar char="•"/>
            </a:pPr>
            <a:r>
              <a:rPr lang="en-US" sz="2400" dirty="0"/>
              <a:t>Two lobes of unequal size at an angle of 180°</a:t>
            </a:r>
          </a:p>
          <a:p>
            <a:pPr marL="742950" lvl="1" indent="-285750">
              <a:lnSpc>
                <a:spcPct val="200000"/>
              </a:lnSpc>
              <a:buFont typeface="Arial" panose="020B0604020202020204" pitchFamily="34" charset="0"/>
              <a:buChar char="•"/>
            </a:pPr>
            <a:r>
              <a:rPr lang="en-US" sz="2400" dirty="0"/>
              <a:t>The unhybridized 2</a:t>
            </a:r>
            <a:r>
              <a:rPr lang="en-US" sz="2400" i="1" dirty="0"/>
              <a:t>p</a:t>
            </a:r>
            <a:r>
              <a:rPr lang="en-US" sz="2400" dirty="0"/>
              <a:t> orbitals are perpendicular to each other and to the line created by the axes of the two </a:t>
            </a:r>
            <a:r>
              <a:rPr lang="en-US" sz="2400" i="1" dirty="0" err="1"/>
              <a:t>sp</a:t>
            </a:r>
            <a:r>
              <a:rPr lang="en-US" sz="2400" dirty="0"/>
              <a:t> hybrid orbitals</a:t>
            </a:r>
          </a:p>
        </p:txBody>
      </p:sp>
      <p:pic>
        <p:nvPicPr>
          <p:cNvPr id="5" name="Picture 5" descr="1-70.jpg                                                       002D393DFausto                         BA94C69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0421" y="3077049"/>
            <a:ext cx="8403028" cy="3518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0271009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2034" name="Picture 2" descr="FG01_15-03UN"/>
          <p:cNvPicPr>
            <a:picLocks noChangeAspect="1" noChangeArrowheads="1"/>
          </p:cNvPicPr>
          <p:nvPr/>
        </p:nvPicPr>
        <p:blipFill rotWithShape="1">
          <a:blip r:embed="rId3">
            <a:extLst>
              <a:ext uri="{28A0092B-C50C-407E-A947-70E740481C1C}">
                <a14:useLocalDpi xmlns:a14="http://schemas.microsoft.com/office/drawing/2010/main" val="0"/>
              </a:ext>
            </a:extLst>
          </a:blip>
          <a:srcRect b="14947"/>
          <a:stretch/>
        </p:blipFill>
        <p:spPr bwMode="auto">
          <a:xfrm>
            <a:off x="578870" y="2338126"/>
            <a:ext cx="11100796" cy="22784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p:cNvSpPr>
            <a:spLocks noGrp="1"/>
          </p:cNvSpPr>
          <p:nvPr>
            <p:ph type="sldNum" sz="quarter" idx="12"/>
          </p:nvPr>
        </p:nvSpPr>
        <p:spPr/>
        <p:txBody>
          <a:bodyPr/>
          <a:lstStyle/>
          <a:p>
            <a:fld id="{5776AC22-00B8-47A7-833D-F03A60546104}" type="slidenum">
              <a:rPr lang="en-US" smtClean="0"/>
              <a:t>62</a:t>
            </a:fld>
            <a:endParaRPr lang="en-US"/>
          </a:p>
        </p:txBody>
      </p:sp>
      <p:sp>
        <p:nvSpPr>
          <p:cNvPr id="4" name="Rectangle 3"/>
          <p:cNvSpPr/>
          <p:nvPr/>
        </p:nvSpPr>
        <p:spPr>
          <a:xfrm>
            <a:off x="2241028" y="201040"/>
            <a:ext cx="6730585" cy="646331"/>
          </a:xfrm>
          <a:prstGeom prst="rect">
            <a:avLst/>
          </a:prstGeom>
        </p:spPr>
        <p:txBody>
          <a:bodyPr wrap="square">
            <a:spAutoFit/>
          </a:bodyPr>
          <a:lstStyle/>
          <a:p>
            <a:pPr algn="ctr"/>
            <a:r>
              <a:rPr lang="en-US" sz="3600" b="1" i="1" dirty="0" err="1">
                <a:solidFill>
                  <a:srgbClr val="C00000"/>
                </a:solidFill>
              </a:rPr>
              <a:t>sp</a:t>
            </a:r>
            <a:r>
              <a:rPr lang="en-US" sz="3600" b="1" dirty="0">
                <a:solidFill>
                  <a:srgbClr val="C00000"/>
                </a:solidFill>
              </a:rPr>
              <a:t> </a:t>
            </a:r>
            <a:r>
              <a:rPr lang="en-US" sz="3600" b="1" dirty="0" err="1">
                <a:solidFill>
                  <a:srgbClr val="C00000"/>
                </a:solidFill>
              </a:rPr>
              <a:t>Hybridisation</a:t>
            </a:r>
            <a:endParaRPr lang="en-US" sz="3600" b="1" dirty="0">
              <a:solidFill>
                <a:srgbClr val="C00000"/>
              </a:solidFill>
            </a:endParaRPr>
          </a:p>
        </p:txBody>
      </p:sp>
    </p:spTree>
    <p:extLst>
      <p:ext uri="{BB962C8B-B14F-4D97-AF65-F5344CB8AC3E}">
        <p14:creationId xmlns:p14="http://schemas.microsoft.com/office/powerpoint/2010/main" val="124749150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082" name="Picture 2" descr="FG01_16"/>
          <p:cNvPicPr>
            <a:picLocks noChangeAspect="1" noChangeArrowheads="1"/>
          </p:cNvPicPr>
          <p:nvPr/>
        </p:nvPicPr>
        <p:blipFill rotWithShape="1">
          <a:blip r:embed="rId3">
            <a:extLst>
              <a:ext uri="{28A0092B-C50C-407E-A947-70E740481C1C}">
                <a14:useLocalDpi xmlns:a14="http://schemas.microsoft.com/office/drawing/2010/main" val="0"/>
              </a:ext>
            </a:extLst>
          </a:blip>
          <a:srcRect b="4899"/>
          <a:stretch/>
        </p:blipFill>
        <p:spPr bwMode="auto">
          <a:xfrm>
            <a:off x="3010167" y="213304"/>
            <a:ext cx="5984670" cy="65220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p:cNvSpPr>
            <a:spLocks noGrp="1"/>
          </p:cNvSpPr>
          <p:nvPr>
            <p:ph type="sldNum" sz="quarter" idx="12"/>
          </p:nvPr>
        </p:nvSpPr>
        <p:spPr/>
        <p:txBody>
          <a:bodyPr/>
          <a:lstStyle/>
          <a:p>
            <a:fld id="{5776AC22-00B8-47A7-833D-F03A60546104}" type="slidenum">
              <a:rPr lang="en-US" smtClean="0"/>
              <a:t>63</a:t>
            </a:fld>
            <a:endParaRPr lang="en-US"/>
          </a:p>
        </p:txBody>
      </p:sp>
      <p:sp>
        <p:nvSpPr>
          <p:cNvPr id="4" name="Rectangle 3"/>
          <p:cNvSpPr/>
          <p:nvPr/>
        </p:nvSpPr>
        <p:spPr>
          <a:xfrm>
            <a:off x="2241028" y="201040"/>
            <a:ext cx="6730585" cy="646331"/>
          </a:xfrm>
          <a:prstGeom prst="rect">
            <a:avLst/>
          </a:prstGeom>
        </p:spPr>
        <p:txBody>
          <a:bodyPr wrap="square">
            <a:spAutoFit/>
          </a:bodyPr>
          <a:lstStyle/>
          <a:p>
            <a:pPr algn="ctr"/>
            <a:r>
              <a:rPr lang="en-US" sz="3600" b="1" i="1" dirty="0" err="1">
                <a:solidFill>
                  <a:srgbClr val="C00000"/>
                </a:solidFill>
              </a:rPr>
              <a:t>sp</a:t>
            </a:r>
            <a:r>
              <a:rPr lang="en-US" sz="3600" b="1" dirty="0">
                <a:solidFill>
                  <a:srgbClr val="C00000"/>
                </a:solidFill>
              </a:rPr>
              <a:t> </a:t>
            </a:r>
            <a:r>
              <a:rPr lang="en-US" sz="3600" b="1" dirty="0" err="1">
                <a:solidFill>
                  <a:srgbClr val="C00000"/>
                </a:solidFill>
              </a:rPr>
              <a:t>Hybridisation</a:t>
            </a:r>
            <a:endParaRPr lang="en-US" sz="3600" b="1" dirty="0">
              <a:solidFill>
                <a:srgbClr val="C00000"/>
              </a:solidFill>
            </a:endParaRPr>
          </a:p>
        </p:txBody>
      </p:sp>
    </p:spTree>
    <p:extLst>
      <p:ext uri="{BB962C8B-B14F-4D97-AF65-F5344CB8AC3E}">
        <p14:creationId xmlns:p14="http://schemas.microsoft.com/office/powerpoint/2010/main" val="14210130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9986" name="Picture 2" descr="FG01_15-02UN"/>
          <p:cNvPicPr>
            <a:picLocks noChangeAspect="1" noChangeArrowheads="1"/>
          </p:cNvPicPr>
          <p:nvPr/>
        </p:nvPicPr>
        <p:blipFill rotWithShape="1">
          <a:blip r:embed="rId3">
            <a:extLst>
              <a:ext uri="{28A0092B-C50C-407E-A947-70E740481C1C}">
                <a14:useLocalDpi xmlns:a14="http://schemas.microsoft.com/office/drawing/2010/main" val="0"/>
              </a:ext>
            </a:extLst>
          </a:blip>
          <a:srcRect b="7646"/>
          <a:stretch/>
        </p:blipFill>
        <p:spPr bwMode="auto">
          <a:xfrm>
            <a:off x="1519951" y="949086"/>
            <a:ext cx="9144953" cy="45819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p:cNvSpPr>
            <a:spLocks noGrp="1"/>
          </p:cNvSpPr>
          <p:nvPr>
            <p:ph type="sldNum" sz="quarter" idx="12"/>
          </p:nvPr>
        </p:nvSpPr>
        <p:spPr/>
        <p:txBody>
          <a:bodyPr/>
          <a:lstStyle/>
          <a:p>
            <a:fld id="{5776AC22-00B8-47A7-833D-F03A60546104}" type="slidenum">
              <a:rPr lang="en-US" smtClean="0"/>
              <a:t>64</a:t>
            </a:fld>
            <a:endParaRPr lang="en-US"/>
          </a:p>
        </p:txBody>
      </p:sp>
      <p:sp>
        <p:nvSpPr>
          <p:cNvPr id="4" name="Rectangle 3"/>
          <p:cNvSpPr/>
          <p:nvPr/>
        </p:nvSpPr>
        <p:spPr>
          <a:xfrm>
            <a:off x="1758228" y="200159"/>
            <a:ext cx="8668398" cy="646331"/>
          </a:xfrm>
          <a:prstGeom prst="rect">
            <a:avLst/>
          </a:prstGeom>
        </p:spPr>
        <p:txBody>
          <a:bodyPr wrap="square">
            <a:spAutoFit/>
          </a:bodyPr>
          <a:lstStyle/>
          <a:p>
            <a:pPr algn="ctr"/>
            <a:r>
              <a:rPr lang="en-US" sz="3600" b="1" i="1" dirty="0" err="1">
                <a:solidFill>
                  <a:srgbClr val="C00000"/>
                </a:solidFill>
              </a:rPr>
              <a:t>sp</a:t>
            </a:r>
            <a:r>
              <a:rPr lang="en-US" sz="3600" b="1" dirty="0">
                <a:solidFill>
                  <a:srgbClr val="C00000"/>
                </a:solidFill>
              </a:rPr>
              <a:t> </a:t>
            </a:r>
            <a:r>
              <a:rPr lang="en-US" sz="3600" b="1" dirty="0" err="1">
                <a:solidFill>
                  <a:srgbClr val="C00000"/>
                </a:solidFill>
              </a:rPr>
              <a:t>Hybridisation</a:t>
            </a:r>
            <a:r>
              <a:rPr lang="en-US" sz="3600" b="1" dirty="0">
                <a:solidFill>
                  <a:srgbClr val="C00000"/>
                </a:solidFill>
              </a:rPr>
              <a:t> in </a:t>
            </a:r>
            <a:r>
              <a:rPr lang="en-US" sz="3600" b="1" dirty="0" err="1">
                <a:solidFill>
                  <a:srgbClr val="C00000"/>
                </a:solidFill>
              </a:rPr>
              <a:t>ethyne</a:t>
            </a:r>
            <a:r>
              <a:rPr lang="en-US" sz="3600" b="1" dirty="0">
                <a:solidFill>
                  <a:srgbClr val="C00000"/>
                </a:solidFill>
              </a:rPr>
              <a:t> (i.e. acetylene)</a:t>
            </a:r>
          </a:p>
        </p:txBody>
      </p:sp>
    </p:spTree>
    <p:extLst>
      <p:ext uri="{BB962C8B-B14F-4D97-AF65-F5344CB8AC3E}">
        <p14:creationId xmlns:p14="http://schemas.microsoft.com/office/powerpoint/2010/main" val="37053053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8887" y="810899"/>
            <a:ext cx="10624168" cy="3046988"/>
          </a:xfrm>
          <a:prstGeom prst="rect">
            <a:avLst/>
          </a:prstGeom>
        </p:spPr>
        <p:txBody>
          <a:bodyPr wrap="square">
            <a:spAutoFit/>
          </a:bodyPr>
          <a:lstStyle/>
          <a:p>
            <a:pPr algn="just"/>
            <a:r>
              <a:rPr lang="en-US" sz="2400" dirty="0">
                <a:solidFill>
                  <a:srgbClr val="000000"/>
                </a:solidFill>
                <a:latin typeface="Book Antiqua" panose="02040602050305030304" pitchFamily="18" charset="0"/>
              </a:rPr>
              <a:t>Let us try to understand the </a:t>
            </a:r>
            <a:r>
              <a:rPr lang="en-US" sz="2400" dirty="0" err="1">
                <a:solidFill>
                  <a:srgbClr val="000000"/>
                </a:solidFill>
                <a:latin typeface="Book Antiqua" panose="02040602050305030304" pitchFamily="18" charset="0"/>
              </a:rPr>
              <a:t>sp</a:t>
            </a:r>
            <a:r>
              <a:rPr lang="en-US" sz="2400" dirty="0">
                <a:solidFill>
                  <a:srgbClr val="000000"/>
                </a:solidFill>
                <a:latin typeface="Book Antiqua" panose="02040602050305030304" pitchFamily="18" charset="0"/>
              </a:rPr>
              <a:t> hybridization with the help of structure of </a:t>
            </a:r>
            <a:r>
              <a:rPr lang="en-US" sz="2400" dirty="0" err="1">
                <a:solidFill>
                  <a:srgbClr val="000000"/>
                </a:solidFill>
                <a:latin typeface="Book Antiqua" panose="02040602050305030304" pitchFamily="18" charset="0"/>
              </a:rPr>
              <a:t>ethyne</a:t>
            </a:r>
            <a:r>
              <a:rPr lang="en-US" sz="2400" dirty="0">
                <a:solidFill>
                  <a:srgbClr val="000000"/>
                </a:solidFill>
                <a:latin typeface="Book Antiqua" panose="02040602050305030304" pitchFamily="18" charset="0"/>
              </a:rPr>
              <a:t> (C</a:t>
            </a:r>
            <a:r>
              <a:rPr lang="en-US" sz="2400" baseline="-25000" dirty="0">
                <a:solidFill>
                  <a:srgbClr val="000000"/>
                </a:solidFill>
                <a:latin typeface="Book Antiqua" panose="02040602050305030304" pitchFamily="18" charset="0"/>
              </a:rPr>
              <a:t>2</a:t>
            </a:r>
            <a:r>
              <a:rPr lang="en-US" sz="2400" dirty="0">
                <a:solidFill>
                  <a:srgbClr val="000000"/>
                </a:solidFill>
                <a:latin typeface="Book Antiqua" panose="02040602050305030304" pitchFamily="18" charset="0"/>
              </a:rPr>
              <a:t>H</a:t>
            </a:r>
            <a:r>
              <a:rPr lang="en-US" sz="2400" baseline="-25000" dirty="0">
                <a:solidFill>
                  <a:srgbClr val="000000"/>
                </a:solidFill>
                <a:latin typeface="Book Antiqua" panose="02040602050305030304" pitchFamily="18" charset="0"/>
              </a:rPr>
              <a:t>2</a:t>
            </a:r>
            <a:r>
              <a:rPr lang="en-US" sz="2400" dirty="0">
                <a:solidFill>
                  <a:srgbClr val="000000"/>
                </a:solidFill>
                <a:latin typeface="Book Antiqua" panose="02040602050305030304" pitchFamily="18" charset="0"/>
              </a:rPr>
              <a:t>). In </a:t>
            </a:r>
            <a:r>
              <a:rPr lang="en-US" sz="2400" dirty="0" err="1">
                <a:solidFill>
                  <a:srgbClr val="000000"/>
                </a:solidFill>
                <a:latin typeface="Book Antiqua" panose="02040602050305030304" pitchFamily="18" charset="0"/>
              </a:rPr>
              <a:t>ethyne</a:t>
            </a:r>
            <a:r>
              <a:rPr lang="en-US" sz="2400" dirty="0">
                <a:solidFill>
                  <a:srgbClr val="000000"/>
                </a:solidFill>
                <a:latin typeface="Book Antiqua" panose="02040602050305030304" pitchFamily="18" charset="0"/>
              </a:rPr>
              <a:t>, the carbon-carbon triple bond has one s(sigma) bond and two p (pi) bonds as shown below :</a:t>
            </a:r>
          </a:p>
          <a:p>
            <a:pPr algn="just"/>
            <a:endParaRPr lang="en-US" sz="2400" dirty="0">
              <a:solidFill>
                <a:srgbClr val="000000"/>
              </a:solidFill>
              <a:latin typeface="Book Antiqua" panose="02040602050305030304" pitchFamily="18" charset="0"/>
            </a:endParaRPr>
          </a:p>
          <a:p>
            <a:pPr algn="just"/>
            <a:r>
              <a:rPr lang="en-US" sz="2400" dirty="0">
                <a:solidFill>
                  <a:srgbClr val="000000"/>
                </a:solidFill>
                <a:latin typeface="Book Antiqua" panose="02040602050305030304" pitchFamily="18" charset="0"/>
              </a:rPr>
              <a:t>			</a:t>
            </a:r>
          </a:p>
          <a:p>
            <a:pPr algn="just"/>
            <a:endParaRPr lang="en-US" sz="2400" dirty="0">
              <a:solidFill>
                <a:srgbClr val="000000"/>
              </a:solidFill>
              <a:latin typeface="Book Antiqua" panose="02040602050305030304" pitchFamily="18" charset="0"/>
            </a:endParaRPr>
          </a:p>
          <a:p>
            <a:pPr algn="just"/>
            <a:endParaRPr lang="en-US" sz="2400" dirty="0">
              <a:solidFill>
                <a:srgbClr val="000000"/>
              </a:solidFill>
              <a:latin typeface="Book Antiqua" panose="02040602050305030304" pitchFamily="18" charset="0"/>
            </a:endParaRPr>
          </a:p>
          <a:p>
            <a:pPr algn="just"/>
            <a:r>
              <a:rPr lang="en-US" sz="2400" dirty="0">
                <a:solidFill>
                  <a:srgbClr val="000000"/>
                </a:solidFill>
                <a:latin typeface="Book Antiqua" panose="02040602050305030304" pitchFamily="18" charset="0"/>
              </a:rPr>
              <a:t>As earlier, the excited states of each carbon atom can be shown as follows: </a:t>
            </a:r>
            <a:endParaRPr lang="en-US" sz="2400" dirty="0"/>
          </a:p>
        </p:txBody>
      </p:sp>
      <p:pic>
        <p:nvPicPr>
          <p:cNvPr id="4" name="Picture 3"/>
          <p:cNvPicPr>
            <a:picLocks noChangeAspect="1"/>
          </p:cNvPicPr>
          <p:nvPr/>
        </p:nvPicPr>
        <p:blipFill>
          <a:blip r:embed="rId2"/>
          <a:stretch>
            <a:fillRect/>
          </a:stretch>
        </p:blipFill>
        <p:spPr>
          <a:xfrm>
            <a:off x="4706320" y="1942247"/>
            <a:ext cx="3178505" cy="1610421"/>
          </a:xfrm>
          <a:prstGeom prst="rect">
            <a:avLst/>
          </a:prstGeom>
        </p:spPr>
      </p:pic>
      <p:grpSp>
        <p:nvGrpSpPr>
          <p:cNvPr id="3" name="Group 2"/>
          <p:cNvGrpSpPr/>
          <p:nvPr/>
        </p:nvGrpSpPr>
        <p:grpSpPr>
          <a:xfrm>
            <a:off x="3504926" y="3857887"/>
            <a:ext cx="5175001" cy="2891566"/>
            <a:chOff x="3313058" y="3991687"/>
            <a:chExt cx="5175001" cy="2891566"/>
          </a:xfrm>
        </p:grpSpPr>
        <p:pic>
          <p:nvPicPr>
            <p:cNvPr id="5" name="Picture 4"/>
            <p:cNvPicPr>
              <a:picLocks noChangeAspect="1"/>
            </p:cNvPicPr>
            <p:nvPr/>
          </p:nvPicPr>
          <p:blipFill>
            <a:blip r:embed="rId3"/>
            <a:stretch>
              <a:fillRect/>
            </a:stretch>
          </p:blipFill>
          <p:spPr>
            <a:xfrm>
              <a:off x="3313058" y="3991687"/>
              <a:ext cx="5175001" cy="2418750"/>
            </a:xfrm>
            <a:prstGeom prst="rect">
              <a:avLst/>
            </a:prstGeom>
          </p:spPr>
        </p:pic>
        <p:pic>
          <p:nvPicPr>
            <p:cNvPr id="6" name="Picture 5"/>
            <p:cNvPicPr>
              <a:picLocks noChangeAspect="1"/>
            </p:cNvPicPr>
            <p:nvPr/>
          </p:nvPicPr>
          <p:blipFill>
            <a:blip r:embed="rId4"/>
            <a:stretch>
              <a:fillRect/>
            </a:stretch>
          </p:blipFill>
          <p:spPr>
            <a:xfrm>
              <a:off x="3313058" y="6365753"/>
              <a:ext cx="5175001" cy="517500"/>
            </a:xfrm>
            <a:prstGeom prst="rect">
              <a:avLst/>
            </a:prstGeom>
          </p:spPr>
        </p:pic>
      </p:grpSp>
      <p:sp>
        <p:nvSpPr>
          <p:cNvPr id="7" name="Rectangle 6"/>
          <p:cNvSpPr/>
          <p:nvPr/>
        </p:nvSpPr>
        <p:spPr>
          <a:xfrm>
            <a:off x="1758228" y="200159"/>
            <a:ext cx="8668398" cy="646331"/>
          </a:xfrm>
          <a:prstGeom prst="rect">
            <a:avLst/>
          </a:prstGeom>
        </p:spPr>
        <p:txBody>
          <a:bodyPr wrap="square">
            <a:spAutoFit/>
          </a:bodyPr>
          <a:lstStyle/>
          <a:p>
            <a:pPr algn="ctr"/>
            <a:r>
              <a:rPr lang="en-US" sz="3600" b="1" i="1" dirty="0" err="1">
                <a:solidFill>
                  <a:srgbClr val="C00000"/>
                </a:solidFill>
              </a:rPr>
              <a:t>sp</a:t>
            </a:r>
            <a:r>
              <a:rPr lang="en-US" sz="3600" b="1" dirty="0">
                <a:solidFill>
                  <a:srgbClr val="C00000"/>
                </a:solidFill>
              </a:rPr>
              <a:t> </a:t>
            </a:r>
            <a:r>
              <a:rPr lang="en-US" sz="3600" b="1" dirty="0" err="1">
                <a:solidFill>
                  <a:srgbClr val="C00000"/>
                </a:solidFill>
              </a:rPr>
              <a:t>Hybridisation</a:t>
            </a:r>
            <a:r>
              <a:rPr lang="en-US" sz="3600" b="1" dirty="0">
                <a:solidFill>
                  <a:srgbClr val="C00000"/>
                </a:solidFill>
              </a:rPr>
              <a:t> in </a:t>
            </a:r>
            <a:r>
              <a:rPr lang="en-US" sz="3600" b="1" dirty="0" err="1">
                <a:solidFill>
                  <a:srgbClr val="C00000"/>
                </a:solidFill>
              </a:rPr>
              <a:t>ethyne</a:t>
            </a:r>
            <a:r>
              <a:rPr lang="en-US" sz="3600" b="1" dirty="0">
                <a:solidFill>
                  <a:srgbClr val="C00000"/>
                </a:solidFill>
              </a:rPr>
              <a:t> (i.e. acetylene)</a:t>
            </a:r>
          </a:p>
        </p:txBody>
      </p:sp>
    </p:spTree>
    <p:extLst>
      <p:ext uri="{BB962C8B-B14F-4D97-AF65-F5344CB8AC3E}">
        <p14:creationId xmlns:p14="http://schemas.microsoft.com/office/powerpoint/2010/main" val="143955247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8922" y="441577"/>
            <a:ext cx="10937823" cy="2308324"/>
          </a:xfrm>
          <a:prstGeom prst="rect">
            <a:avLst/>
          </a:prstGeom>
        </p:spPr>
        <p:txBody>
          <a:bodyPr wrap="square">
            <a:spAutoFit/>
          </a:bodyPr>
          <a:lstStyle/>
          <a:p>
            <a:pPr marL="342900" indent="-342900" algn="just">
              <a:buFont typeface="Arial" panose="020B0604020202020204" pitchFamily="34" charset="0"/>
              <a:buChar char="•"/>
            </a:pPr>
            <a:r>
              <a:rPr lang="en-US" sz="2400" dirty="0">
                <a:solidFill>
                  <a:srgbClr val="000000"/>
                </a:solidFill>
                <a:latin typeface="Book Antiqua" panose="02040602050305030304" pitchFamily="18" charset="0"/>
              </a:rPr>
              <a:t>Let us assume Z to be the internuclear axis, then the 2py and 2px of one-carbon overlap sideways with a 2py and 2px of the other carbon atom respectively to form two π bonds. Each carbon atom is left with one s orbital (2s) and one p orbital (2pz), which undergo hybridization and give rise to two </a:t>
            </a:r>
            <a:r>
              <a:rPr lang="en-US" sz="2400" dirty="0" err="1">
                <a:solidFill>
                  <a:srgbClr val="000000"/>
                </a:solidFill>
                <a:latin typeface="Book Antiqua" panose="02040602050305030304" pitchFamily="18" charset="0"/>
              </a:rPr>
              <a:t>sp</a:t>
            </a:r>
            <a:r>
              <a:rPr lang="en-US" sz="2400" dirty="0">
                <a:solidFill>
                  <a:srgbClr val="000000"/>
                </a:solidFill>
                <a:latin typeface="Book Antiqua" panose="02040602050305030304" pitchFamily="18" charset="0"/>
              </a:rPr>
              <a:t> hybrid orbitals. </a:t>
            </a:r>
          </a:p>
          <a:p>
            <a:pPr algn="just"/>
            <a:r>
              <a:rPr lang="en-US" sz="2400" dirty="0">
                <a:solidFill>
                  <a:srgbClr val="000000"/>
                </a:solidFill>
                <a:latin typeface="Book Antiqua" panose="02040602050305030304" pitchFamily="18" charset="0"/>
              </a:rPr>
              <a:t>		One </a:t>
            </a:r>
            <a:r>
              <a:rPr lang="en-US" sz="2400" i="1" dirty="0">
                <a:solidFill>
                  <a:srgbClr val="000000"/>
                </a:solidFill>
                <a:latin typeface="Book Antiqua" panose="02040602050305030304" pitchFamily="18" charset="0"/>
              </a:rPr>
              <a:t>s </a:t>
            </a:r>
            <a:r>
              <a:rPr lang="en-US" sz="2400" dirty="0">
                <a:solidFill>
                  <a:srgbClr val="000000"/>
                </a:solidFill>
                <a:latin typeface="Book Antiqua" panose="02040602050305030304" pitchFamily="18" charset="0"/>
              </a:rPr>
              <a:t>+ One </a:t>
            </a:r>
            <a:r>
              <a:rPr lang="en-US" sz="2400" i="1" dirty="0">
                <a:solidFill>
                  <a:srgbClr val="000000"/>
                </a:solidFill>
                <a:latin typeface="Book Antiqua" panose="02040602050305030304" pitchFamily="18" charset="0"/>
              </a:rPr>
              <a:t>p                   </a:t>
            </a:r>
            <a:r>
              <a:rPr lang="en-US" sz="2400" i="1" dirty="0" err="1">
                <a:solidFill>
                  <a:srgbClr val="000000"/>
                </a:solidFill>
                <a:latin typeface="Book Antiqua" panose="02040602050305030304" pitchFamily="18" charset="0"/>
              </a:rPr>
              <a:t>sp</a:t>
            </a:r>
            <a:r>
              <a:rPr lang="en-US" sz="2400" i="1" dirty="0">
                <a:solidFill>
                  <a:srgbClr val="000000"/>
                </a:solidFill>
                <a:latin typeface="Book Antiqua" panose="02040602050305030304" pitchFamily="18" charset="0"/>
              </a:rPr>
              <a:t> </a:t>
            </a:r>
            <a:endParaRPr lang="en-US" sz="2400" dirty="0"/>
          </a:p>
        </p:txBody>
      </p:sp>
      <p:cxnSp>
        <p:nvCxnSpPr>
          <p:cNvPr id="4" name="Straight Arrow Connector 3"/>
          <p:cNvCxnSpPr/>
          <p:nvPr/>
        </p:nvCxnSpPr>
        <p:spPr>
          <a:xfrm flipV="1">
            <a:off x="4257505" y="2497074"/>
            <a:ext cx="944380" cy="1499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2212040" y="2685876"/>
            <a:ext cx="4265911" cy="369332"/>
          </a:xfrm>
          <a:prstGeom prst="rect">
            <a:avLst/>
          </a:prstGeom>
        </p:spPr>
        <p:txBody>
          <a:bodyPr wrap="none">
            <a:spAutoFit/>
          </a:bodyPr>
          <a:lstStyle/>
          <a:p>
            <a:r>
              <a:rPr lang="en-US" dirty="0">
                <a:solidFill>
                  <a:srgbClr val="000000"/>
                </a:solidFill>
                <a:latin typeface="Book Antiqua" panose="02040602050305030304" pitchFamily="18" charset="0"/>
              </a:rPr>
              <a:t>Atomic orbitals                Hybrid orbitals</a:t>
            </a:r>
            <a:endParaRPr lang="en-US" dirty="0"/>
          </a:p>
        </p:txBody>
      </p:sp>
      <p:sp>
        <p:nvSpPr>
          <p:cNvPr id="6" name="Rectangle 5"/>
          <p:cNvSpPr/>
          <p:nvPr/>
        </p:nvSpPr>
        <p:spPr>
          <a:xfrm>
            <a:off x="314794" y="3004010"/>
            <a:ext cx="11152682" cy="1569660"/>
          </a:xfrm>
          <a:prstGeom prst="rect">
            <a:avLst/>
          </a:prstGeom>
        </p:spPr>
        <p:txBody>
          <a:bodyPr wrap="square">
            <a:spAutoFit/>
          </a:bodyPr>
          <a:lstStyle/>
          <a:p>
            <a:pPr marL="342900" indent="-342900" algn="just">
              <a:buFont typeface="Arial" panose="020B0604020202020204" pitchFamily="34" charset="0"/>
              <a:buChar char="•"/>
            </a:pPr>
            <a:r>
              <a:rPr lang="en-US" sz="2400" dirty="0">
                <a:solidFill>
                  <a:srgbClr val="000000"/>
                </a:solidFill>
                <a:latin typeface="Book Antiqua" panose="02040602050305030304" pitchFamily="18" charset="0"/>
              </a:rPr>
              <a:t>These hybrid orbitals are called </a:t>
            </a:r>
            <a:r>
              <a:rPr lang="en-US" sz="2400" dirty="0" err="1">
                <a:solidFill>
                  <a:srgbClr val="000000"/>
                </a:solidFill>
                <a:latin typeface="Book Antiqua" panose="02040602050305030304" pitchFamily="18" charset="0"/>
              </a:rPr>
              <a:t>sp</a:t>
            </a:r>
            <a:r>
              <a:rPr lang="en-US" sz="2400" dirty="0">
                <a:solidFill>
                  <a:srgbClr val="000000"/>
                </a:solidFill>
                <a:latin typeface="Book Antiqua" panose="02040602050305030304" pitchFamily="18" charset="0"/>
              </a:rPr>
              <a:t> orbitals to indicate that they have one part the character of the s orbital and one part the character of the p orbital. These two </a:t>
            </a:r>
            <a:r>
              <a:rPr lang="en-US" sz="2400" dirty="0" err="1">
                <a:solidFill>
                  <a:srgbClr val="000000"/>
                </a:solidFill>
                <a:latin typeface="Book Antiqua" panose="02040602050305030304" pitchFamily="18" charset="0"/>
              </a:rPr>
              <a:t>sp</a:t>
            </a:r>
            <a:r>
              <a:rPr lang="en-US" sz="2400" dirty="0">
                <a:solidFill>
                  <a:srgbClr val="000000"/>
                </a:solidFill>
                <a:latin typeface="Book Antiqua" panose="02040602050305030304" pitchFamily="18" charset="0"/>
              </a:rPr>
              <a:t> hybrid orbitals are directed in a linear fashion with angles of 180° between them </a:t>
            </a:r>
            <a:endParaRPr lang="en-US" sz="2400" dirty="0"/>
          </a:p>
        </p:txBody>
      </p:sp>
      <p:grpSp>
        <p:nvGrpSpPr>
          <p:cNvPr id="3" name="Group 2"/>
          <p:cNvGrpSpPr/>
          <p:nvPr/>
        </p:nvGrpSpPr>
        <p:grpSpPr>
          <a:xfrm>
            <a:off x="3454221" y="4188522"/>
            <a:ext cx="5850001" cy="2597051"/>
            <a:chOff x="2440232" y="4260949"/>
            <a:chExt cx="5850001" cy="2597051"/>
          </a:xfrm>
        </p:grpSpPr>
        <p:pic>
          <p:nvPicPr>
            <p:cNvPr id="7" name="Picture 6"/>
            <p:cNvPicPr>
              <a:picLocks noChangeAspect="1"/>
            </p:cNvPicPr>
            <p:nvPr/>
          </p:nvPicPr>
          <p:blipFill>
            <a:blip r:embed="rId2"/>
            <a:stretch>
              <a:fillRect/>
            </a:stretch>
          </p:blipFill>
          <p:spPr>
            <a:xfrm>
              <a:off x="2440232" y="4585669"/>
              <a:ext cx="5850001" cy="2272331"/>
            </a:xfrm>
            <a:prstGeom prst="rect">
              <a:avLst/>
            </a:prstGeom>
          </p:spPr>
        </p:pic>
        <p:pic>
          <p:nvPicPr>
            <p:cNvPr id="8" name="Picture 7"/>
            <p:cNvPicPr>
              <a:picLocks noChangeAspect="1"/>
            </p:cNvPicPr>
            <p:nvPr/>
          </p:nvPicPr>
          <p:blipFill>
            <a:blip r:embed="rId3"/>
            <a:stretch>
              <a:fillRect/>
            </a:stretch>
          </p:blipFill>
          <p:spPr>
            <a:xfrm>
              <a:off x="2440232" y="4260949"/>
              <a:ext cx="5850001" cy="385839"/>
            </a:xfrm>
            <a:prstGeom prst="rect">
              <a:avLst/>
            </a:prstGeom>
          </p:spPr>
        </p:pic>
      </p:grpSp>
      <p:sp>
        <p:nvSpPr>
          <p:cNvPr id="9" name="Rectangle 8"/>
          <p:cNvSpPr/>
          <p:nvPr/>
        </p:nvSpPr>
        <p:spPr>
          <a:xfrm>
            <a:off x="1749174" y="-156198"/>
            <a:ext cx="8668398" cy="646331"/>
          </a:xfrm>
          <a:prstGeom prst="rect">
            <a:avLst/>
          </a:prstGeom>
        </p:spPr>
        <p:txBody>
          <a:bodyPr wrap="square">
            <a:spAutoFit/>
          </a:bodyPr>
          <a:lstStyle/>
          <a:p>
            <a:pPr algn="ctr"/>
            <a:r>
              <a:rPr lang="en-US" sz="3600" b="1" i="1" dirty="0" err="1">
                <a:solidFill>
                  <a:srgbClr val="C00000"/>
                </a:solidFill>
              </a:rPr>
              <a:t>sp</a:t>
            </a:r>
            <a:r>
              <a:rPr lang="en-US" sz="3600" b="1" dirty="0">
                <a:solidFill>
                  <a:srgbClr val="C00000"/>
                </a:solidFill>
              </a:rPr>
              <a:t> </a:t>
            </a:r>
            <a:r>
              <a:rPr lang="en-US" sz="3600" b="1" dirty="0" err="1">
                <a:solidFill>
                  <a:srgbClr val="C00000"/>
                </a:solidFill>
              </a:rPr>
              <a:t>Hybridisation</a:t>
            </a:r>
            <a:r>
              <a:rPr lang="en-US" sz="3600" b="1" dirty="0">
                <a:solidFill>
                  <a:srgbClr val="C00000"/>
                </a:solidFill>
              </a:rPr>
              <a:t> in </a:t>
            </a:r>
            <a:r>
              <a:rPr lang="en-US" sz="3600" b="1" dirty="0" err="1">
                <a:solidFill>
                  <a:srgbClr val="C00000"/>
                </a:solidFill>
              </a:rPr>
              <a:t>ethyne</a:t>
            </a:r>
            <a:r>
              <a:rPr lang="en-US" sz="3600" b="1" dirty="0">
                <a:solidFill>
                  <a:srgbClr val="C00000"/>
                </a:solidFill>
              </a:rPr>
              <a:t> (i.e. acetylene)</a:t>
            </a:r>
          </a:p>
        </p:txBody>
      </p:sp>
    </p:spTree>
    <p:extLst>
      <p:ext uri="{BB962C8B-B14F-4D97-AF65-F5344CB8AC3E}">
        <p14:creationId xmlns:p14="http://schemas.microsoft.com/office/powerpoint/2010/main" val="60662096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5266" y="369707"/>
            <a:ext cx="11749072" cy="3970318"/>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400" dirty="0">
                <a:solidFill>
                  <a:srgbClr val="000000"/>
                </a:solidFill>
                <a:latin typeface="Book Antiqua" panose="02040602050305030304" pitchFamily="18" charset="0"/>
              </a:rPr>
              <a:t>One </a:t>
            </a:r>
            <a:r>
              <a:rPr lang="en-US" sz="2400" dirty="0" err="1">
                <a:solidFill>
                  <a:srgbClr val="000000"/>
                </a:solidFill>
                <a:latin typeface="Book Antiqua" panose="02040602050305030304" pitchFamily="18" charset="0"/>
              </a:rPr>
              <a:t>sp</a:t>
            </a:r>
            <a:r>
              <a:rPr lang="en-US" sz="2400" dirty="0">
                <a:solidFill>
                  <a:srgbClr val="000000"/>
                </a:solidFill>
                <a:latin typeface="Book Antiqua" panose="02040602050305030304" pitchFamily="18" charset="0"/>
              </a:rPr>
              <a:t> hybrid orbital of each carbon overlaps to form a carbon-carbon </a:t>
            </a:r>
            <a:r>
              <a:rPr lang="en-US" sz="2400" dirty="0">
                <a:solidFill>
                  <a:srgbClr val="000000"/>
                </a:solidFill>
              </a:rPr>
              <a:t>sigma </a:t>
            </a:r>
            <a:r>
              <a:rPr lang="en-US" sz="2400" dirty="0">
                <a:solidFill>
                  <a:srgbClr val="000000"/>
                </a:solidFill>
                <a:latin typeface="Book Antiqua" panose="02040602050305030304" pitchFamily="18" charset="0"/>
              </a:rPr>
              <a:t>bond. The remaining </a:t>
            </a:r>
            <a:r>
              <a:rPr lang="en-US" sz="2400" dirty="0" err="1">
                <a:solidFill>
                  <a:srgbClr val="000000"/>
                </a:solidFill>
                <a:latin typeface="Book Antiqua" panose="02040602050305030304" pitchFamily="18" charset="0"/>
              </a:rPr>
              <a:t>sp</a:t>
            </a:r>
            <a:r>
              <a:rPr lang="en-US" sz="2400" dirty="0">
                <a:solidFill>
                  <a:srgbClr val="000000"/>
                </a:solidFill>
                <a:latin typeface="Book Antiqua" panose="02040602050305030304" pitchFamily="18" charset="0"/>
              </a:rPr>
              <a:t> hybrid orbital on each carbon overlaps with one hydrogen atom each to give two </a:t>
            </a:r>
            <a:r>
              <a:rPr lang="en-US" sz="2400" dirty="0">
                <a:solidFill>
                  <a:srgbClr val="000000"/>
                </a:solidFill>
              </a:rPr>
              <a:t>sigma </a:t>
            </a:r>
            <a:r>
              <a:rPr lang="en-US" sz="2400" dirty="0">
                <a:solidFill>
                  <a:srgbClr val="000000"/>
                </a:solidFill>
                <a:latin typeface="Book Antiqua" panose="02040602050305030304" pitchFamily="18" charset="0"/>
              </a:rPr>
              <a:t>bonds. Thus a total of three </a:t>
            </a:r>
            <a:r>
              <a:rPr lang="en-US" sz="2400" dirty="0">
                <a:solidFill>
                  <a:srgbClr val="000000"/>
                </a:solidFill>
              </a:rPr>
              <a:t>sigma </a:t>
            </a:r>
            <a:r>
              <a:rPr lang="en-US" sz="2400" dirty="0">
                <a:solidFill>
                  <a:srgbClr val="000000"/>
                </a:solidFill>
                <a:latin typeface="Book Antiqua" panose="02040602050305030304" pitchFamily="18" charset="0"/>
              </a:rPr>
              <a:t>bonds are found in the </a:t>
            </a:r>
            <a:r>
              <a:rPr lang="en-US" sz="2400" dirty="0" err="1">
                <a:solidFill>
                  <a:srgbClr val="000000"/>
                </a:solidFill>
                <a:latin typeface="Book Antiqua" panose="02040602050305030304" pitchFamily="18" charset="0"/>
              </a:rPr>
              <a:t>ethyne</a:t>
            </a:r>
            <a:r>
              <a:rPr lang="en-US" sz="2400" dirty="0">
                <a:solidFill>
                  <a:srgbClr val="000000"/>
                </a:solidFill>
                <a:latin typeface="Book Antiqua" panose="02040602050305030304" pitchFamily="18" charset="0"/>
              </a:rPr>
              <a:t> molecule. The bond angle between each bond is 180°. Acetylene is a linear molecule as all the four atoms (two carbon and two hydrogen) lie along the same straight line. Also, it has a </a:t>
            </a:r>
            <a:r>
              <a:rPr lang="en-US" sz="2400" b="1" dirty="0">
                <a:solidFill>
                  <a:srgbClr val="000000"/>
                </a:solidFill>
                <a:latin typeface="Book Antiqua" panose="02040602050305030304" pitchFamily="18" charset="0"/>
              </a:rPr>
              <a:t>cylindrical symmetry </a:t>
            </a:r>
            <a:r>
              <a:rPr lang="en-US" sz="2400" dirty="0">
                <a:solidFill>
                  <a:srgbClr val="000000"/>
                </a:solidFill>
                <a:latin typeface="Book Antiqua" panose="02040602050305030304" pitchFamily="18" charset="0"/>
              </a:rPr>
              <a:t>about the inter-nuclear axis due to the p electron cloud present in a cylindrical manner. </a:t>
            </a:r>
            <a:endParaRPr lang="en-US" sz="2400" dirty="0"/>
          </a:p>
        </p:txBody>
      </p:sp>
      <p:grpSp>
        <p:nvGrpSpPr>
          <p:cNvPr id="4" name="Group 3"/>
          <p:cNvGrpSpPr/>
          <p:nvPr/>
        </p:nvGrpSpPr>
        <p:grpSpPr>
          <a:xfrm>
            <a:off x="3309802" y="4180344"/>
            <a:ext cx="5220002" cy="2677656"/>
            <a:chOff x="2811440" y="2902508"/>
            <a:chExt cx="5220002" cy="2677656"/>
          </a:xfrm>
        </p:grpSpPr>
        <p:pic>
          <p:nvPicPr>
            <p:cNvPr id="2" name="Picture 1"/>
            <p:cNvPicPr>
              <a:picLocks noChangeAspect="1"/>
            </p:cNvPicPr>
            <p:nvPr/>
          </p:nvPicPr>
          <p:blipFill>
            <a:blip r:embed="rId2"/>
            <a:stretch>
              <a:fillRect/>
            </a:stretch>
          </p:blipFill>
          <p:spPr>
            <a:xfrm>
              <a:off x="2811440" y="2902508"/>
              <a:ext cx="5220001" cy="2335958"/>
            </a:xfrm>
            <a:prstGeom prst="rect">
              <a:avLst/>
            </a:prstGeom>
          </p:spPr>
        </p:pic>
        <p:pic>
          <p:nvPicPr>
            <p:cNvPr id="5" name="Picture 4"/>
            <p:cNvPicPr>
              <a:picLocks noChangeAspect="1"/>
            </p:cNvPicPr>
            <p:nvPr/>
          </p:nvPicPr>
          <p:blipFill>
            <a:blip r:embed="rId3"/>
            <a:stretch>
              <a:fillRect/>
            </a:stretch>
          </p:blipFill>
          <p:spPr>
            <a:xfrm>
              <a:off x="2811441" y="5238466"/>
              <a:ext cx="5220001" cy="341698"/>
            </a:xfrm>
            <a:prstGeom prst="rect">
              <a:avLst/>
            </a:prstGeom>
          </p:spPr>
        </p:pic>
      </p:grpSp>
      <p:sp>
        <p:nvSpPr>
          <p:cNvPr id="6" name="Rectangle 5"/>
          <p:cNvSpPr/>
          <p:nvPr/>
        </p:nvSpPr>
        <p:spPr>
          <a:xfrm>
            <a:off x="1722014" y="-7777"/>
            <a:ext cx="8668398" cy="646331"/>
          </a:xfrm>
          <a:prstGeom prst="rect">
            <a:avLst/>
          </a:prstGeom>
        </p:spPr>
        <p:txBody>
          <a:bodyPr wrap="square">
            <a:spAutoFit/>
          </a:bodyPr>
          <a:lstStyle/>
          <a:p>
            <a:pPr algn="ctr"/>
            <a:r>
              <a:rPr lang="en-US" sz="3600" b="1" i="1" dirty="0" err="1">
                <a:solidFill>
                  <a:srgbClr val="C00000"/>
                </a:solidFill>
              </a:rPr>
              <a:t>sp</a:t>
            </a:r>
            <a:r>
              <a:rPr lang="en-US" sz="3600" b="1" dirty="0">
                <a:solidFill>
                  <a:srgbClr val="C00000"/>
                </a:solidFill>
              </a:rPr>
              <a:t> </a:t>
            </a:r>
            <a:r>
              <a:rPr lang="en-US" sz="3600" b="1" dirty="0" err="1">
                <a:solidFill>
                  <a:srgbClr val="C00000"/>
                </a:solidFill>
              </a:rPr>
              <a:t>Hybridisation</a:t>
            </a:r>
            <a:r>
              <a:rPr lang="en-US" sz="3600" b="1" dirty="0">
                <a:solidFill>
                  <a:srgbClr val="C00000"/>
                </a:solidFill>
              </a:rPr>
              <a:t> in </a:t>
            </a:r>
            <a:r>
              <a:rPr lang="en-US" sz="3600" b="1" dirty="0" err="1">
                <a:solidFill>
                  <a:srgbClr val="C00000"/>
                </a:solidFill>
              </a:rPr>
              <a:t>ethyne</a:t>
            </a:r>
            <a:r>
              <a:rPr lang="en-US" sz="3600" b="1" dirty="0">
                <a:solidFill>
                  <a:srgbClr val="C00000"/>
                </a:solidFill>
              </a:rPr>
              <a:t> (i.e. acetylene)</a:t>
            </a:r>
          </a:p>
        </p:txBody>
      </p:sp>
    </p:spTree>
    <p:extLst>
      <p:ext uri="{BB962C8B-B14F-4D97-AF65-F5344CB8AC3E}">
        <p14:creationId xmlns:p14="http://schemas.microsoft.com/office/powerpoint/2010/main" val="185861472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6130" name="Picture 2" descr="FG01_17"/>
          <p:cNvPicPr>
            <a:picLocks noChangeAspect="1" noChangeArrowheads="1"/>
          </p:cNvPicPr>
          <p:nvPr/>
        </p:nvPicPr>
        <p:blipFill rotWithShape="1">
          <a:blip r:embed="rId3">
            <a:extLst>
              <a:ext uri="{28A0092B-C50C-407E-A947-70E740481C1C}">
                <a14:useLocalDpi xmlns:a14="http://schemas.microsoft.com/office/drawing/2010/main" val="0"/>
              </a:ext>
            </a:extLst>
          </a:blip>
          <a:srcRect b="5308"/>
          <a:stretch/>
        </p:blipFill>
        <p:spPr bwMode="auto">
          <a:xfrm>
            <a:off x="1388339" y="962986"/>
            <a:ext cx="8932611" cy="58950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p:cNvSpPr>
            <a:spLocks noGrp="1"/>
          </p:cNvSpPr>
          <p:nvPr>
            <p:ph type="sldNum" sz="quarter" idx="12"/>
          </p:nvPr>
        </p:nvSpPr>
        <p:spPr/>
        <p:txBody>
          <a:bodyPr/>
          <a:lstStyle/>
          <a:p>
            <a:fld id="{5776AC22-00B8-47A7-833D-F03A60546104}" type="slidenum">
              <a:rPr lang="en-US" smtClean="0"/>
              <a:t>68</a:t>
            </a:fld>
            <a:endParaRPr lang="en-US"/>
          </a:p>
        </p:txBody>
      </p:sp>
      <p:sp>
        <p:nvSpPr>
          <p:cNvPr id="4" name="Rectangle 3"/>
          <p:cNvSpPr/>
          <p:nvPr/>
        </p:nvSpPr>
        <p:spPr>
          <a:xfrm>
            <a:off x="1758228" y="200159"/>
            <a:ext cx="8668398" cy="646331"/>
          </a:xfrm>
          <a:prstGeom prst="rect">
            <a:avLst/>
          </a:prstGeom>
        </p:spPr>
        <p:txBody>
          <a:bodyPr wrap="square">
            <a:spAutoFit/>
          </a:bodyPr>
          <a:lstStyle/>
          <a:p>
            <a:pPr algn="ctr"/>
            <a:r>
              <a:rPr lang="en-US" sz="3600" b="1" i="1" dirty="0" err="1">
                <a:solidFill>
                  <a:srgbClr val="C00000"/>
                </a:solidFill>
              </a:rPr>
              <a:t>sp</a:t>
            </a:r>
            <a:r>
              <a:rPr lang="en-US" sz="3600" b="1" dirty="0">
                <a:solidFill>
                  <a:srgbClr val="C00000"/>
                </a:solidFill>
              </a:rPr>
              <a:t> </a:t>
            </a:r>
            <a:r>
              <a:rPr lang="en-US" sz="3600" b="1" dirty="0" err="1">
                <a:solidFill>
                  <a:srgbClr val="C00000"/>
                </a:solidFill>
              </a:rPr>
              <a:t>Hybridisation</a:t>
            </a:r>
            <a:r>
              <a:rPr lang="en-US" sz="3600" b="1" dirty="0">
                <a:solidFill>
                  <a:srgbClr val="C00000"/>
                </a:solidFill>
              </a:rPr>
              <a:t> in </a:t>
            </a:r>
            <a:r>
              <a:rPr lang="en-US" sz="3600" b="1" dirty="0" err="1">
                <a:solidFill>
                  <a:srgbClr val="C00000"/>
                </a:solidFill>
              </a:rPr>
              <a:t>ethyne</a:t>
            </a:r>
            <a:r>
              <a:rPr lang="en-US" sz="3600" b="1" dirty="0">
                <a:solidFill>
                  <a:srgbClr val="C00000"/>
                </a:solidFill>
              </a:rPr>
              <a:t> (i.e. acetylene)</a:t>
            </a:r>
          </a:p>
        </p:txBody>
      </p:sp>
    </p:spTree>
    <p:extLst>
      <p:ext uri="{BB962C8B-B14F-4D97-AF65-F5344CB8AC3E}">
        <p14:creationId xmlns:p14="http://schemas.microsoft.com/office/powerpoint/2010/main" val="353818362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8178" name="Picture 2" descr="FG01_17-01UN"/>
          <p:cNvPicPr>
            <a:picLocks noChangeAspect="1" noChangeArrowheads="1"/>
          </p:cNvPicPr>
          <p:nvPr/>
        </p:nvPicPr>
        <p:blipFill rotWithShape="1">
          <a:blip r:embed="rId3">
            <a:extLst>
              <a:ext uri="{28A0092B-C50C-407E-A947-70E740481C1C}">
                <a14:useLocalDpi xmlns:a14="http://schemas.microsoft.com/office/drawing/2010/main" val="0"/>
              </a:ext>
            </a:extLst>
          </a:blip>
          <a:srcRect b="15941"/>
          <a:stretch/>
        </p:blipFill>
        <p:spPr bwMode="auto">
          <a:xfrm>
            <a:off x="1" y="2483404"/>
            <a:ext cx="12192000" cy="21784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p:cNvSpPr>
            <a:spLocks noGrp="1"/>
          </p:cNvSpPr>
          <p:nvPr>
            <p:ph type="sldNum" sz="quarter" idx="12"/>
          </p:nvPr>
        </p:nvSpPr>
        <p:spPr/>
        <p:txBody>
          <a:bodyPr/>
          <a:lstStyle/>
          <a:p>
            <a:fld id="{5776AC22-00B8-47A7-833D-F03A60546104}" type="slidenum">
              <a:rPr lang="en-US" smtClean="0"/>
              <a:t>69</a:t>
            </a:fld>
            <a:endParaRPr lang="en-US"/>
          </a:p>
        </p:txBody>
      </p:sp>
      <p:sp>
        <p:nvSpPr>
          <p:cNvPr id="4" name="Rectangle 3"/>
          <p:cNvSpPr/>
          <p:nvPr/>
        </p:nvSpPr>
        <p:spPr>
          <a:xfrm>
            <a:off x="1758228" y="200159"/>
            <a:ext cx="8668398" cy="646331"/>
          </a:xfrm>
          <a:prstGeom prst="rect">
            <a:avLst/>
          </a:prstGeom>
        </p:spPr>
        <p:txBody>
          <a:bodyPr wrap="square">
            <a:spAutoFit/>
          </a:bodyPr>
          <a:lstStyle/>
          <a:p>
            <a:pPr algn="ctr"/>
            <a:r>
              <a:rPr lang="en-US" sz="3600" b="1" i="1" dirty="0" err="1">
                <a:solidFill>
                  <a:srgbClr val="C00000"/>
                </a:solidFill>
              </a:rPr>
              <a:t>sp</a:t>
            </a:r>
            <a:r>
              <a:rPr lang="en-US" sz="3600" b="1" dirty="0">
                <a:solidFill>
                  <a:srgbClr val="C00000"/>
                </a:solidFill>
              </a:rPr>
              <a:t> </a:t>
            </a:r>
            <a:r>
              <a:rPr lang="en-US" sz="3600" b="1" dirty="0" err="1">
                <a:solidFill>
                  <a:srgbClr val="C00000"/>
                </a:solidFill>
              </a:rPr>
              <a:t>Hybridisation</a:t>
            </a:r>
            <a:r>
              <a:rPr lang="en-US" sz="3600" b="1" dirty="0">
                <a:solidFill>
                  <a:srgbClr val="C00000"/>
                </a:solidFill>
              </a:rPr>
              <a:t> in </a:t>
            </a:r>
            <a:r>
              <a:rPr lang="en-US" sz="3600" b="1" dirty="0" err="1">
                <a:solidFill>
                  <a:srgbClr val="C00000"/>
                </a:solidFill>
              </a:rPr>
              <a:t>ethyne</a:t>
            </a:r>
            <a:r>
              <a:rPr lang="en-US" sz="3600" b="1" dirty="0">
                <a:solidFill>
                  <a:srgbClr val="C00000"/>
                </a:solidFill>
              </a:rPr>
              <a:t> (i.e. acetylene)</a:t>
            </a:r>
          </a:p>
        </p:txBody>
      </p:sp>
    </p:spTree>
    <p:extLst>
      <p:ext uri="{BB962C8B-B14F-4D97-AF65-F5344CB8AC3E}">
        <p14:creationId xmlns:p14="http://schemas.microsoft.com/office/powerpoint/2010/main" val="148582320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1"/>
          <p:cNvSpPr>
            <a:spLocks noGrp="1"/>
          </p:cNvSpPr>
          <p:nvPr>
            <p:ph type="title"/>
          </p:nvPr>
        </p:nvSpPr>
        <p:spPr>
          <a:xfrm>
            <a:off x="1981200" y="228600"/>
            <a:ext cx="8229600" cy="1143000"/>
          </a:xfrm>
        </p:spPr>
        <p:txBody>
          <a:bodyPr/>
          <a:lstStyle/>
          <a:p>
            <a:pPr eaLnBrk="1" hangingPunct="1"/>
            <a:r>
              <a:rPr lang="en-US" sz="3200" b="1" dirty="0">
                <a:solidFill>
                  <a:srgbClr val="C00000"/>
                </a:solidFill>
                <a:latin typeface="Times New Roman" pitchFamily="36" charset="0"/>
                <a:cs typeface="Times New Roman" pitchFamily="36" charset="0"/>
              </a:rPr>
              <a:t>Summary of </a:t>
            </a:r>
            <a:r>
              <a:rPr lang="el-GR" sz="3200" b="1" dirty="0">
                <a:solidFill>
                  <a:srgbClr val="C00000"/>
                </a:solidFill>
                <a:latin typeface="Times New Roman" pitchFamily="36" charset="0"/>
                <a:cs typeface="Times New Roman" pitchFamily="36" charset="0"/>
              </a:rPr>
              <a:t>σ</a:t>
            </a:r>
            <a:r>
              <a:rPr lang="en-US" sz="3200" b="1" dirty="0">
                <a:solidFill>
                  <a:srgbClr val="C00000"/>
                </a:solidFill>
                <a:latin typeface="Times New Roman" pitchFamily="36" charset="0"/>
                <a:cs typeface="Times New Roman" pitchFamily="36" charset="0"/>
              </a:rPr>
              <a:t> - bonding in acetylene (C</a:t>
            </a:r>
            <a:r>
              <a:rPr lang="en-US" sz="3200" b="1" baseline="-25000" dirty="0">
                <a:solidFill>
                  <a:srgbClr val="C00000"/>
                </a:solidFill>
                <a:latin typeface="Times New Roman" pitchFamily="36" charset="0"/>
                <a:cs typeface="Times New Roman" pitchFamily="36" charset="0"/>
              </a:rPr>
              <a:t>2</a:t>
            </a:r>
            <a:r>
              <a:rPr lang="en-US" sz="3200" b="1" dirty="0">
                <a:solidFill>
                  <a:srgbClr val="C00000"/>
                </a:solidFill>
                <a:latin typeface="Times New Roman" pitchFamily="36" charset="0"/>
                <a:cs typeface="Times New Roman" pitchFamily="36" charset="0"/>
              </a:rPr>
              <a:t>H</a:t>
            </a:r>
            <a:r>
              <a:rPr lang="en-US" sz="3200" b="1" baseline="-25000" dirty="0">
                <a:solidFill>
                  <a:srgbClr val="C00000"/>
                </a:solidFill>
                <a:latin typeface="Times New Roman" pitchFamily="36" charset="0"/>
                <a:cs typeface="Times New Roman" pitchFamily="36" charset="0"/>
              </a:rPr>
              <a:t>2</a:t>
            </a:r>
            <a:r>
              <a:rPr lang="en-US" sz="3200" b="1" dirty="0">
                <a:solidFill>
                  <a:srgbClr val="C00000"/>
                </a:solidFill>
                <a:latin typeface="Times New Roman" pitchFamily="36" charset="0"/>
                <a:cs typeface="Times New Roman" pitchFamily="36" charset="0"/>
              </a:rPr>
              <a:t>)</a:t>
            </a:r>
          </a:p>
        </p:txBody>
      </p:sp>
      <p:sp>
        <p:nvSpPr>
          <p:cNvPr id="94211" name="Content Placeholder 2"/>
          <p:cNvSpPr>
            <a:spLocks noGrp="1"/>
          </p:cNvSpPr>
          <p:nvPr>
            <p:ph idx="1"/>
          </p:nvPr>
        </p:nvSpPr>
        <p:spPr>
          <a:xfrm>
            <a:off x="371192" y="981655"/>
            <a:ext cx="11633703" cy="4525963"/>
          </a:xfrm>
        </p:spPr>
        <p:txBody>
          <a:bodyPr>
            <a:normAutofit/>
          </a:bodyPr>
          <a:lstStyle/>
          <a:p>
            <a:pPr algn="just">
              <a:lnSpc>
                <a:spcPct val="150000"/>
              </a:lnSpc>
            </a:pPr>
            <a:r>
              <a:rPr lang="en-US" sz="2400" dirty="0">
                <a:latin typeface="Times New Roman" pitchFamily="36" charset="0"/>
                <a:cs typeface="Times New Roman" pitchFamily="36" charset="0"/>
              </a:rPr>
              <a:t>Each </a:t>
            </a:r>
            <a:r>
              <a:rPr lang="en-US" sz="2400" b="1" dirty="0">
                <a:latin typeface="Times New Roman" pitchFamily="36" charset="0"/>
                <a:cs typeface="Times New Roman" pitchFamily="36" charset="0"/>
              </a:rPr>
              <a:t>C ─ H </a:t>
            </a:r>
            <a:r>
              <a:rPr lang="el-GR" sz="2400" b="1" dirty="0">
                <a:latin typeface="Times New Roman" pitchFamily="36" charset="0"/>
                <a:cs typeface="Times New Roman" pitchFamily="36" charset="0"/>
              </a:rPr>
              <a:t>σ</a:t>
            </a:r>
            <a:r>
              <a:rPr lang="en-US" sz="2400" b="1" dirty="0">
                <a:latin typeface="Times New Roman" pitchFamily="36" charset="0"/>
                <a:cs typeface="Times New Roman" pitchFamily="36" charset="0"/>
              </a:rPr>
              <a:t>-bond </a:t>
            </a:r>
            <a:r>
              <a:rPr lang="en-US" sz="2400" dirty="0">
                <a:latin typeface="Times New Roman" pitchFamily="36" charset="0"/>
                <a:cs typeface="Times New Roman" pitchFamily="36" charset="0"/>
              </a:rPr>
              <a:t>is formed by the overlap of the </a:t>
            </a:r>
            <a:r>
              <a:rPr lang="en-US" sz="2400" b="1" dirty="0">
                <a:latin typeface="Times New Roman" pitchFamily="36" charset="0"/>
                <a:cs typeface="Times New Roman" pitchFamily="36" charset="0"/>
              </a:rPr>
              <a:t>sp</a:t>
            </a:r>
            <a:r>
              <a:rPr lang="en-US" sz="2400" dirty="0">
                <a:latin typeface="Times New Roman" pitchFamily="36" charset="0"/>
                <a:cs typeface="Times New Roman" pitchFamily="36" charset="0"/>
              </a:rPr>
              <a:t> hybridized orbital of </a:t>
            </a:r>
            <a:r>
              <a:rPr lang="en-US" sz="2400" b="1" dirty="0">
                <a:latin typeface="Times New Roman" pitchFamily="36" charset="0"/>
                <a:cs typeface="Times New Roman" pitchFamily="36" charset="0"/>
              </a:rPr>
              <a:t>C</a:t>
            </a:r>
            <a:r>
              <a:rPr lang="en-US" sz="2400" dirty="0">
                <a:latin typeface="Times New Roman" pitchFamily="36" charset="0"/>
                <a:cs typeface="Times New Roman" pitchFamily="36" charset="0"/>
              </a:rPr>
              <a:t> with the </a:t>
            </a:r>
            <a:r>
              <a:rPr lang="en-US" sz="2400" b="1" i="1" dirty="0">
                <a:latin typeface="Times New Roman" pitchFamily="36" charset="0"/>
                <a:cs typeface="Times New Roman" pitchFamily="36" charset="0"/>
              </a:rPr>
              <a:t>1s </a:t>
            </a:r>
            <a:r>
              <a:rPr lang="en-US" sz="2400" dirty="0">
                <a:latin typeface="Times New Roman" pitchFamily="36" charset="0"/>
                <a:cs typeface="Times New Roman" pitchFamily="36" charset="0"/>
              </a:rPr>
              <a:t>orbital of </a:t>
            </a:r>
            <a:r>
              <a:rPr lang="en-US" sz="2400" b="1" dirty="0">
                <a:latin typeface="Times New Roman" pitchFamily="36" charset="0"/>
                <a:cs typeface="Times New Roman" pitchFamily="36" charset="0"/>
              </a:rPr>
              <a:t>H-atom. </a:t>
            </a:r>
            <a:r>
              <a:rPr lang="en-US" sz="2400" dirty="0">
                <a:latin typeface="Times New Roman" pitchFamily="36" charset="0"/>
                <a:cs typeface="Times New Roman" pitchFamily="36" charset="0"/>
              </a:rPr>
              <a:t>Two out of the four </a:t>
            </a:r>
            <a:r>
              <a:rPr lang="en-US" sz="2400" b="1" dirty="0">
                <a:latin typeface="Times New Roman" pitchFamily="36" charset="0"/>
                <a:cs typeface="Times New Roman" pitchFamily="36" charset="0"/>
              </a:rPr>
              <a:t>sp</a:t>
            </a:r>
            <a:r>
              <a:rPr lang="en-US" sz="2400" dirty="0">
                <a:latin typeface="Times New Roman" pitchFamily="36" charset="0"/>
                <a:cs typeface="Times New Roman" pitchFamily="36" charset="0"/>
              </a:rPr>
              <a:t> hybridized </a:t>
            </a:r>
            <a:r>
              <a:rPr lang="en-US" sz="2400" dirty="0" err="1">
                <a:latin typeface="Times New Roman" pitchFamily="36" charset="0"/>
                <a:cs typeface="Times New Roman" pitchFamily="36" charset="0"/>
              </a:rPr>
              <a:t>orbitals</a:t>
            </a:r>
            <a:r>
              <a:rPr lang="en-US" sz="2400" dirty="0">
                <a:latin typeface="Times New Roman" pitchFamily="36" charset="0"/>
                <a:cs typeface="Times New Roman" pitchFamily="36" charset="0"/>
              </a:rPr>
              <a:t> of the two </a:t>
            </a:r>
            <a:r>
              <a:rPr lang="en-US" sz="2400" b="1" dirty="0">
                <a:latin typeface="Times New Roman" pitchFamily="36" charset="0"/>
                <a:cs typeface="Times New Roman" pitchFamily="36" charset="0"/>
              </a:rPr>
              <a:t>C's </a:t>
            </a:r>
            <a:r>
              <a:rPr lang="en-US" sz="2400" dirty="0">
                <a:latin typeface="Times New Roman" pitchFamily="36" charset="0"/>
                <a:cs typeface="Times New Roman" pitchFamily="36" charset="0"/>
              </a:rPr>
              <a:t>are used up this way</a:t>
            </a:r>
            <a:endParaRPr lang="en-US" sz="2400" b="1" dirty="0">
              <a:latin typeface="Times New Roman" pitchFamily="36" charset="0"/>
              <a:cs typeface="Times New Roman" pitchFamily="36" charset="0"/>
            </a:endParaRPr>
          </a:p>
          <a:p>
            <a:pPr algn="just">
              <a:lnSpc>
                <a:spcPct val="150000"/>
              </a:lnSpc>
            </a:pPr>
            <a:r>
              <a:rPr lang="en-US" sz="2400" dirty="0">
                <a:latin typeface="Times New Roman" pitchFamily="36" charset="0"/>
                <a:cs typeface="Times New Roman" pitchFamily="36" charset="0"/>
              </a:rPr>
              <a:t>The remaining two </a:t>
            </a:r>
            <a:r>
              <a:rPr lang="en-US" sz="2400" b="1" dirty="0">
                <a:latin typeface="Times New Roman" pitchFamily="36" charset="0"/>
                <a:cs typeface="Times New Roman" pitchFamily="36" charset="0"/>
              </a:rPr>
              <a:t>sp</a:t>
            </a:r>
            <a:r>
              <a:rPr lang="en-US" sz="2400" b="1" baseline="30000" dirty="0">
                <a:latin typeface="Times New Roman" pitchFamily="36" charset="0"/>
                <a:cs typeface="Times New Roman" pitchFamily="36" charset="0"/>
              </a:rPr>
              <a:t> </a:t>
            </a:r>
            <a:r>
              <a:rPr lang="en-US" sz="2400" dirty="0">
                <a:latin typeface="Times New Roman" pitchFamily="36" charset="0"/>
                <a:cs typeface="Times New Roman" pitchFamily="36" charset="0"/>
              </a:rPr>
              <a:t>hybridized orbitals of the two </a:t>
            </a:r>
            <a:r>
              <a:rPr lang="en-US" sz="2400" b="1" dirty="0">
                <a:latin typeface="Times New Roman" pitchFamily="36" charset="0"/>
                <a:cs typeface="Times New Roman" pitchFamily="36" charset="0"/>
              </a:rPr>
              <a:t>C's </a:t>
            </a:r>
            <a:r>
              <a:rPr lang="en-US" sz="2400" dirty="0">
                <a:latin typeface="Times New Roman" pitchFamily="36" charset="0"/>
                <a:cs typeface="Times New Roman" pitchFamily="36" charset="0"/>
              </a:rPr>
              <a:t>overlap with each other to form the </a:t>
            </a:r>
            <a:r>
              <a:rPr lang="en-US" sz="2400" b="1" dirty="0">
                <a:latin typeface="Times New Roman" pitchFamily="36" charset="0"/>
                <a:cs typeface="Times New Roman" pitchFamily="36" charset="0"/>
              </a:rPr>
              <a:t>C ─ C </a:t>
            </a:r>
            <a:r>
              <a:rPr lang="el-GR" sz="2400" b="1" dirty="0">
                <a:latin typeface="Times New Roman" pitchFamily="36" charset="0"/>
                <a:cs typeface="Times New Roman" pitchFamily="36" charset="0"/>
              </a:rPr>
              <a:t>σ</a:t>
            </a:r>
            <a:r>
              <a:rPr lang="en-US" sz="2400" b="1" dirty="0">
                <a:latin typeface="Times New Roman" pitchFamily="36" charset="0"/>
                <a:cs typeface="Times New Roman" pitchFamily="36" charset="0"/>
              </a:rPr>
              <a:t>-bond </a:t>
            </a:r>
            <a:endParaRPr lang="en-US" sz="2400" dirty="0">
              <a:latin typeface="Times New Roman" pitchFamily="36" charset="0"/>
              <a:cs typeface="Times New Roman" pitchFamily="36" charset="0"/>
            </a:endParaRPr>
          </a:p>
        </p:txBody>
      </p:sp>
      <p:sp>
        <p:nvSpPr>
          <p:cNvPr id="4" name="Slide Number Placeholder 3"/>
          <p:cNvSpPr>
            <a:spLocks noGrp="1"/>
          </p:cNvSpPr>
          <p:nvPr>
            <p:ph type="sldNum" sz="quarter" idx="12"/>
          </p:nvPr>
        </p:nvSpPr>
        <p:spPr/>
        <p:txBody>
          <a:bodyPr/>
          <a:lstStyle/>
          <a:p>
            <a:pPr>
              <a:defRPr/>
            </a:pPr>
            <a:fld id="{C0779793-3E7F-4A37-95E7-F72AC4C53087}" type="slidenum">
              <a:rPr lang="en-US" smtClean="0"/>
              <a:pPr>
                <a:defRPr/>
              </a:pPr>
              <a:t>70</a:t>
            </a:fld>
            <a:endParaRPr lang="en-US"/>
          </a:p>
        </p:txBody>
      </p:sp>
      <p:pic>
        <p:nvPicPr>
          <p:cNvPr id="94213" name="Picture 3" descr="09_26"/>
          <p:cNvPicPr>
            <a:picLocks noChangeAspect="1" noChangeArrowheads="1"/>
          </p:cNvPicPr>
          <p:nvPr/>
        </p:nvPicPr>
        <p:blipFill>
          <a:blip r:embed="rId2" cstate="print"/>
          <a:srcRect b="5334"/>
          <a:stretch>
            <a:fillRect/>
          </a:stretch>
        </p:blipFill>
        <p:spPr bwMode="auto">
          <a:xfrm>
            <a:off x="2949542" y="3594874"/>
            <a:ext cx="6477001" cy="312660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11541639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p:cNvSpPr>
            <a:spLocks noGrp="1"/>
          </p:cNvSpPr>
          <p:nvPr>
            <p:ph type="title"/>
          </p:nvPr>
        </p:nvSpPr>
        <p:spPr>
          <a:xfrm>
            <a:off x="1981200" y="76200"/>
            <a:ext cx="8229600" cy="1143000"/>
          </a:xfrm>
        </p:spPr>
        <p:txBody>
          <a:bodyPr/>
          <a:lstStyle/>
          <a:p>
            <a:pPr eaLnBrk="1" hangingPunct="1"/>
            <a:r>
              <a:rPr lang="en-US" sz="3200" b="1" dirty="0">
                <a:solidFill>
                  <a:srgbClr val="C00000"/>
                </a:solidFill>
                <a:latin typeface="Times New Roman" pitchFamily="36" charset="0"/>
                <a:cs typeface="Times New Roman" pitchFamily="36" charset="0"/>
              </a:rPr>
              <a:t>Summary of </a:t>
            </a:r>
            <a:r>
              <a:rPr lang="el-GR" sz="3200" b="1" dirty="0">
                <a:solidFill>
                  <a:srgbClr val="C00000"/>
                </a:solidFill>
                <a:latin typeface="Times New Roman" pitchFamily="36" charset="0"/>
                <a:cs typeface="Times New Roman" pitchFamily="36" charset="0"/>
              </a:rPr>
              <a:t>π</a:t>
            </a:r>
            <a:r>
              <a:rPr lang="en-US" sz="3200" b="1" dirty="0">
                <a:solidFill>
                  <a:srgbClr val="C00000"/>
                </a:solidFill>
                <a:latin typeface="Times New Roman" pitchFamily="36" charset="0"/>
                <a:cs typeface="Times New Roman" pitchFamily="36" charset="0"/>
              </a:rPr>
              <a:t> - bonding in acetylene (C</a:t>
            </a:r>
            <a:r>
              <a:rPr lang="en-US" sz="3200" b="1" baseline="-25000" dirty="0">
                <a:solidFill>
                  <a:srgbClr val="C00000"/>
                </a:solidFill>
                <a:latin typeface="Times New Roman" pitchFamily="36" charset="0"/>
                <a:cs typeface="Times New Roman" pitchFamily="36" charset="0"/>
              </a:rPr>
              <a:t>2</a:t>
            </a:r>
            <a:r>
              <a:rPr lang="en-US" sz="3200" b="1" dirty="0">
                <a:solidFill>
                  <a:srgbClr val="C00000"/>
                </a:solidFill>
                <a:latin typeface="Times New Roman" pitchFamily="36" charset="0"/>
                <a:cs typeface="Times New Roman" pitchFamily="36" charset="0"/>
              </a:rPr>
              <a:t>H</a:t>
            </a:r>
            <a:r>
              <a:rPr lang="en-US" sz="3200" b="1" baseline="-25000" dirty="0">
                <a:solidFill>
                  <a:srgbClr val="C00000"/>
                </a:solidFill>
                <a:latin typeface="Times New Roman" pitchFamily="36" charset="0"/>
                <a:cs typeface="Times New Roman" pitchFamily="36" charset="0"/>
              </a:rPr>
              <a:t>2</a:t>
            </a:r>
            <a:r>
              <a:rPr lang="en-US" sz="3200" b="1" dirty="0">
                <a:solidFill>
                  <a:srgbClr val="C00000"/>
                </a:solidFill>
                <a:latin typeface="Times New Roman" pitchFamily="36" charset="0"/>
                <a:cs typeface="Times New Roman" pitchFamily="36" charset="0"/>
              </a:rPr>
              <a:t>)</a:t>
            </a:r>
          </a:p>
        </p:txBody>
      </p:sp>
      <p:sp>
        <p:nvSpPr>
          <p:cNvPr id="95235" name="Content Placeholder 2"/>
          <p:cNvSpPr>
            <a:spLocks noGrp="1"/>
          </p:cNvSpPr>
          <p:nvPr>
            <p:ph idx="1"/>
          </p:nvPr>
        </p:nvSpPr>
        <p:spPr>
          <a:xfrm>
            <a:off x="501806" y="785814"/>
            <a:ext cx="11412554" cy="4525962"/>
          </a:xfrm>
        </p:spPr>
        <p:txBody>
          <a:bodyPr>
            <a:noAutofit/>
          </a:bodyPr>
          <a:lstStyle/>
          <a:p>
            <a:pPr algn="just" eaLnBrk="1" hangingPunct="1">
              <a:lnSpc>
                <a:spcPct val="150000"/>
              </a:lnSpc>
            </a:pPr>
            <a:r>
              <a:rPr lang="en-US" sz="2400" dirty="0">
                <a:latin typeface="Times New Roman" pitchFamily="36" charset="0"/>
                <a:cs typeface="Times New Roman" pitchFamily="36" charset="0"/>
              </a:rPr>
              <a:t>Each </a:t>
            </a:r>
            <a:r>
              <a:rPr lang="en-US" sz="2400" b="1" dirty="0">
                <a:latin typeface="Times New Roman" pitchFamily="36" charset="0"/>
                <a:cs typeface="Times New Roman" pitchFamily="36" charset="0"/>
              </a:rPr>
              <a:t>C</a:t>
            </a:r>
            <a:r>
              <a:rPr lang="en-US" sz="2400" dirty="0">
                <a:latin typeface="Times New Roman" pitchFamily="36" charset="0"/>
                <a:cs typeface="Times New Roman" pitchFamily="36" charset="0"/>
              </a:rPr>
              <a:t> has </a:t>
            </a:r>
            <a:r>
              <a:rPr lang="en-US" sz="2400" b="1" dirty="0">
                <a:latin typeface="Times New Roman" pitchFamily="36" charset="0"/>
                <a:cs typeface="Times New Roman" pitchFamily="36" charset="0"/>
              </a:rPr>
              <a:t>4 valence electrons</a:t>
            </a:r>
          </a:p>
          <a:p>
            <a:pPr algn="just" eaLnBrk="1" hangingPunct="1">
              <a:lnSpc>
                <a:spcPct val="150000"/>
              </a:lnSpc>
            </a:pPr>
            <a:r>
              <a:rPr lang="en-US" sz="2400" dirty="0">
                <a:latin typeface="Times New Roman" pitchFamily="36" charset="0"/>
                <a:cs typeface="Times New Roman" pitchFamily="36" charset="0"/>
              </a:rPr>
              <a:t>During </a:t>
            </a:r>
            <a:r>
              <a:rPr lang="en-US" sz="2400" b="1" dirty="0">
                <a:latin typeface="Times New Roman" pitchFamily="36" charset="0"/>
                <a:cs typeface="Times New Roman" pitchFamily="36" charset="0"/>
              </a:rPr>
              <a:t>sp hybridization </a:t>
            </a:r>
            <a:r>
              <a:rPr lang="en-US" sz="2400" dirty="0">
                <a:latin typeface="Times New Roman" pitchFamily="36" charset="0"/>
                <a:cs typeface="Times New Roman" pitchFamily="36" charset="0"/>
              </a:rPr>
              <a:t>only </a:t>
            </a:r>
            <a:r>
              <a:rPr lang="en-US" sz="2400" b="1" dirty="0">
                <a:latin typeface="Times New Roman" pitchFamily="36" charset="0"/>
                <a:cs typeface="Times New Roman" pitchFamily="36" charset="0"/>
              </a:rPr>
              <a:t>one 2s </a:t>
            </a:r>
            <a:r>
              <a:rPr lang="en-US" sz="2400" dirty="0">
                <a:latin typeface="Times New Roman" pitchFamily="36" charset="0"/>
                <a:cs typeface="Times New Roman" pitchFamily="36" charset="0"/>
              </a:rPr>
              <a:t>and </a:t>
            </a:r>
            <a:r>
              <a:rPr lang="en-US" sz="2400" b="1" dirty="0">
                <a:latin typeface="Times New Roman" pitchFamily="36" charset="0"/>
                <a:cs typeface="Times New Roman" pitchFamily="36" charset="0"/>
              </a:rPr>
              <a:t>one 2p </a:t>
            </a:r>
            <a:r>
              <a:rPr lang="en-US" sz="2400" dirty="0">
                <a:latin typeface="Times New Roman" pitchFamily="36" charset="0"/>
                <a:cs typeface="Times New Roman" pitchFamily="36" charset="0"/>
              </a:rPr>
              <a:t>orbital of</a:t>
            </a:r>
            <a:r>
              <a:rPr lang="en-US" sz="2400" b="1" dirty="0">
                <a:latin typeface="Times New Roman" pitchFamily="36" charset="0"/>
                <a:cs typeface="Times New Roman" pitchFamily="36" charset="0"/>
              </a:rPr>
              <a:t> each C</a:t>
            </a:r>
            <a:r>
              <a:rPr lang="en-US" sz="2400" dirty="0">
                <a:latin typeface="Times New Roman" pitchFamily="36" charset="0"/>
                <a:cs typeface="Times New Roman" pitchFamily="36" charset="0"/>
              </a:rPr>
              <a:t>,</a:t>
            </a:r>
            <a:r>
              <a:rPr lang="en-US" sz="2400" b="1" dirty="0">
                <a:latin typeface="Times New Roman" pitchFamily="36" charset="0"/>
                <a:cs typeface="Times New Roman" pitchFamily="36" charset="0"/>
              </a:rPr>
              <a:t> </a:t>
            </a:r>
            <a:r>
              <a:rPr lang="en-US" sz="2400" dirty="0">
                <a:latin typeface="Times New Roman" pitchFamily="36" charset="0"/>
                <a:cs typeface="Times New Roman" pitchFamily="36" charset="0"/>
              </a:rPr>
              <a:t>is used</a:t>
            </a:r>
          </a:p>
          <a:p>
            <a:pPr algn="just" eaLnBrk="1" hangingPunct="1">
              <a:lnSpc>
                <a:spcPct val="150000"/>
              </a:lnSpc>
            </a:pPr>
            <a:r>
              <a:rPr lang="en-US" sz="2400" dirty="0">
                <a:latin typeface="Times New Roman" pitchFamily="36" charset="0"/>
                <a:cs typeface="Times New Roman" pitchFamily="36" charset="0"/>
              </a:rPr>
              <a:t>The remaining two </a:t>
            </a:r>
            <a:r>
              <a:rPr lang="en-US" sz="2400" b="1" dirty="0" err="1">
                <a:latin typeface="Times New Roman" pitchFamily="36" charset="0"/>
                <a:cs typeface="Times New Roman" pitchFamily="36" charset="0"/>
              </a:rPr>
              <a:t>unhybridized</a:t>
            </a:r>
            <a:r>
              <a:rPr lang="en-US" sz="2400" b="1" dirty="0">
                <a:latin typeface="Times New Roman" pitchFamily="36" charset="0"/>
                <a:cs typeface="Times New Roman" pitchFamily="36" charset="0"/>
              </a:rPr>
              <a:t> 2p </a:t>
            </a:r>
            <a:r>
              <a:rPr lang="en-US" sz="2400" b="1" dirty="0" err="1">
                <a:latin typeface="Times New Roman" pitchFamily="36" charset="0"/>
                <a:cs typeface="Times New Roman" pitchFamily="36" charset="0"/>
              </a:rPr>
              <a:t>orbitals</a:t>
            </a:r>
            <a:r>
              <a:rPr lang="en-US" sz="2400" b="1" dirty="0">
                <a:latin typeface="Times New Roman" pitchFamily="36" charset="0"/>
                <a:cs typeface="Times New Roman" pitchFamily="36" charset="0"/>
              </a:rPr>
              <a:t> </a:t>
            </a:r>
            <a:r>
              <a:rPr lang="en-US" sz="2400" dirty="0">
                <a:latin typeface="Times New Roman" pitchFamily="36" charset="0"/>
                <a:cs typeface="Times New Roman" pitchFamily="36" charset="0"/>
              </a:rPr>
              <a:t>of</a:t>
            </a:r>
            <a:r>
              <a:rPr lang="en-US" sz="2400" b="1" dirty="0">
                <a:latin typeface="Times New Roman" pitchFamily="36" charset="0"/>
                <a:cs typeface="Times New Roman" pitchFamily="36" charset="0"/>
              </a:rPr>
              <a:t> each C </a:t>
            </a:r>
            <a:r>
              <a:rPr lang="en-US" sz="2400" dirty="0">
                <a:latin typeface="Times New Roman" pitchFamily="36" charset="0"/>
                <a:cs typeface="Times New Roman" pitchFamily="36" charset="0"/>
              </a:rPr>
              <a:t>still have one electron left</a:t>
            </a:r>
          </a:p>
          <a:p>
            <a:pPr algn="just">
              <a:lnSpc>
                <a:spcPct val="150000"/>
              </a:lnSpc>
            </a:pPr>
            <a:r>
              <a:rPr lang="en-US" sz="2400" dirty="0">
                <a:latin typeface="Times New Roman" pitchFamily="36" charset="0"/>
                <a:cs typeface="Times New Roman" pitchFamily="36" charset="0"/>
              </a:rPr>
              <a:t>These two </a:t>
            </a:r>
            <a:r>
              <a:rPr lang="en-US" sz="2400" b="1" dirty="0">
                <a:latin typeface="Times New Roman" pitchFamily="36" charset="0"/>
                <a:cs typeface="Times New Roman" pitchFamily="36" charset="0"/>
              </a:rPr>
              <a:t>2p</a:t>
            </a:r>
            <a:r>
              <a:rPr lang="en-US" sz="2400" dirty="0">
                <a:latin typeface="Times New Roman" pitchFamily="36" charset="0"/>
                <a:cs typeface="Times New Roman" pitchFamily="36" charset="0"/>
              </a:rPr>
              <a:t> </a:t>
            </a:r>
            <a:r>
              <a:rPr lang="en-US" sz="2400" b="1" dirty="0">
                <a:latin typeface="Times New Roman" pitchFamily="36" charset="0"/>
                <a:cs typeface="Times New Roman" pitchFamily="36" charset="0"/>
              </a:rPr>
              <a:t>orbitals overlap sideways </a:t>
            </a:r>
            <a:r>
              <a:rPr lang="en-US" sz="2400" dirty="0">
                <a:latin typeface="Times New Roman" pitchFamily="36" charset="0"/>
                <a:cs typeface="Times New Roman" pitchFamily="36" charset="0"/>
              </a:rPr>
              <a:t>to form the two </a:t>
            </a:r>
            <a:r>
              <a:rPr lang="en-US" sz="2400" b="1" dirty="0">
                <a:latin typeface="Times New Roman" pitchFamily="36" charset="0"/>
                <a:cs typeface="Times New Roman" pitchFamily="36" charset="0"/>
              </a:rPr>
              <a:t>C ═ C </a:t>
            </a:r>
            <a:r>
              <a:rPr lang="el-GR" sz="2400" b="1" dirty="0">
                <a:latin typeface="Times New Roman" pitchFamily="36" charset="0"/>
                <a:cs typeface="Times New Roman" pitchFamily="36" charset="0"/>
              </a:rPr>
              <a:t>π</a:t>
            </a:r>
            <a:r>
              <a:rPr lang="en-US" sz="2400" b="1" dirty="0">
                <a:latin typeface="Times New Roman" pitchFamily="36" charset="0"/>
                <a:cs typeface="Times New Roman" pitchFamily="36" charset="0"/>
              </a:rPr>
              <a:t>-bonds </a:t>
            </a:r>
            <a:r>
              <a:rPr lang="en-US" sz="2400" dirty="0">
                <a:latin typeface="Times New Roman" pitchFamily="36" charset="0"/>
                <a:cs typeface="Times New Roman" pitchFamily="36" charset="0"/>
              </a:rPr>
              <a:t>in acetylene</a:t>
            </a:r>
          </a:p>
          <a:p>
            <a:pPr algn="just">
              <a:lnSpc>
                <a:spcPct val="150000"/>
              </a:lnSpc>
            </a:pPr>
            <a:r>
              <a:rPr lang="en-US" sz="2400" dirty="0">
                <a:latin typeface="Times New Roman" pitchFamily="36" charset="0"/>
                <a:cs typeface="Times New Roman" pitchFamily="36" charset="0"/>
              </a:rPr>
              <a:t>The electron density one </a:t>
            </a:r>
            <a:r>
              <a:rPr lang="el-GR" sz="2400" b="1" dirty="0">
                <a:latin typeface="Times New Roman" pitchFamily="36" charset="0"/>
                <a:cs typeface="Times New Roman" pitchFamily="36" charset="0"/>
              </a:rPr>
              <a:t>π</a:t>
            </a:r>
            <a:r>
              <a:rPr lang="en-US" sz="2400" b="1" dirty="0">
                <a:latin typeface="Times New Roman" pitchFamily="36" charset="0"/>
                <a:cs typeface="Times New Roman" pitchFamily="36" charset="0"/>
              </a:rPr>
              <a:t>-bond </a:t>
            </a:r>
            <a:r>
              <a:rPr lang="en-US" sz="2400" dirty="0">
                <a:latin typeface="Times New Roman" pitchFamily="36" charset="0"/>
                <a:cs typeface="Times New Roman" pitchFamily="36" charset="0"/>
              </a:rPr>
              <a:t>is located </a:t>
            </a:r>
            <a:r>
              <a:rPr lang="en-US" sz="2400" b="1" dirty="0">
                <a:latin typeface="Times New Roman" pitchFamily="36" charset="0"/>
                <a:cs typeface="Times New Roman" pitchFamily="36" charset="0"/>
              </a:rPr>
              <a:t>above and below </a:t>
            </a:r>
            <a:r>
              <a:rPr lang="en-US" sz="2400" dirty="0">
                <a:latin typeface="Times New Roman" pitchFamily="36" charset="0"/>
                <a:cs typeface="Times New Roman" pitchFamily="36" charset="0"/>
              </a:rPr>
              <a:t>the </a:t>
            </a:r>
            <a:r>
              <a:rPr lang="en-US" sz="2400" b="1" dirty="0">
                <a:latin typeface="Times New Roman" pitchFamily="36" charset="0"/>
                <a:cs typeface="Times New Roman" pitchFamily="36" charset="0"/>
              </a:rPr>
              <a:t>C ─ C </a:t>
            </a:r>
            <a:r>
              <a:rPr lang="el-GR" sz="2400" b="1" dirty="0">
                <a:latin typeface="Times New Roman" pitchFamily="36" charset="0"/>
                <a:cs typeface="Times New Roman" pitchFamily="36" charset="0"/>
              </a:rPr>
              <a:t>σ</a:t>
            </a:r>
            <a:r>
              <a:rPr lang="en-US" sz="2400" b="1" dirty="0">
                <a:latin typeface="Times New Roman" pitchFamily="36" charset="0"/>
                <a:cs typeface="Times New Roman" pitchFamily="36" charset="0"/>
              </a:rPr>
              <a:t>-bond axis</a:t>
            </a:r>
            <a:r>
              <a:rPr lang="en-US" sz="2400" dirty="0">
                <a:latin typeface="Times New Roman" pitchFamily="36" charset="0"/>
                <a:cs typeface="Times New Roman" pitchFamily="36" charset="0"/>
              </a:rPr>
              <a:t> </a:t>
            </a:r>
          </a:p>
          <a:p>
            <a:pPr algn="just">
              <a:lnSpc>
                <a:spcPct val="150000"/>
              </a:lnSpc>
            </a:pPr>
            <a:r>
              <a:rPr lang="en-US" sz="2400" dirty="0">
                <a:latin typeface="Times New Roman" pitchFamily="36" charset="0"/>
                <a:cs typeface="Times New Roman" pitchFamily="36" charset="0"/>
              </a:rPr>
              <a:t>The electron density of the other </a:t>
            </a:r>
            <a:r>
              <a:rPr lang="el-GR" sz="2400" b="1" dirty="0">
                <a:latin typeface="Times New Roman" pitchFamily="36" charset="0"/>
                <a:cs typeface="Times New Roman" pitchFamily="36" charset="0"/>
              </a:rPr>
              <a:t>π</a:t>
            </a:r>
            <a:r>
              <a:rPr lang="en-US" sz="2400" b="1" dirty="0">
                <a:latin typeface="Times New Roman" pitchFamily="36" charset="0"/>
                <a:cs typeface="Times New Roman" pitchFamily="36" charset="0"/>
              </a:rPr>
              <a:t>-bond </a:t>
            </a:r>
            <a:r>
              <a:rPr lang="en-US" sz="2400" dirty="0">
                <a:latin typeface="Times New Roman" pitchFamily="36" charset="0"/>
                <a:cs typeface="Times New Roman" pitchFamily="36" charset="0"/>
              </a:rPr>
              <a:t>is located </a:t>
            </a:r>
            <a:r>
              <a:rPr lang="en-US" sz="2400" b="1" dirty="0">
                <a:latin typeface="Times New Roman" pitchFamily="36" charset="0"/>
                <a:cs typeface="Times New Roman" pitchFamily="36" charset="0"/>
              </a:rPr>
              <a:t>in front and behind </a:t>
            </a:r>
            <a:r>
              <a:rPr lang="en-US" sz="2400" dirty="0">
                <a:latin typeface="Times New Roman" pitchFamily="36" charset="0"/>
                <a:cs typeface="Times New Roman" pitchFamily="36" charset="0"/>
              </a:rPr>
              <a:t>the </a:t>
            </a:r>
            <a:r>
              <a:rPr lang="en-US" sz="2400" b="1" dirty="0">
                <a:latin typeface="Times New Roman" pitchFamily="36" charset="0"/>
                <a:cs typeface="Times New Roman" pitchFamily="36" charset="0"/>
              </a:rPr>
              <a:t>C ─ C </a:t>
            </a:r>
            <a:r>
              <a:rPr lang="el-GR" sz="2400" b="1" dirty="0">
                <a:latin typeface="Times New Roman" pitchFamily="36" charset="0"/>
                <a:cs typeface="Times New Roman" pitchFamily="36" charset="0"/>
              </a:rPr>
              <a:t>σ</a:t>
            </a:r>
            <a:r>
              <a:rPr lang="en-US" sz="2400" b="1" dirty="0">
                <a:latin typeface="Times New Roman" pitchFamily="36" charset="0"/>
                <a:cs typeface="Times New Roman" pitchFamily="36" charset="0"/>
              </a:rPr>
              <a:t>-bond axis</a:t>
            </a:r>
          </a:p>
        </p:txBody>
      </p:sp>
      <p:sp>
        <p:nvSpPr>
          <p:cNvPr id="4" name="Slide Number Placeholder 3"/>
          <p:cNvSpPr>
            <a:spLocks noGrp="1"/>
          </p:cNvSpPr>
          <p:nvPr>
            <p:ph type="sldNum" sz="quarter" idx="12"/>
          </p:nvPr>
        </p:nvSpPr>
        <p:spPr/>
        <p:txBody>
          <a:bodyPr/>
          <a:lstStyle/>
          <a:p>
            <a:pPr>
              <a:defRPr/>
            </a:pPr>
            <a:fld id="{B00A9567-83FE-46D3-B7E0-F0AE4235FFC3}" type="slidenum">
              <a:rPr lang="en-US" smtClean="0"/>
              <a:pPr>
                <a:defRPr/>
              </a:pPr>
              <a:t>71</a:t>
            </a:fld>
            <a:endParaRPr lang="en-US"/>
          </a:p>
        </p:txBody>
      </p:sp>
      <p:pic>
        <p:nvPicPr>
          <p:cNvPr id="95237" name="Picture 3" descr="09_26"/>
          <p:cNvPicPr>
            <a:picLocks noChangeAspect="1" noChangeArrowheads="1"/>
          </p:cNvPicPr>
          <p:nvPr/>
        </p:nvPicPr>
        <p:blipFill>
          <a:blip r:embed="rId2" cstate="print"/>
          <a:srcRect b="5334"/>
          <a:stretch>
            <a:fillRect/>
          </a:stretch>
        </p:blipFill>
        <p:spPr bwMode="auto">
          <a:xfrm>
            <a:off x="3771900" y="4712483"/>
            <a:ext cx="4648200" cy="214551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08204605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1"/>
            <a:ext cx="12192000" cy="6700603"/>
          </a:xfrm>
          <a:prstGeom prst="rect">
            <a:avLst/>
          </a:prstGeom>
        </p:spPr>
      </p:pic>
      <p:sp>
        <p:nvSpPr>
          <p:cNvPr id="3" name="TextBox 2"/>
          <p:cNvSpPr txBox="1"/>
          <p:nvPr/>
        </p:nvSpPr>
        <p:spPr>
          <a:xfrm>
            <a:off x="4019739" y="5676523"/>
            <a:ext cx="628698" cy="523220"/>
          </a:xfrm>
          <a:prstGeom prst="rect">
            <a:avLst/>
          </a:prstGeom>
          <a:noFill/>
        </p:spPr>
        <p:txBody>
          <a:bodyPr wrap="none" rtlCol="0">
            <a:spAutoFit/>
          </a:bodyPr>
          <a:lstStyle/>
          <a:p>
            <a:r>
              <a:rPr lang="en-US" sz="2800" b="1" dirty="0">
                <a:solidFill>
                  <a:srgbClr val="C00000"/>
                </a:solidFill>
              </a:rPr>
              <a:t>OR</a:t>
            </a:r>
            <a:endParaRPr lang="en-IN" sz="2800" b="1" dirty="0">
              <a:solidFill>
                <a:srgbClr val="C00000"/>
              </a:solidFill>
            </a:endParaRPr>
          </a:p>
        </p:txBody>
      </p:sp>
    </p:spTree>
    <p:extLst>
      <p:ext uri="{BB962C8B-B14F-4D97-AF65-F5344CB8AC3E}">
        <p14:creationId xmlns:p14="http://schemas.microsoft.com/office/powerpoint/2010/main" val="20263497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1023</TotalTime>
  <Words>3983</Words>
  <Application>Microsoft Office PowerPoint</Application>
  <PresentationFormat>Widescreen</PresentationFormat>
  <Paragraphs>428</Paragraphs>
  <Slides>72</Slides>
  <Notes>19</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72</vt:i4>
      </vt:variant>
    </vt:vector>
  </HeadingPairs>
  <TitlesOfParts>
    <vt:vector size="83" baseType="lpstr">
      <vt:lpstr>Arial</vt:lpstr>
      <vt:lpstr>Arial</vt:lpstr>
      <vt:lpstr>Book Antiqua</vt:lpstr>
      <vt:lpstr>Calibri</vt:lpstr>
      <vt:lpstr>Calibri Light</vt:lpstr>
      <vt:lpstr>Chalkboard</vt:lpstr>
      <vt:lpstr>Helvetica</vt:lpstr>
      <vt:lpstr>Symbol</vt:lpstr>
      <vt:lpstr>Times New Roman</vt:lpstr>
      <vt:lpstr>Wingdings</vt:lpstr>
      <vt:lpstr>Office Theme</vt:lpstr>
      <vt:lpstr>Basic Principles of Organic Chemistry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IUPAC naming rules for alkanes, alkenes and alkynes</vt:lpstr>
      <vt:lpstr>IUPAC naming rules for benzene derivatives</vt:lpstr>
      <vt:lpstr>IUPAC naming rules for benzene derivatives</vt:lpstr>
      <vt:lpstr>IUPAC naming rules for benzene derivatives</vt:lpstr>
      <vt:lpstr>IUPAC naming rules for benzene derivatives</vt:lpstr>
      <vt:lpstr>IUPAC naming rules for benzene derivatives</vt:lpstr>
      <vt:lpstr>IUPAC naming rules for benzene derivatives</vt:lpstr>
      <vt:lpstr>Concept of Hybridization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Multiple bonds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Summary of σ - bonding in ethylene (C2H4)</vt:lpstr>
      <vt:lpstr>Summary of π - bonding in ethylene (C2H4)</vt:lpstr>
      <vt:lpstr>Summary of bonding in ethylene (C2H4)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Summary of σ - bonding in acetylene (C2H2)</vt:lpstr>
      <vt:lpstr>Summary of π - bonding in acetylene (C2H2)</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Chandan Maitrani</dc:creator>
  <cp:lastModifiedBy>Windows User</cp:lastModifiedBy>
  <cp:revision>114</cp:revision>
  <cp:lastPrinted>2019-03-05T12:07:27Z</cp:lastPrinted>
  <dcterms:created xsi:type="dcterms:W3CDTF">2019-03-01T06:46:40Z</dcterms:created>
  <dcterms:modified xsi:type="dcterms:W3CDTF">2024-03-21T05:25:56Z</dcterms:modified>
</cp:coreProperties>
</file>